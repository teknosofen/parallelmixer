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theme/themeOverride1.xml" ContentType="application/vnd.openxmlformats-officedocument.themeOverr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Lst>
  <p:notesMasterIdLst>
    <p:notesMasterId r:id="rId38"/>
  </p:notesMasterIdLst>
  <p:handoutMasterIdLst>
    <p:handoutMasterId r:id="rId39"/>
  </p:handoutMasterIdLst>
  <p:sldIdLst>
    <p:sldId id="281" r:id="rId5"/>
    <p:sldId id="282" r:id="rId6"/>
    <p:sldId id="257" r:id="rId7"/>
    <p:sldId id="258" r:id="rId8"/>
    <p:sldId id="284" r:id="rId9"/>
    <p:sldId id="283" r:id="rId10"/>
    <p:sldId id="261" r:id="rId11"/>
    <p:sldId id="289" r:id="rId12"/>
    <p:sldId id="286" r:id="rId13"/>
    <p:sldId id="262" r:id="rId14"/>
    <p:sldId id="263" r:id="rId15"/>
    <p:sldId id="264" r:id="rId16"/>
    <p:sldId id="290" r:id="rId17"/>
    <p:sldId id="265" r:id="rId18"/>
    <p:sldId id="285" r:id="rId19"/>
    <p:sldId id="266" r:id="rId20"/>
    <p:sldId id="267" r:id="rId21"/>
    <p:sldId id="268" r:id="rId22"/>
    <p:sldId id="269" r:id="rId23"/>
    <p:sldId id="270" r:id="rId24"/>
    <p:sldId id="271" r:id="rId25"/>
    <p:sldId id="288" r:id="rId26"/>
    <p:sldId id="272" r:id="rId27"/>
    <p:sldId id="273" r:id="rId28"/>
    <p:sldId id="274" r:id="rId29"/>
    <p:sldId id="275" r:id="rId30"/>
    <p:sldId id="287" r:id="rId31"/>
    <p:sldId id="276" r:id="rId32"/>
    <p:sldId id="277" r:id="rId33"/>
    <p:sldId id="278" r:id="rId34"/>
    <p:sldId id="279" r:id="rId35"/>
    <p:sldId id="291" r:id="rId36"/>
    <p:sldId id="280" r:id="rId37"/>
  </p:sldIdLst>
  <p:sldSz cx="12192000" cy="6858000"/>
  <p:notesSz cx="6858000" cy="9144000"/>
  <p:custDataLst>
    <p:tags r:id="rId40"/>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17"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1C09CF5-6253-458E-9651-FED778A7C9EE}" v="71" dt="2026-03-02T07:27:13.16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328" autoAdjust="0"/>
    <p:restoredTop sz="70152" autoAdjust="0"/>
  </p:normalViewPr>
  <p:slideViewPr>
    <p:cSldViewPr snapToGrid="0" showGuides="1">
      <p:cViewPr varScale="1">
        <p:scale>
          <a:sx n="108" d="100"/>
          <a:sy n="108" d="100"/>
        </p:scale>
        <p:origin x="900" y="96"/>
      </p:cViewPr>
      <p:guideLst>
        <p:guide orient="horz" pos="2160"/>
        <p:guide pos="3817"/>
      </p:guideLst>
    </p:cSldViewPr>
  </p:slideViewPr>
  <p:notesTextViewPr>
    <p:cViewPr>
      <p:scale>
        <a:sx n="1" d="1"/>
        <a:sy n="1" d="1"/>
      </p:scale>
      <p:origin x="0" y="0"/>
    </p:cViewPr>
  </p:notesTextViewPr>
  <p:sorterViewPr>
    <p:cViewPr>
      <p:scale>
        <a:sx n="200" d="100"/>
        <a:sy n="200" d="100"/>
      </p:scale>
      <p:origin x="0" y="-2478"/>
    </p:cViewPr>
  </p:sorterViewPr>
  <p:notesViewPr>
    <p:cSldViewPr snapToGrid="0" showGuides="1">
      <p:cViewPr varScale="1">
        <p:scale>
          <a:sx n="117" d="100"/>
          <a:sy n="117" d="100"/>
        </p:scale>
        <p:origin x="3072" y="5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tags" Target="tags/tag1.xml"/><Relationship Id="rId45"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FFB8D0E-4053-431A-B8E3-715C63B8D349}"/>
              </a:ext>
            </a:extLst>
          </p:cNvPr>
          <p:cNvSpPr>
            <a:spLocks noGrp="1"/>
          </p:cNvSpPr>
          <p:nvPr>
            <p:ph type="hdr" sz="quarter"/>
          </p:nvPr>
        </p:nvSpPr>
        <p:spPr>
          <a:xfrm>
            <a:off x="0" y="0"/>
            <a:ext cx="2612571" cy="458788"/>
          </a:xfrm>
          <a:prstGeom prst="rect">
            <a:avLst/>
          </a:prstGeom>
        </p:spPr>
        <p:txBody>
          <a:bodyPr vert="horz" lIns="91440" tIns="45720" rIns="91440" bIns="45720" rtlCol="0"/>
          <a:lstStyle>
            <a:lvl1pPr algn="l">
              <a:defRPr sz="1200"/>
            </a:lvl1pPr>
          </a:lstStyle>
          <a:p>
            <a:endParaRPr lang="en-GB" sz="1000" dirty="0"/>
          </a:p>
        </p:txBody>
      </p:sp>
      <p:sp>
        <p:nvSpPr>
          <p:cNvPr id="3" name="Date Placeholder 2">
            <a:extLst>
              <a:ext uri="{FF2B5EF4-FFF2-40B4-BE49-F238E27FC236}">
                <a16:creationId xmlns:a16="http://schemas.microsoft.com/office/drawing/2014/main" id="{4E3A7CD0-D27C-48B0-8027-9C8876D5C8FF}"/>
              </a:ext>
            </a:extLst>
          </p:cNvPr>
          <p:cNvSpPr>
            <a:spLocks noGrp="1"/>
          </p:cNvSpPr>
          <p:nvPr>
            <p:ph type="dt" sz="quarter" idx="1"/>
          </p:nvPr>
        </p:nvSpPr>
        <p:spPr>
          <a:xfrm>
            <a:off x="4125685" y="0"/>
            <a:ext cx="2730727" cy="458788"/>
          </a:xfrm>
          <a:prstGeom prst="rect">
            <a:avLst/>
          </a:prstGeom>
        </p:spPr>
        <p:txBody>
          <a:bodyPr vert="horz" lIns="91440" tIns="45720" rIns="91440" bIns="45720" rtlCol="0"/>
          <a:lstStyle>
            <a:lvl1pPr algn="r">
              <a:defRPr sz="1200"/>
            </a:lvl1pPr>
          </a:lstStyle>
          <a:p>
            <a:fld id="{1E9BBD7F-E87C-4D5B-84DA-2F37CC44F185}" type="datetimeFigureOut">
              <a:rPr lang="en-GB" sz="1000" smtClean="0"/>
              <a:t>24/03/2026</a:t>
            </a:fld>
            <a:endParaRPr lang="en-GB" sz="1000" dirty="0"/>
          </a:p>
        </p:txBody>
      </p:sp>
      <p:sp>
        <p:nvSpPr>
          <p:cNvPr id="4" name="Footer Placeholder 3">
            <a:extLst>
              <a:ext uri="{FF2B5EF4-FFF2-40B4-BE49-F238E27FC236}">
                <a16:creationId xmlns:a16="http://schemas.microsoft.com/office/drawing/2014/main" id="{DCFCF483-1D2B-4799-84AB-AE11BBAA3E46}"/>
              </a:ext>
            </a:extLst>
          </p:cNvPr>
          <p:cNvSpPr>
            <a:spLocks noGrp="1"/>
          </p:cNvSpPr>
          <p:nvPr>
            <p:ph type="ftr" sz="quarter" idx="2"/>
          </p:nvPr>
        </p:nvSpPr>
        <p:spPr>
          <a:xfrm>
            <a:off x="0" y="8685213"/>
            <a:ext cx="2612571" cy="458787"/>
          </a:xfrm>
          <a:prstGeom prst="rect">
            <a:avLst/>
          </a:prstGeom>
        </p:spPr>
        <p:txBody>
          <a:bodyPr vert="horz" lIns="91440" tIns="45720" rIns="91440" bIns="45720" rtlCol="0" anchor="b"/>
          <a:lstStyle>
            <a:lvl1pPr algn="l">
              <a:defRPr sz="1200"/>
            </a:lvl1pPr>
          </a:lstStyle>
          <a:p>
            <a:endParaRPr lang="en-GB" sz="1000" dirty="0"/>
          </a:p>
        </p:txBody>
      </p:sp>
      <p:sp>
        <p:nvSpPr>
          <p:cNvPr id="5" name="Slide Number Placeholder 4">
            <a:extLst>
              <a:ext uri="{FF2B5EF4-FFF2-40B4-BE49-F238E27FC236}">
                <a16:creationId xmlns:a16="http://schemas.microsoft.com/office/drawing/2014/main" id="{98A4B3EF-9BBD-4B14-8B6B-B9875FFE6508}"/>
              </a:ext>
            </a:extLst>
          </p:cNvPr>
          <p:cNvSpPr>
            <a:spLocks noGrp="1"/>
          </p:cNvSpPr>
          <p:nvPr>
            <p:ph type="sldNum" sz="quarter" idx="3"/>
          </p:nvPr>
        </p:nvSpPr>
        <p:spPr>
          <a:xfrm>
            <a:off x="4125685" y="8685213"/>
            <a:ext cx="2730727" cy="458787"/>
          </a:xfrm>
          <a:prstGeom prst="rect">
            <a:avLst/>
          </a:prstGeom>
        </p:spPr>
        <p:txBody>
          <a:bodyPr vert="horz" lIns="91440" tIns="45720" rIns="91440" bIns="45720" rtlCol="0" anchor="b"/>
          <a:lstStyle>
            <a:lvl1pPr algn="r">
              <a:defRPr sz="1200"/>
            </a:lvl1pPr>
          </a:lstStyle>
          <a:p>
            <a:fld id="{EB2DDBF9-5C9B-473C-B52F-89A8EDE9AC63}" type="slidenum">
              <a:rPr lang="en-GB" sz="1000" smtClean="0"/>
              <a:t>‹#›</a:t>
            </a:fld>
            <a:endParaRPr lang="en-GB" sz="1000" dirty="0"/>
          </a:p>
        </p:txBody>
      </p:sp>
      <p:pic>
        <p:nvPicPr>
          <p:cNvPr id="6" name="Graphic 5">
            <a:extLst>
              <a:ext uri="{FF2B5EF4-FFF2-40B4-BE49-F238E27FC236}">
                <a16:creationId xmlns:a16="http://schemas.microsoft.com/office/drawing/2014/main" id="{6F43B242-8F36-4774-BE21-AD5D709CBE0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937996" y="8841864"/>
            <a:ext cx="982007" cy="145483"/>
          </a:xfrm>
          <a:prstGeom prst="rect">
            <a:avLst/>
          </a:prstGeom>
        </p:spPr>
      </p:pic>
    </p:spTree>
    <p:extLst>
      <p:ext uri="{BB962C8B-B14F-4D97-AF65-F5344CB8AC3E}">
        <p14:creationId xmlns:p14="http://schemas.microsoft.com/office/powerpoint/2010/main" val="23288109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748643" cy="458788"/>
          </a:xfrm>
          <a:prstGeom prst="rect">
            <a:avLst/>
          </a:prstGeom>
        </p:spPr>
        <p:txBody>
          <a:bodyPr vert="horz" lIns="91440" tIns="45720" rIns="91440" bIns="45720" rtlCol="0"/>
          <a:lstStyle>
            <a:lvl1pPr algn="l">
              <a:defRPr sz="1000"/>
            </a:lvl1pPr>
          </a:lstStyle>
          <a:p>
            <a:endParaRPr lang="en-GB" dirty="0"/>
          </a:p>
        </p:txBody>
      </p:sp>
      <p:sp>
        <p:nvSpPr>
          <p:cNvPr id="3" name="Date Placeholder 2"/>
          <p:cNvSpPr>
            <a:spLocks noGrp="1"/>
          </p:cNvSpPr>
          <p:nvPr>
            <p:ph type="dt" idx="1"/>
          </p:nvPr>
        </p:nvSpPr>
        <p:spPr>
          <a:xfrm>
            <a:off x="4147457" y="0"/>
            <a:ext cx="2708956" cy="458788"/>
          </a:xfrm>
          <a:prstGeom prst="rect">
            <a:avLst/>
          </a:prstGeom>
        </p:spPr>
        <p:txBody>
          <a:bodyPr vert="horz" lIns="91440" tIns="45720" rIns="91440" bIns="45720" rtlCol="0"/>
          <a:lstStyle>
            <a:lvl1pPr algn="r">
              <a:defRPr sz="1000"/>
            </a:lvl1pPr>
          </a:lstStyle>
          <a:p>
            <a:fld id="{1A266A4F-91A0-4919-BC8C-42B666F37B80}" type="datetimeFigureOut">
              <a:rPr lang="en-GB" smtClean="0"/>
              <a:pPr/>
              <a:t>24/03/2026</a:t>
            </a:fld>
            <a:endParaRPr lang="en-GB" dirty="0"/>
          </a:p>
        </p:txBody>
      </p:sp>
      <p:sp>
        <p:nvSpPr>
          <p:cNvPr id="4" name="Slide Image Placeholder 3"/>
          <p:cNvSpPr>
            <a:spLocks noGrp="1" noRot="1" noChangeAspect="1"/>
          </p:cNvSpPr>
          <p:nvPr>
            <p:ph type="sldImg" idx="2"/>
          </p:nvPr>
        </p:nvSpPr>
        <p:spPr>
          <a:xfrm>
            <a:off x="685800" y="1143000"/>
            <a:ext cx="4158343" cy="2339068"/>
          </a:xfrm>
          <a:prstGeom prst="rect">
            <a:avLst/>
          </a:prstGeom>
          <a:noFill/>
          <a:ln w="12700">
            <a:solidFill>
              <a:schemeClr val="bg2"/>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3652157"/>
            <a:ext cx="5486400" cy="4550229"/>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endParaRPr lang="en-GB" dirty="0"/>
          </a:p>
        </p:txBody>
      </p:sp>
      <p:sp>
        <p:nvSpPr>
          <p:cNvPr id="6" name="Footer Placeholder 5"/>
          <p:cNvSpPr>
            <a:spLocks noGrp="1"/>
          </p:cNvSpPr>
          <p:nvPr>
            <p:ph type="ftr" sz="quarter" idx="4"/>
          </p:nvPr>
        </p:nvSpPr>
        <p:spPr>
          <a:xfrm>
            <a:off x="0" y="8685213"/>
            <a:ext cx="2748643" cy="458787"/>
          </a:xfrm>
          <a:prstGeom prst="rect">
            <a:avLst/>
          </a:prstGeom>
        </p:spPr>
        <p:txBody>
          <a:bodyPr vert="horz" lIns="91440" tIns="45720" rIns="91440" bIns="45720" rtlCol="0" anchor="b"/>
          <a:lstStyle>
            <a:lvl1pPr algn="l">
              <a:defRPr sz="1000"/>
            </a:lvl1pPr>
          </a:lstStyle>
          <a:p>
            <a:endParaRPr lang="en-GB" dirty="0"/>
          </a:p>
        </p:txBody>
      </p:sp>
      <p:sp>
        <p:nvSpPr>
          <p:cNvPr id="7" name="Slide Number Placeholder 6"/>
          <p:cNvSpPr>
            <a:spLocks noGrp="1"/>
          </p:cNvSpPr>
          <p:nvPr>
            <p:ph type="sldNum" sz="quarter" idx="5"/>
          </p:nvPr>
        </p:nvSpPr>
        <p:spPr>
          <a:xfrm>
            <a:off x="4147457" y="8685213"/>
            <a:ext cx="2708956" cy="458787"/>
          </a:xfrm>
          <a:prstGeom prst="rect">
            <a:avLst/>
          </a:prstGeom>
        </p:spPr>
        <p:txBody>
          <a:bodyPr vert="horz" lIns="91440" tIns="45720" rIns="91440" bIns="45720" rtlCol="0" anchor="b"/>
          <a:lstStyle>
            <a:lvl1pPr algn="r">
              <a:defRPr sz="1000"/>
            </a:lvl1pPr>
          </a:lstStyle>
          <a:p>
            <a:fld id="{51CF3995-A0E4-472D-BBAC-D95090DBD551}" type="slidenum">
              <a:rPr lang="en-GB" smtClean="0"/>
              <a:pPr/>
              <a:t>‹#›</a:t>
            </a:fld>
            <a:endParaRPr lang="en-GB" dirty="0"/>
          </a:p>
        </p:txBody>
      </p:sp>
      <p:pic>
        <p:nvPicPr>
          <p:cNvPr id="8" name="Graphic 7">
            <a:extLst>
              <a:ext uri="{FF2B5EF4-FFF2-40B4-BE49-F238E27FC236}">
                <a16:creationId xmlns:a16="http://schemas.microsoft.com/office/drawing/2014/main" id="{31B9EE4C-9F6C-4A27-B96F-37CC6C181F1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937996" y="8841864"/>
            <a:ext cx="982007" cy="145483"/>
          </a:xfrm>
          <a:prstGeom prst="rect">
            <a:avLst/>
          </a:prstGeom>
        </p:spPr>
      </p:pic>
    </p:spTree>
    <p:extLst>
      <p:ext uri="{BB962C8B-B14F-4D97-AF65-F5344CB8AC3E}">
        <p14:creationId xmlns:p14="http://schemas.microsoft.com/office/powerpoint/2010/main" val="21636384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4157663" cy="2338388"/>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4157663" cy="2338388"/>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91FB6-74D1-511D-8EE0-B7DBA54BCD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B8BC0F-B7C0-0F13-0015-A4ADDD99A2D9}"/>
              </a:ext>
            </a:extLst>
          </p:cNvPr>
          <p:cNvSpPr>
            <a:spLocks noGrp="1" noRot="1" noChangeAspect="1"/>
          </p:cNvSpPr>
          <p:nvPr>
            <p:ph type="sldImg"/>
          </p:nvPr>
        </p:nvSpPr>
        <p:spPr>
          <a:xfrm>
            <a:off x="685800" y="1143000"/>
            <a:ext cx="4157663" cy="2338388"/>
          </a:xfrm>
        </p:spPr>
      </p:sp>
      <p:sp>
        <p:nvSpPr>
          <p:cNvPr id="3" name="Notes Placeholder 2">
            <a:extLst>
              <a:ext uri="{FF2B5EF4-FFF2-40B4-BE49-F238E27FC236}">
                <a16:creationId xmlns:a16="http://schemas.microsoft.com/office/drawing/2014/main" id="{A61EF6E4-4007-135E-475E-CBAEB06D7F3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39949C-1571-2AC7-229F-37FA4BA6C7EA}"/>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0489614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2F7EA2-513D-5067-3BEC-C6C49BAE69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59A387-A178-FB6F-1C0C-6A360AF85D64}"/>
              </a:ext>
            </a:extLst>
          </p:cNvPr>
          <p:cNvSpPr>
            <a:spLocks noGrp="1" noRot="1" noChangeAspect="1"/>
          </p:cNvSpPr>
          <p:nvPr>
            <p:ph type="sldImg"/>
          </p:nvPr>
        </p:nvSpPr>
        <p:spPr>
          <a:xfrm>
            <a:off x="685800" y="1143000"/>
            <a:ext cx="4157663" cy="2338388"/>
          </a:xfrm>
        </p:spPr>
      </p:sp>
      <p:sp>
        <p:nvSpPr>
          <p:cNvPr id="3" name="Notes Placeholder 2">
            <a:extLst>
              <a:ext uri="{FF2B5EF4-FFF2-40B4-BE49-F238E27FC236}">
                <a16:creationId xmlns:a16="http://schemas.microsoft.com/office/drawing/2014/main" id="{C8898DD4-32BB-2F40-AAFF-F5DED6D016A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Insufflation Flow – Target flow rate during insufflation</a:t>
            </a:r>
          </a:p>
          <a:p>
            <a:endParaRPr lang="sv-SE" dirty="0"/>
          </a:p>
        </p:txBody>
      </p:sp>
      <p:sp>
        <p:nvSpPr>
          <p:cNvPr id="4" name="Slide Number Placeholder 3">
            <a:extLst>
              <a:ext uri="{FF2B5EF4-FFF2-40B4-BE49-F238E27FC236}">
                <a16:creationId xmlns:a16="http://schemas.microsoft.com/office/drawing/2014/main" id="{C6D7BDFE-B835-E961-FE46-3803378885AA}"/>
              </a:ext>
            </a:extLst>
          </p:cNvPr>
          <p:cNvSpPr>
            <a:spLocks noGrp="1"/>
          </p:cNvSpPr>
          <p:nvPr>
            <p:ph type="sldNum" sz="quarter" idx="5"/>
          </p:nvPr>
        </p:nvSpPr>
        <p:spPr/>
        <p:txBody>
          <a:bodyPr/>
          <a:lstStyle/>
          <a:p>
            <a:fld id="{51CF3995-A0E4-472D-BBAC-D95090DBD551}" type="slidenum">
              <a:rPr lang="en-GB" smtClean="0"/>
              <a:pPr/>
              <a:t>8</a:t>
            </a:fld>
            <a:endParaRPr lang="en-GB" dirty="0"/>
          </a:p>
        </p:txBody>
      </p:sp>
    </p:spTree>
    <p:extLst>
      <p:ext uri="{BB962C8B-B14F-4D97-AF65-F5344CB8AC3E}">
        <p14:creationId xmlns:p14="http://schemas.microsoft.com/office/powerpoint/2010/main" val="2634234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D7C1E-1C7F-44D7-F976-E119B21FD8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4B9F4E-D709-577E-4765-5FB242550BAF}"/>
              </a:ext>
            </a:extLst>
          </p:cNvPr>
          <p:cNvSpPr>
            <a:spLocks noGrp="1" noRot="1" noChangeAspect="1"/>
          </p:cNvSpPr>
          <p:nvPr>
            <p:ph type="sldImg"/>
          </p:nvPr>
        </p:nvSpPr>
        <p:spPr>
          <a:xfrm>
            <a:off x="685800" y="1143000"/>
            <a:ext cx="4157663" cy="2338388"/>
          </a:xfrm>
        </p:spPr>
      </p:sp>
      <p:sp>
        <p:nvSpPr>
          <p:cNvPr id="3" name="Notes Placeholder 2">
            <a:extLst>
              <a:ext uri="{FF2B5EF4-FFF2-40B4-BE49-F238E27FC236}">
                <a16:creationId xmlns:a16="http://schemas.microsoft.com/office/drawing/2014/main" id="{428EBAD7-D8C4-D9F7-D8A5-AAF118820E1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Insufflation Flow – Target flow rate during insufflation</a:t>
            </a:r>
          </a:p>
          <a:p>
            <a:endParaRPr lang="sv-SE" dirty="0"/>
          </a:p>
        </p:txBody>
      </p:sp>
      <p:sp>
        <p:nvSpPr>
          <p:cNvPr id="4" name="Slide Number Placeholder 3">
            <a:extLst>
              <a:ext uri="{FF2B5EF4-FFF2-40B4-BE49-F238E27FC236}">
                <a16:creationId xmlns:a16="http://schemas.microsoft.com/office/drawing/2014/main" id="{D1B09485-1444-DE64-608C-A330AE29E083}"/>
              </a:ext>
            </a:extLst>
          </p:cNvPr>
          <p:cNvSpPr>
            <a:spLocks noGrp="1"/>
          </p:cNvSpPr>
          <p:nvPr>
            <p:ph type="sldNum" sz="quarter" idx="5"/>
          </p:nvPr>
        </p:nvSpPr>
        <p:spPr/>
        <p:txBody>
          <a:bodyPr/>
          <a:lstStyle/>
          <a:p>
            <a:fld id="{51CF3995-A0E4-472D-BBAC-D95090DBD551}" type="slidenum">
              <a:rPr lang="en-GB" smtClean="0"/>
              <a:pPr/>
              <a:t>9</a:t>
            </a:fld>
            <a:endParaRPr lang="en-GB" dirty="0"/>
          </a:p>
        </p:txBody>
      </p:sp>
    </p:spTree>
    <p:extLst>
      <p:ext uri="{BB962C8B-B14F-4D97-AF65-F5344CB8AC3E}">
        <p14:creationId xmlns:p14="http://schemas.microsoft.com/office/powerpoint/2010/main" val="3605968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4157663" cy="2338388"/>
          </a:xfrm>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5"/>
          </p:nvPr>
        </p:nvSpPr>
        <p:spPr/>
        <p:txBody>
          <a:bodyPr/>
          <a:lstStyle/>
          <a:p>
            <a:fld id="{51CF3995-A0E4-472D-BBAC-D95090DBD551}" type="slidenum">
              <a:rPr lang="en-GB" smtClean="0"/>
              <a:pPr/>
              <a:t>10</a:t>
            </a:fld>
            <a:endParaRPr lang="en-GB" dirty="0"/>
          </a:p>
        </p:txBody>
      </p:sp>
    </p:spTree>
    <p:extLst>
      <p:ext uri="{BB962C8B-B14F-4D97-AF65-F5344CB8AC3E}">
        <p14:creationId xmlns:p14="http://schemas.microsoft.com/office/powerpoint/2010/main" val="2779489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4157663" cy="2338388"/>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Insufflation Flow – Target flow rate during insufflation</a:t>
            </a:r>
          </a:p>
          <a:p>
            <a:endParaRPr lang="sv-SE" dirty="0"/>
          </a:p>
        </p:txBody>
      </p:sp>
      <p:sp>
        <p:nvSpPr>
          <p:cNvPr id="4" name="Slide Number Placeholder 3"/>
          <p:cNvSpPr>
            <a:spLocks noGrp="1"/>
          </p:cNvSpPr>
          <p:nvPr>
            <p:ph type="sldNum" sz="quarter" idx="5"/>
          </p:nvPr>
        </p:nvSpPr>
        <p:spPr/>
        <p:txBody>
          <a:bodyPr/>
          <a:lstStyle/>
          <a:p>
            <a:fld id="{51CF3995-A0E4-472D-BBAC-D95090DBD551}" type="slidenum">
              <a:rPr lang="en-GB" smtClean="0"/>
              <a:pPr/>
              <a:t>11</a:t>
            </a:fld>
            <a:endParaRPr lang="en-GB" dirty="0"/>
          </a:p>
        </p:txBody>
      </p:sp>
    </p:spTree>
    <p:extLst>
      <p:ext uri="{BB962C8B-B14F-4D97-AF65-F5344CB8AC3E}">
        <p14:creationId xmlns:p14="http://schemas.microsoft.com/office/powerpoint/2010/main" val="37281632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4B678-CB95-380D-E54D-07689D9688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74271F-7B2B-D0F7-52E3-21C8497E71DC}"/>
              </a:ext>
            </a:extLst>
          </p:cNvPr>
          <p:cNvSpPr>
            <a:spLocks noGrp="1" noRot="1" noChangeAspect="1"/>
          </p:cNvSpPr>
          <p:nvPr>
            <p:ph type="sldImg"/>
          </p:nvPr>
        </p:nvSpPr>
        <p:spPr>
          <a:xfrm>
            <a:off x="685800" y="1143000"/>
            <a:ext cx="4157663" cy="2338388"/>
          </a:xfrm>
        </p:spPr>
      </p:sp>
      <p:sp>
        <p:nvSpPr>
          <p:cNvPr id="3" name="Notes Placeholder 2">
            <a:extLst>
              <a:ext uri="{FF2B5EF4-FFF2-40B4-BE49-F238E27FC236}">
                <a16:creationId xmlns:a16="http://schemas.microsoft.com/office/drawing/2014/main" id="{CD702A1C-07AA-8C5F-D3B1-00AB39DCBEB5}"/>
              </a:ext>
            </a:extLst>
          </p:cNvPr>
          <p:cNvSpPr>
            <a:spLocks noGrp="1"/>
          </p:cNvSpPr>
          <p:nvPr>
            <p:ph type="body" idx="1"/>
          </p:nvPr>
        </p:nvSpPr>
        <p:spPr/>
        <p:txBody>
          <a:bodyPr/>
          <a:lstStyle/>
          <a:p>
            <a:endParaRPr lang="sv-SE" dirty="0"/>
          </a:p>
        </p:txBody>
      </p:sp>
      <p:sp>
        <p:nvSpPr>
          <p:cNvPr id="4" name="Slide Number Placeholder 3">
            <a:extLst>
              <a:ext uri="{FF2B5EF4-FFF2-40B4-BE49-F238E27FC236}">
                <a16:creationId xmlns:a16="http://schemas.microsoft.com/office/drawing/2014/main" id="{19330BE2-B8ED-D6B0-BB78-219BE3050B40}"/>
              </a:ext>
            </a:extLst>
          </p:cNvPr>
          <p:cNvSpPr>
            <a:spLocks noGrp="1"/>
          </p:cNvSpPr>
          <p:nvPr>
            <p:ph type="sldNum" sz="quarter" idx="5"/>
          </p:nvPr>
        </p:nvSpPr>
        <p:spPr/>
        <p:txBody>
          <a:bodyPr/>
          <a:lstStyle/>
          <a:p>
            <a:fld id="{51CF3995-A0E4-472D-BBAC-D95090DBD551}" type="slidenum">
              <a:rPr lang="en-GB" smtClean="0"/>
              <a:pPr/>
              <a:t>13</a:t>
            </a:fld>
            <a:endParaRPr lang="en-GB" dirty="0"/>
          </a:p>
        </p:txBody>
      </p:sp>
    </p:spTree>
    <p:extLst>
      <p:ext uri="{BB962C8B-B14F-4D97-AF65-F5344CB8AC3E}">
        <p14:creationId xmlns:p14="http://schemas.microsoft.com/office/powerpoint/2010/main" val="30582917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4157663" cy="2338388"/>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4157663" cy="2338388"/>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4157663" cy="2338388"/>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1.xml"/><Relationship Id="rId5" Type="http://schemas.openxmlformats.org/officeDocument/2006/relationships/image" Target="../media/image5.svg"/><Relationship Id="rId4"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1.pn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1 - Start Blue graphic">
    <p:bg>
      <p:bgPr>
        <a:solidFill>
          <a:schemeClr val="tx2"/>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38401C8C-A456-4261-8F93-853B0BD72734}"/>
              </a:ext>
            </a:extLst>
          </p:cNvPr>
          <p:cNvSpPr>
            <a:spLocks noGrp="1"/>
          </p:cNvSpPr>
          <p:nvPr>
            <p:ph type="dt" sz="half" idx="10"/>
          </p:nvPr>
        </p:nvSpPr>
        <p:spPr/>
        <p:txBody>
          <a:bodyPr/>
          <a:lstStyle>
            <a:lvl1pPr>
              <a:defRPr>
                <a:solidFill>
                  <a:schemeClr val="tx1">
                    <a:alpha val="0"/>
                  </a:schemeClr>
                </a:solidFill>
              </a:defRPr>
            </a:lvl1pPr>
          </a:lstStyle>
          <a:p>
            <a:fld id="{8666C960-3936-42E1-B717-9B1D454BACAF}" type="datetime3">
              <a:rPr lang="en-GB" smtClean="0"/>
              <a:t>24 March, 2026</a:t>
            </a:fld>
            <a:endParaRPr lang="en-GB" dirty="0"/>
          </a:p>
        </p:txBody>
      </p:sp>
      <p:sp>
        <p:nvSpPr>
          <p:cNvPr id="5" name="Footer Placeholder 4">
            <a:extLst>
              <a:ext uri="{FF2B5EF4-FFF2-40B4-BE49-F238E27FC236}">
                <a16:creationId xmlns:a16="http://schemas.microsoft.com/office/drawing/2014/main" id="{56B4AC11-F6C7-41FD-8DB6-8205E287EB98}"/>
              </a:ext>
            </a:extLst>
          </p:cNvPr>
          <p:cNvSpPr>
            <a:spLocks noGrp="1"/>
          </p:cNvSpPr>
          <p:nvPr>
            <p:ph type="ftr" sz="quarter" idx="11"/>
          </p:nvPr>
        </p:nvSpPr>
        <p:spPr/>
        <p:txBody>
          <a:bodyPr/>
          <a:lstStyle>
            <a:lvl1pPr>
              <a:defRPr>
                <a:solidFill>
                  <a:schemeClr val="tx1">
                    <a:alpha val="0"/>
                  </a:schemeClr>
                </a:solidFill>
              </a:defRPr>
            </a:lvl1pPr>
          </a:lstStyle>
          <a:p>
            <a:r>
              <a:rPr lang="en-GB"/>
              <a:t>Presentation name</a:t>
            </a:r>
            <a:endParaRPr lang="en-GB" dirty="0"/>
          </a:p>
        </p:txBody>
      </p:sp>
      <p:sp>
        <p:nvSpPr>
          <p:cNvPr id="6" name="Slide Number Placeholder 5">
            <a:extLst>
              <a:ext uri="{FF2B5EF4-FFF2-40B4-BE49-F238E27FC236}">
                <a16:creationId xmlns:a16="http://schemas.microsoft.com/office/drawing/2014/main" id="{04C4F16F-87BC-44C0-9939-A638785C353B}"/>
              </a:ext>
            </a:extLst>
          </p:cNvPr>
          <p:cNvSpPr>
            <a:spLocks noGrp="1"/>
          </p:cNvSpPr>
          <p:nvPr>
            <p:ph type="sldNum" sz="quarter" idx="12"/>
          </p:nvPr>
        </p:nvSpPr>
        <p:spPr/>
        <p:txBody>
          <a:bodyPr/>
          <a:lstStyle>
            <a:lvl1pPr>
              <a:defRPr>
                <a:solidFill>
                  <a:schemeClr val="tx1">
                    <a:alpha val="0"/>
                  </a:schemeClr>
                </a:solidFill>
              </a:defRPr>
            </a:lvl1pPr>
          </a:lstStyle>
          <a:p>
            <a:fld id="{C2FE92B8-3297-49BF-866E-FDAA607BBC0B}" type="slidenum">
              <a:rPr lang="en-GB" smtClean="0"/>
              <a:pPr/>
              <a:t>‹#›</a:t>
            </a:fld>
            <a:endParaRPr lang="en-GB" dirty="0"/>
          </a:p>
        </p:txBody>
      </p:sp>
      <p:pic>
        <p:nvPicPr>
          <p:cNvPr id="9" name="Picture 8" descr="A picture containing chart&#10;&#10;Description automatically generated">
            <a:extLst>
              <a:ext uri="{FF2B5EF4-FFF2-40B4-BE49-F238E27FC236}">
                <a16:creationId xmlns:a16="http://schemas.microsoft.com/office/drawing/2014/main" id="{94CCA856-6CEE-4A59-8F1B-F51CCE2620D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95039D8B-108B-488D-A0EE-320936379B64}"/>
              </a:ext>
            </a:extLst>
          </p:cNvPr>
          <p:cNvSpPr>
            <a:spLocks noGrp="1"/>
          </p:cNvSpPr>
          <p:nvPr>
            <p:ph type="ctrTitle" hasCustomPrompt="1"/>
          </p:nvPr>
        </p:nvSpPr>
        <p:spPr>
          <a:xfrm>
            <a:off x="696000" y="403200"/>
            <a:ext cx="6480000" cy="2660400"/>
          </a:xfrm>
        </p:spPr>
        <p:txBody>
          <a:bodyPr wrap="square" anchor="b">
            <a:noAutofit/>
          </a:bodyPr>
          <a:lstStyle>
            <a:lvl1pPr algn="l">
              <a:defRPr sz="4000">
                <a:solidFill>
                  <a:schemeClr val="bg1"/>
                </a:solidFill>
              </a:defRPr>
            </a:lvl1pPr>
          </a:lstStyle>
          <a:p>
            <a:r>
              <a:rPr lang="en-GB" sz="4000"/>
              <a:t>Heading on maximum three lines</a:t>
            </a:r>
            <a:endParaRPr lang="en-GB" dirty="0"/>
          </a:p>
        </p:txBody>
      </p:sp>
      <p:sp>
        <p:nvSpPr>
          <p:cNvPr id="3" name="Subtitle 2">
            <a:extLst>
              <a:ext uri="{FF2B5EF4-FFF2-40B4-BE49-F238E27FC236}">
                <a16:creationId xmlns:a16="http://schemas.microsoft.com/office/drawing/2014/main" id="{4F858067-B0BC-4C02-B878-122959920EFD}"/>
              </a:ext>
            </a:extLst>
          </p:cNvPr>
          <p:cNvSpPr>
            <a:spLocks noGrp="1"/>
          </p:cNvSpPr>
          <p:nvPr>
            <p:ph type="subTitle" idx="1" hasCustomPrompt="1"/>
          </p:nvPr>
        </p:nvSpPr>
        <p:spPr>
          <a:xfrm>
            <a:off x="696000" y="3571200"/>
            <a:ext cx="6480000" cy="360000"/>
          </a:xfrm>
        </p:spPr>
        <p:txBody>
          <a:bodyPr wrap="square" anchor="b" anchorCtr="0">
            <a:no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Sub-heading</a:t>
            </a:r>
          </a:p>
        </p:txBody>
      </p:sp>
      <p:pic>
        <p:nvPicPr>
          <p:cNvPr id="7" name="Graphic 6">
            <a:extLst>
              <a:ext uri="{FF2B5EF4-FFF2-40B4-BE49-F238E27FC236}">
                <a16:creationId xmlns:a16="http://schemas.microsoft.com/office/drawing/2014/main" id="{9F16BB6D-5681-456C-BC11-9AC5ACA81652}"/>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9260400" y="5943600"/>
            <a:ext cx="2235600" cy="331200"/>
          </a:xfrm>
          <a:prstGeom prst="rect">
            <a:avLst/>
          </a:prstGeom>
        </p:spPr>
      </p:pic>
      <p:sp>
        <p:nvSpPr>
          <p:cNvPr id="10" name="Text Placeholder 9">
            <a:extLst>
              <a:ext uri="{FF2B5EF4-FFF2-40B4-BE49-F238E27FC236}">
                <a16:creationId xmlns:a16="http://schemas.microsoft.com/office/drawing/2014/main" id="{5014ACE7-49BA-4376-B144-36FF3D3CCFBD}"/>
              </a:ext>
            </a:extLst>
          </p:cNvPr>
          <p:cNvSpPr>
            <a:spLocks noGrp="1"/>
          </p:cNvSpPr>
          <p:nvPr>
            <p:ph type="body" sz="quarter" idx="13" hasCustomPrompt="1"/>
          </p:nvPr>
        </p:nvSpPr>
        <p:spPr>
          <a:xfrm>
            <a:off x="695325" y="3934800"/>
            <a:ext cx="6480175" cy="230400"/>
          </a:xfrm>
        </p:spPr>
        <p:txBody>
          <a:bodyPr anchor="ctr" anchorCtr="0">
            <a:normAutofit/>
          </a:bodyPr>
          <a:lstStyle>
            <a:lvl1pPr marL="0" indent="0">
              <a:buFontTx/>
              <a:buNone/>
              <a:defRPr sz="1200">
                <a:solidFill>
                  <a:schemeClr val="bg1"/>
                </a:solidFill>
              </a:defRPr>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a:t>Name and date</a:t>
            </a:r>
            <a:endParaRPr lang="en-GB" dirty="0"/>
          </a:p>
        </p:txBody>
      </p:sp>
    </p:spTree>
    <p:extLst>
      <p:ext uri="{BB962C8B-B14F-4D97-AF65-F5344CB8AC3E}">
        <p14:creationId xmlns:p14="http://schemas.microsoft.com/office/powerpoint/2010/main" val="3308876069"/>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2 Start - Blue bg with picture">
    <p:bg>
      <p:bgPr>
        <a:solidFill>
          <a:schemeClr val="tx2"/>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38401C8C-A456-4261-8F93-853B0BD72734}"/>
              </a:ext>
            </a:extLst>
          </p:cNvPr>
          <p:cNvSpPr>
            <a:spLocks noGrp="1"/>
          </p:cNvSpPr>
          <p:nvPr>
            <p:ph type="dt" sz="half" idx="10"/>
          </p:nvPr>
        </p:nvSpPr>
        <p:spPr/>
        <p:txBody>
          <a:bodyPr/>
          <a:lstStyle>
            <a:lvl1pPr>
              <a:defRPr>
                <a:solidFill>
                  <a:schemeClr val="tx1">
                    <a:alpha val="0"/>
                  </a:schemeClr>
                </a:solidFill>
              </a:defRPr>
            </a:lvl1pPr>
          </a:lstStyle>
          <a:p>
            <a:fld id="{E4BC60C8-230B-4FA5-A25E-6F82944C7BC4}" type="datetime3">
              <a:rPr lang="en-GB" smtClean="0"/>
              <a:t>24 March, 2026</a:t>
            </a:fld>
            <a:endParaRPr lang="en-GB" dirty="0"/>
          </a:p>
        </p:txBody>
      </p:sp>
      <p:sp>
        <p:nvSpPr>
          <p:cNvPr id="5" name="Footer Placeholder 4">
            <a:extLst>
              <a:ext uri="{FF2B5EF4-FFF2-40B4-BE49-F238E27FC236}">
                <a16:creationId xmlns:a16="http://schemas.microsoft.com/office/drawing/2014/main" id="{56B4AC11-F6C7-41FD-8DB6-8205E287EB98}"/>
              </a:ext>
            </a:extLst>
          </p:cNvPr>
          <p:cNvSpPr>
            <a:spLocks noGrp="1"/>
          </p:cNvSpPr>
          <p:nvPr>
            <p:ph type="ftr" sz="quarter" idx="11"/>
          </p:nvPr>
        </p:nvSpPr>
        <p:spPr/>
        <p:txBody>
          <a:bodyPr/>
          <a:lstStyle>
            <a:lvl1pPr>
              <a:defRPr>
                <a:solidFill>
                  <a:schemeClr val="tx1">
                    <a:alpha val="0"/>
                  </a:schemeClr>
                </a:solidFill>
              </a:defRPr>
            </a:lvl1pPr>
          </a:lstStyle>
          <a:p>
            <a:r>
              <a:rPr lang="en-GB"/>
              <a:t>Presentation name</a:t>
            </a:r>
            <a:endParaRPr lang="en-GB" dirty="0"/>
          </a:p>
        </p:txBody>
      </p:sp>
      <p:sp>
        <p:nvSpPr>
          <p:cNvPr id="6" name="Slide Number Placeholder 5">
            <a:extLst>
              <a:ext uri="{FF2B5EF4-FFF2-40B4-BE49-F238E27FC236}">
                <a16:creationId xmlns:a16="http://schemas.microsoft.com/office/drawing/2014/main" id="{04C4F16F-87BC-44C0-9939-A638785C353B}"/>
              </a:ext>
            </a:extLst>
          </p:cNvPr>
          <p:cNvSpPr>
            <a:spLocks noGrp="1"/>
          </p:cNvSpPr>
          <p:nvPr>
            <p:ph type="sldNum" sz="quarter" idx="12"/>
          </p:nvPr>
        </p:nvSpPr>
        <p:spPr/>
        <p:txBody>
          <a:bodyPr/>
          <a:lstStyle>
            <a:lvl1pPr>
              <a:defRPr>
                <a:solidFill>
                  <a:schemeClr val="tx1">
                    <a:alpha val="0"/>
                  </a:schemeClr>
                </a:solidFill>
              </a:defRPr>
            </a:lvl1pPr>
          </a:lstStyle>
          <a:p>
            <a:fld id="{C2FE92B8-3297-49BF-866E-FDAA607BBC0B}" type="slidenum">
              <a:rPr lang="en-GB" smtClean="0"/>
              <a:pPr/>
              <a:t>‹#›</a:t>
            </a:fld>
            <a:endParaRPr lang="en-GB" dirty="0"/>
          </a:p>
        </p:txBody>
      </p:sp>
      <p:sp>
        <p:nvSpPr>
          <p:cNvPr id="12" name="Rectangle 11">
            <a:extLst>
              <a:ext uri="{FF2B5EF4-FFF2-40B4-BE49-F238E27FC236}">
                <a16:creationId xmlns:a16="http://schemas.microsoft.com/office/drawing/2014/main" id="{D52F0A5F-8E9E-4EEE-8D9A-AC96E5B41395}"/>
              </a:ext>
            </a:extLst>
          </p:cNvPr>
          <p:cNvSpPr>
            <a:spLocks/>
          </p:cNvSpPr>
          <p:nvPr userDrawn="1"/>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Subtitle 2">
            <a:extLst>
              <a:ext uri="{FF2B5EF4-FFF2-40B4-BE49-F238E27FC236}">
                <a16:creationId xmlns:a16="http://schemas.microsoft.com/office/drawing/2014/main" id="{4F858067-B0BC-4C02-B878-122959920EFD}"/>
              </a:ext>
            </a:extLst>
          </p:cNvPr>
          <p:cNvSpPr>
            <a:spLocks noGrp="1"/>
          </p:cNvSpPr>
          <p:nvPr>
            <p:ph type="subTitle" idx="1" hasCustomPrompt="1"/>
          </p:nvPr>
        </p:nvSpPr>
        <p:spPr>
          <a:xfrm>
            <a:off x="6602400" y="3575136"/>
            <a:ext cx="4896000" cy="360000"/>
          </a:xfrm>
        </p:spPr>
        <p:txBody>
          <a:bodyPr wrap="square" anchor="b" anchorCtr="0">
            <a:no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Sub-heading</a:t>
            </a:r>
          </a:p>
        </p:txBody>
      </p:sp>
      <p:pic>
        <p:nvPicPr>
          <p:cNvPr id="7" name="Graphic 6">
            <a:extLst>
              <a:ext uri="{FF2B5EF4-FFF2-40B4-BE49-F238E27FC236}">
                <a16:creationId xmlns:a16="http://schemas.microsoft.com/office/drawing/2014/main" id="{9F16BB6D-5681-456C-BC11-9AC5ACA81652}"/>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9260400" y="5943600"/>
            <a:ext cx="2235600" cy="331200"/>
          </a:xfrm>
          <a:prstGeom prst="rect">
            <a:avLst/>
          </a:prstGeom>
        </p:spPr>
      </p:pic>
      <p:sp>
        <p:nvSpPr>
          <p:cNvPr id="10" name="Text Placeholder 9">
            <a:extLst>
              <a:ext uri="{FF2B5EF4-FFF2-40B4-BE49-F238E27FC236}">
                <a16:creationId xmlns:a16="http://schemas.microsoft.com/office/drawing/2014/main" id="{5014ACE7-49BA-4376-B144-36FF3D3CCFBD}"/>
              </a:ext>
            </a:extLst>
          </p:cNvPr>
          <p:cNvSpPr>
            <a:spLocks noGrp="1"/>
          </p:cNvSpPr>
          <p:nvPr>
            <p:ph type="body" sz="quarter" idx="13" hasCustomPrompt="1"/>
          </p:nvPr>
        </p:nvSpPr>
        <p:spPr>
          <a:xfrm>
            <a:off x="6602400" y="3934800"/>
            <a:ext cx="4896000" cy="230400"/>
          </a:xfrm>
        </p:spPr>
        <p:txBody>
          <a:bodyPr anchor="ctr" anchorCtr="0">
            <a:normAutofit/>
          </a:bodyPr>
          <a:lstStyle>
            <a:lvl1pPr marL="0" indent="0">
              <a:buFontTx/>
              <a:buNone/>
              <a:defRPr sz="1200">
                <a:solidFill>
                  <a:schemeClr val="bg1"/>
                </a:solidFill>
              </a:defRPr>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a:t>Name and date</a:t>
            </a:r>
            <a:endParaRPr lang="en-GB" dirty="0"/>
          </a:p>
        </p:txBody>
      </p:sp>
      <p:sp>
        <p:nvSpPr>
          <p:cNvPr id="11" name="Text Placeholder 10">
            <a:extLst>
              <a:ext uri="{FF2B5EF4-FFF2-40B4-BE49-F238E27FC236}">
                <a16:creationId xmlns:a16="http://schemas.microsoft.com/office/drawing/2014/main" id="{4B6ECD5C-20DB-4B4B-BE32-A3A946DB847B}"/>
              </a:ext>
            </a:extLst>
          </p:cNvPr>
          <p:cNvSpPr>
            <a:spLocks noGrp="1"/>
          </p:cNvSpPr>
          <p:nvPr>
            <p:ph type="body" sz="quarter" idx="14" hasCustomPrompt="1"/>
          </p:nvPr>
        </p:nvSpPr>
        <p:spPr>
          <a:xfrm>
            <a:off x="6602400" y="403200"/>
            <a:ext cx="4896000" cy="2660400"/>
          </a:xfrm>
        </p:spPr>
        <p:txBody>
          <a:bodyPr anchor="b" anchorCtr="0"/>
          <a:lstStyle>
            <a:lvl1pPr marL="0" indent="0">
              <a:lnSpc>
                <a:spcPct val="90000"/>
              </a:lnSpc>
              <a:spcBef>
                <a:spcPts val="0"/>
              </a:spcBef>
              <a:buFontTx/>
              <a:buNone/>
              <a:defRPr sz="3200" b="1">
                <a:solidFill>
                  <a:schemeClr val="bg1"/>
                </a:solidFill>
                <a:latin typeface="+mj-lt"/>
              </a:defRPr>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Heading on maximum three lines</a:t>
            </a:r>
          </a:p>
        </p:txBody>
      </p:sp>
      <p:sp>
        <p:nvSpPr>
          <p:cNvPr id="16" name="Picture Placeholder 15">
            <a:extLst>
              <a:ext uri="{FF2B5EF4-FFF2-40B4-BE49-F238E27FC236}">
                <a16:creationId xmlns:a16="http://schemas.microsoft.com/office/drawing/2014/main" id="{A37682AD-C06A-470B-8A6E-10E5CE94D41B}"/>
              </a:ext>
            </a:extLst>
          </p:cNvPr>
          <p:cNvSpPr>
            <a:spLocks noGrp="1"/>
          </p:cNvSpPr>
          <p:nvPr>
            <p:ph type="pic" sz="quarter" idx="15"/>
          </p:nvPr>
        </p:nvSpPr>
        <p:spPr>
          <a:xfrm>
            <a:off x="0" y="0"/>
            <a:ext cx="5871765" cy="6858000"/>
          </a:xfrm>
          <a:custGeom>
            <a:avLst/>
            <a:gdLst>
              <a:gd name="connsiteX0" fmla="*/ 0 w 5871765"/>
              <a:gd name="connsiteY0" fmla="*/ 0 h 6858000"/>
              <a:gd name="connsiteX1" fmla="*/ 5871765 w 5871765"/>
              <a:gd name="connsiteY1" fmla="*/ 0 h 6858000"/>
              <a:gd name="connsiteX2" fmla="*/ 5871765 w 5871765"/>
              <a:gd name="connsiteY2" fmla="*/ 689205 h 6858000"/>
              <a:gd name="connsiteX3" fmla="*/ 5871765 w 5871765"/>
              <a:gd name="connsiteY3" fmla="*/ 696685 h 6858000"/>
              <a:gd name="connsiteX4" fmla="*/ 5868433 w 5871765"/>
              <a:gd name="connsiteY4" fmla="*/ 2034640 h 6858000"/>
              <a:gd name="connsiteX5" fmla="*/ 5863022 w 5871765"/>
              <a:gd name="connsiteY5" fmla="*/ 2695096 h 6858000"/>
              <a:gd name="connsiteX6" fmla="*/ 3558513 w 5871765"/>
              <a:gd name="connsiteY6" fmla="*/ 6784859 h 6858000"/>
              <a:gd name="connsiteX7" fmla="*/ 3431188 w 5871765"/>
              <a:gd name="connsiteY7" fmla="*/ 6858000 h 6858000"/>
              <a:gd name="connsiteX8" fmla="*/ 0 w 5871765"/>
              <a:gd name="connsiteY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71765" h="6858000">
                <a:moveTo>
                  <a:pt x="0" y="0"/>
                </a:moveTo>
                <a:lnTo>
                  <a:pt x="5871765" y="0"/>
                </a:lnTo>
                <a:lnTo>
                  <a:pt x="5871765" y="689205"/>
                </a:lnTo>
                <a:cubicBezTo>
                  <a:pt x="5871765" y="691697"/>
                  <a:pt x="5871765" y="694188"/>
                  <a:pt x="5871765" y="696685"/>
                </a:cubicBezTo>
                <a:lnTo>
                  <a:pt x="5868433" y="2034640"/>
                </a:lnTo>
                <a:lnTo>
                  <a:pt x="5863022" y="2695096"/>
                </a:lnTo>
                <a:cubicBezTo>
                  <a:pt x="5863022" y="4428521"/>
                  <a:pt x="4939986" y="5946249"/>
                  <a:pt x="3558513" y="6784859"/>
                </a:cubicBezTo>
                <a:lnTo>
                  <a:pt x="3431188" y="6858000"/>
                </a:lnTo>
                <a:lnTo>
                  <a:pt x="0" y="6858000"/>
                </a:lnTo>
                <a:close/>
              </a:path>
            </a:pathLst>
          </a:custGeom>
          <a:solidFill>
            <a:schemeClr val="accent2"/>
          </a:solidFill>
        </p:spPr>
        <p:txBody>
          <a:bodyPr wrap="square" tIns="576000" anchor="ctr" anchorCtr="0">
            <a:noAutofit/>
          </a:bodyPr>
          <a:lstStyle>
            <a:lvl1pPr marL="0" indent="0" algn="ctr">
              <a:buFontTx/>
              <a:buNone/>
              <a:defRPr sz="1200">
                <a:solidFill>
                  <a:schemeClr val="bg1"/>
                </a:solidFill>
              </a:defRPr>
            </a:lvl1pPr>
          </a:lstStyle>
          <a:p>
            <a:r>
              <a:rPr lang="en-US"/>
              <a:t>Click icon to add picture</a:t>
            </a:r>
          </a:p>
        </p:txBody>
      </p:sp>
    </p:spTree>
    <p:extLst>
      <p:ext uri="{BB962C8B-B14F-4D97-AF65-F5344CB8AC3E}">
        <p14:creationId xmlns:p14="http://schemas.microsoft.com/office/powerpoint/2010/main" val="1201549518"/>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3 Start - White bg with picture">
    <p:bg>
      <p:bgPr>
        <a:solidFill>
          <a:schemeClr val="bg1"/>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38401C8C-A456-4261-8F93-853B0BD72734}"/>
              </a:ext>
            </a:extLst>
          </p:cNvPr>
          <p:cNvSpPr>
            <a:spLocks noGrp="1"/>
          </p:cNvSpPr>
          <p:nvPr>
            <p:ph type="dt" sz="half" idx="10"/>
          </p:nvPr>
        </p:nvSpPr>
        <p:spPr/>
        <p:txBody>
          <a:bodyPr/>
          <a:lstStyle>
            <a:lvl1pPr>
              <a:defRPr>
                <a:solidFill>
                  <a:schemeClr val="tx1">
                    <a:alpha val="0"/>
                  </a:schemeClr>
                </a:solidFill>
              </a:defRPr>
            </a:lvl1pPr>
          </a:lstStyle>
          <a:p>
            <a:fld id="{15A338BB-21BC-4C89-9008-94B94F845937}" type="datetime3">
              <a:rPr lang="en-GB" smtClean="0"/>
              <a:t>24 March, 2026</a:t>
            </a:fld>
            <a:endParaRPr lang="en-GB" dirty="0"/>
          </a:p>
        </p:txBody>
      </p:sp>
      <p:sp>
        <p:nvSpPr>
          <p:cNvPr id="5" name="Footer Placeholder 4">
            <a:extLst>
              <a:ext uri="{FF2B5EF4-FFF2-40B4-BE49-F238E27FC236}">
                <a16:creationId xmlns:a16="http://schemas.microsoft.com/office/drawing/2014/main" id="{56B4AC11-F6C7-41FD-8DB6-8205E287EB98}"/>
              </a:ext>
            </a:extLst>
          </p:cNvPr>
          <p:cNvSpPr>
            <a:spLocks noGrp="1"/>
          </p:cNvSpPr>
          <p:nvPr>
            <p:ph type="ftr" sz="quarter" idx="11"/>
          </p:nvPr>
        </p:nvSpPr>
        <p:spPr/>
        <p:txBody>
          <a:bodyPr/>
          <a:lstStyle>
            <a:lvl1pPr>
              <a:defRPr>
                <a:solidFill>
                  <a:schemeClr val="tx1">
                    <a:alpha val="0"/>
                  </a:schemeClr>
                </a:solidFill>
              </a:defRPr>
            </a:lvl1pPr>
          </a:lstStyle>
          <a:p>
            <a:r>
              <a:rPr lang="en-GB"/>
              <a:t>Presentation name</a:t>
            </a:r>
            <a:endParaRPr lang="en-GB" dirty="0"/>
          </a:p>
        </p:txBody>
      </p:sp>
      <p:sp>
        <p:nvSpPr>
          <p:cNvPr id="6" name="Slide Number Placeholder 5">
            <a:extLst>
              <a:ext uri="{FF2B5EF4-FFF2-40B4-BE49-F238E27FC236}">
                <a16:creationId xmlns:a16="http://schemas.microsoft.com/office/drawing/2014/main" id="{04C4F16F-87BC-44C0-9939-A638785C353B}"/>
              </a:ext>
            </a:extLst>
          </p:cNvPr>
          <p:cNvSpPr>
            <a:spLocks noGrp="1"/>
          </p:cNvSpPr>
          <p:nvPr>
            <p:ph type="sldNum" sz="quarter" idx="12"/>
          </p:nvPr>
        </p:nvSpPr>
        <p:spPr/>
        <p:txBody>
          <a:bodyPr/>
          <a:lstStyle>
            <a:lvl1pPr>
              <a:defRPr>
                <a:solidFill>
                  <a:schemeClr val="tx1">
                    <a:alpha val="0"/>
                  </a:schemeClr>
                </a:solidFill>
              </a:defRPr>
            </a:lvl1pPr>
          </a:lstStyle>
          <a:p>
            <a:fld id="{C2FE92B8-3297-49BF-866E-FDAA607BBC0B}" type="slidenum">
              <a:rPr lang="en-GB" smtClean="0"/>
              <a:pPr/>
              <a:t>‹#›</a:t>
            </a:fld>
            <a:endParaRPr lang="en-GB" dirty="0"/>
          </a:p>
        </p:txBody>
      </p:sp>
      <p:sp>
        <p:nvSpPr>
          <p:cNvPr id="14" name="Rectangle 13">
            <a:extLst>
              <a:ext uri="{FF2B5EF4-FFF2-40B4-BE49-F238E27FC236}">
                <a16:creationId xmlns:a16="http://schemas.microsoft.com/office/drawing/2014/main" id="{8D727EF7-D044-4C87-8FDE-8D738300984B}"/>
              </a:ext>
            </a:extLst>
          </p:cNvPr>
          <p:cNvSpPr>
            <a:spLocks/>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Subtitle 2">
            <a:extLst>
              <a:ext uri="{FF2B5EF4-FFF2-40B4-BE49-F238E27FC236}">
                <a16:creationId xmlns:a16="http://schemas.microsoft.com/office/drawing/2014/main" id="{4F858067-B0BC-4C02-B878-122959920EFD}"/>
              </a:ext>
            </a:extLst>
          </p:cNvPr>
          <p:cNvSpPr>
            <a:spLocks noGrp="1"/>
          </p:cNvSpPr>
          <p:nvPr>
            <p:ph type="subTitle" idx="1" hasCustomPrompt="1"/>
          </p:nvPr>
        </p:nvSpPr>
        <p:spPr>
          <a:xfrm>
            <a:off x="6602400" y="3575136"/>
            <a:ext cx="4896000" cy="360000"/>
          </a:xfrm>
        </p:spPr>
        <p:txBody>
          <a:bodyPr wrap="square" anchor="b" anchorCtr="0">
            <a:no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Sub-heading</a:t>
            </a:r>
          </a:p>
        </p:txBody>
      </p:sp>
      <p:sp>
        <p:nvSpPr>
          <p:cNvPr id="10" name="Text Placeholder 9">
            <a:extLst>
              <a:ext uri="{FF2B5EF4-FFF2-40B4-BE49-F238E27FC236}">
                <a16:creationId xmlns:a16="http://schemas.microsoft.com/office/drawing/2014/main" id="{5014ACE7-49BA-4376-B144-36FF3D3CCFBD}"/>
              </a:ext>
            </a:extLst>
          </p:cNvPr>
          <p:cNvSpPr>
            <a:spLocks noGrp="1"/>
          </p:cNvSpPr>
          <p:nvPr>
            <p:ph type="body" sz="quarter" idx="13" hasCustomPrompt="1"/>
          </p:nvPr>
        </p:nvSpPr>
        <p:spPr>
          <a:xfrm>
            <a:off x="6602400" y="3934800"/>
            <a:ext cx="4896000" cy="230400"/>
          </a:xfrm>
        </p:spPr>
        <p:txBody>
          <a:bodyPr anchor="ctr" anchorCtr="0">
            <a:normAutofit/>
          </a:bodyPr>
          <a:lstStyle>
            <a:lvl1pPr marL="0" indent="0">
              <a:buFontTx/>
              <a:buNone/>
              <a:defRPr sz="1200">
                <a:solidFill>
                  <a:schemeClr val="tx1"/>
                </a:solidFill>
              </a:defRPr>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a:t>Name and date</a:t>
            </a:r>
            <a:endParaRPr lang="en-GB" dirty="0"/>
          </a:p>
        </p:txBody>
      </p:sp>
      <p:sp>
        <p:nvSpPr>
          <p:cNvPr id="11" name="Text Placeholder 10">
            <a:extLst>
              <a:ext uri="{FF2B5EF4-FFF2-40B4-BE49-F238E27FC236}">
                <a16:creationId xmlns:a16="http://schemas.microsoft.com/office/drawing/2014/main" id="{4B6ECD5C-20DB-4B4B-BE32-A3A946DB847B}"/>
              </a:ext>
            </a:extLst>
          </p:cNvPr>
          <p:cNvSpPr>
            <a:spLocks noGrp="1"/>
          </p:cNvSpPr>
          <p:nvPr>
            <p:ph type="body" sz="quarter" idx="14" hasCustomPrompt="1"/>
          </p:nvPr>
        </p:nvSpPr>
        <p:spPr>
          <a:xfrm>
            <a:off x="6602400" y="403200"/>
            <a:ext cx="4896000" cy="2660400"/>
          </a:xfrm>
        </p:spPr>
        <p:txBody>
          <a:bodyPr anchor="b" anchorCtr="0"/>
          <a:lstStyle>
            <a:lvl1pPr marL="0" indent="0">
              <a:lnSpc>
                <a:spcPct val="90000"/>
              </a:lnSpc>
              <a:spcBef>
                <a:spcPts val="0"/>
              </a:spcBef>
              <a:buFontTx/>
              <a:buNone/>
              <a:defRPr sz="3200" b="1">
                <a:solidFill>
                  <a:schemeClr val="tx2"/>
                </a:solidFill>
                <a:latin typeface="+mj-lt"/>
              </a:defRPr>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a:t>Heading on maximum three lines</a:t>
            </a:r>
            <a:endParaRPr lang="en-GB" dirty="0"/>
          </a:p>
        </p:txBody>
      </p:sp>
      <p:pic>
        <p:nvPicPr>
          <p:cNvPr id="13" name="Graphic 12">
            <a:extLst>
              <a:ext uri="{FF2B5EF4-FFF2-40B4-BE49-F238E27FC236}">
                <a16:creationId xmlns:a16="http://schemas.microsoft.com/office/drawing/2014/main" id="{E27CA6F6-5421-4C17-A69F-75CE7EDA66E0}"/>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9260400" y="5943600"/>
            <a:ext cx="2235600" cy="331200"/>
          </a:xfrm>
          <a:prstGeom prst="rect">
            <a:avLst/>
          </a:prstGeom>
        </p:spPr>
      </p:pic>
      <p:sp>
        <p:nvSpPr>
          <p:cNvPr id="15" name="Picture Placeholder 14">
            <a:extLst>
              <a:ext uri="{FF2B5EF4-FFF2-40B4-BE49-F238E27FC236}">
                <a16:creationId xmlns:a16="http://schemas.microsoft.com/office/drawing/2014/main" id="{5B5E551C-01A5-43C5-B77B-6CCA9F2C3540}"/>
              </a:ext>
            </a:extLst>
          </p:cNvPr>
          <p:cNvSpPr>
            <a:spLocks noGrp="1"/>
          </p:cNvSpPr>
          <p:nvPr>
            <p:ph type="pic" sz="quarter" idx="15"/>
          </p:nvPr>
        </p:nvSpPr>
        <p:spPr>
          <a:xfrm>
            <a:off x="0" y="0"/>
            <a:ext cx="8405813" cy="6858000"/>
          </a:xfrm>
          <a:custGeom>
            <a:avLst/>
            <a:gdLst>
              <a:gd name="connsiteX0" fmla="*/ 0 w 8405813"/>
              <a:gd name="connsiteY0" fmla="*/ 0 h 6858000"/>
              <a:gd name="connsiteX1" fmla="*/ 6760502 w 8405813"/>
              <a:gd name="connsiteY1" fmla="*/ 0 h 6858000"/>
              <a:gd name="connsiteX2" fmla="*/ 6760502 w 8405813"/>
              <a:gd name="connsiteY2" fmla="*/ 1 h 6858000"/>
              <a:gd name="connsiteX3" fmla="*/ 6759457 w 8405813"/>
              <a:gd name="connsiteY3" fmla="*/ 1 h 6858000"/>
              <a:gd name="connsiteX4" fmla="*/ 6742996 w 8405813"/>
              <a:gd name="connsiteY4" fmla="*/ 20330 h 6858000"/>
              <a:gd name="connsiteX5" fmla="*/ 6427502 w 8405813"/>
              <a:gd name="connsiteY5" fmla="*/ 495961 h 6858000"/>
              <a:gd name="connsiteX6" fmla="*/ 8077080 w 8405813"/>
              <a:gd name="connsiteY6" fmla="*/ 6653438 h 6858000"/>
              <a:gd name="connsiteX7" fmla="*/ 8405813 w 8405813"/>
              <a:gd name="connsiteY7" fmla="*/ 6847023 h 6858000"/>
              <a:gd name="connsiteX8" fmla="*/ 8405813 w 8405813"/>
              <a:gd name="connsiteY8" fmla="*/ 6858000 h 6858000"/>
              <a:gd name="connsiteX9" fmla="*/ 0 w 8405813"/>
              <a:gd name="connsiteY9"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405813" h="6858000">
                <a:moveTo>
                  <a:pt x="0" y="0"/>
                </a:moveTo>
                <a:lnTo>
                  <a:pt x="6760502" y="0"/>
                </a:lnTo>
                <a:lnTo>
                  <a:pt x="6760502" y="1"/>
                </a:lnTo>
                <a:lnTo>
                  <a:pt x="6759457" y="1"/>
                </a:lnTo>
                <a:lnTo>
                  <a:pt x="6742996" y="20330"/>
                </a:lnTo>
                <a:cubicBezTo>
                  <a:pt x="6628234" y="171582"/>
                  <a:pt x="6522803" y="330397"/>
                  <a:pt x="6427502" y="495961"/>
                </a:cubicBezTo>
                <a:cubicBezTo>
                  <a:pt x="5184060" y="2651811"/>
                  <a:pt x="5922987" y="5408696"/>
                  <a:pt x="8077080" y="6653438"/>
                </a:cubicBezTo>
                <a:lnTo>
                  <a:pt x="8405813" y="6847023"/>
                </a:lnTo>
                <a:lnTo>
                  <a:pt x="8405813" y="6858000"/>
                </a:lnTo>
                <a:lnTo>
                  <a:pt x="0" y="6858000"/>
                </a:lnTo>
                <a:close/>
              </a:path>
            </a:pathLst>
          </a:custGeom>
          <a:blipFill>
            <a:blip r:embed="rId4"/>
            <a:stretch>
              <a:fillRect/>
            </a:stretch>
          </a:blipFill>
        </p:spPr>
        <p:txBody>
          <a:bodyPr wrap="square" tIns="468000" anchor="ctr" anchorCtr="0">
            <a:noAutofit/>
          </a:bodyPr>
          <a:lstStyle>
            <a:lvl1pPr marL="0" indent="0" algn="ctr">
              <a:buFontTx/>
              <a:buNone/>
              <a:defRPr sz="1200">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08509182"/>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2.1 - Section divider blu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B261975-D780-4513-BFCF-152B38AAB5B1}"/>
              </a:ext>
            </a:extLst>
          </p:cNvPr>
          <p:cNvSpPr/>
          <p:nvPr userDrawn="1"/>
        </p:nvSpPr>
        <p:spPr>
          <a:xfrm>
            <a:off x="0" y="0"/>
            <a:ext cx="12192000" cy="61658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9EBF3031-97AC-4552-A986-A0C37D622BF6}"/>
              </a:ext>
            </a:extLst>
          </p:cNvPr>
          <p:cNvSpPr>
            <a:spLocks noGrp="1"/>
          </p:cNvSpPr>
          <p:nvPr>
            <p:ph type="title" hasCustomPrompt="1"/>
          </p:nvPr>
        </p:nvSpPr>
        <p:spPr>
          <a:xfrm>
            <a:off x="695325" y="403200"/>
            <a:ext cx="10800000" cy="2664000"/>
          </a:xfrm>
        </p:spPr>
        <p:txBody>
          <a:bodyPr wrap="square" anchor="b"/>
          <a:lstStyle>
            <a:lvl1pPr>
              <a:defRPr sz="4800">
                <a:solidFill>
                  <a:schemeClr val="bg1"/>
                </a:solidFill>
              </a:defRPr>
            </a:lvl1pPr>
          </a:lstStyle>
          <a:p>
            <a:r>
              <a:rPr lang="en-GB" dirty="0"/>
              <a:t>Heading</a:t>
            </a:r>
          </a:p>
        </p:txBody>
      </p:sp>
      <p:sp>
        <p:nvSpPr>
          <p:cNvPr id="3" name="Text Placeholder 2">
            <a:extLst>
              <a:ext uri="{FF2B5EF4-FFF2-40B4-BE49-F238E27FC236}">
                <a16:creationId xmlns:a16="http://schemas.microsoft.com/office/drawing/2014/main" id="{1C17AF8A-09AB-4AB2-A690-C99DEBFC55BE}"/>
              </a:ext>
            </a:extLst>
          </p:cNvPr>
          <p:cNvSpPr>
            <a:spLocks noGrp="1"/>
          </p:cNvSpPr>
          <p:nvPr>
            <p:ph type="body" idx="1" hasCustomPrompt="1"/>
          </p:nvPr>
        </p:nvSpPr>
        <p:spPr>
          <a:xfrm>
            <a:off x="695325" y="3073228"/>
            <a:ext cx="10800000" cy="7200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dirty="0"/>
              <a:t>Sub-heading</a:t>
            </a:r>
          </a:p>
        </p:txBody>
      </p:sp>
      <p:sp>
        <p:nvSpPr>
          <p:cNvPr id="11" name="Date Placeholder 10">
            <a:extLst>
              <a:ext uri="{FF2B5EF4-FFF2-40B4-BE49-F238E27FC236}">
                <a16:creationId xmlns:a16="http://schemas.microsoft.com/office/drawing/2014/main" id="{ED79BB06-335C-4FF0-918A-758D1BC8D60B}"/>
              </a:ext>
            </a:extLst>
          </p:cNvPr>
          <p:cNvSpPr>
            <a:spLocks noGrp="1"/>
          </p:cNvSpPr>
          <p:nvPr>
            <p:ph type="dt" sz="half" idx="10"/>
          </p:nvPr>
        </p:nvSpPr>
        <p:spPr/>
        <p:txBody>
          <a:bodyPr/>
          <a:lstStyle/>
          <a:p>
            <a:fld id="{66979D71-B388-47F5-9B71-F71530ED1A63}" type="datetime3">
              <a:rPr lang="en-GB" smtClean="0"/>
              <a:t>24 March, 2026</a:t>
            </a:fld>
            <a:endParaRPr lang="en-GB" dirty="0"/>
          </a:p>
        </p:txBody>
      </p:sp>
      <p:sp>
        <p:nvSpPr>
          <p:cNvPr id="12" name="Footer Placeholder 11">
            <a:extLst>
              <a:ext uri="{FF2B5EF4-FFF2-40B4-BE49-F238E27FC236}">
                <a16:creationId xmlns:a16="http://schemas.microsoft.com/office/drawing/2014/main" id="{F40096BF-3574-4E20-865B-D2C7F696CDCD}"/>
              </a:ext>
            </a:extLst>
          </p:cNvPr>
          <p:cNvSpPr>
            <a:spLocks noGrp="1"/>
          </p:cNvSpPr>
          <p:nvPr>
            <p:ph type="ftr" sz="quarter" idx="11"/>
          </p:nvPr>
        </p:nvSpPr>
        <p:spPr/>
        <p:txBody>
          <a:bodyPr/>
          <a:lstStyle/>
          <a:p>
            <a:r>
              <a:rPr lang="en-GB"/>
              <a:t>Presentation name</a:t>
            </a:r>
            <a:endParaRPr lang="en-GB" dirty="0"/>
          </a:p>
        </p:txBody>
      </p:sp>
      <p:sp>
        <p:nvSpPr>
          <p:cNvPr id="13" name="Slide Number Placeholder 12">
            <a:extLst>
              <a:ext uri="{FF2B5EF4-FFF2-40B4-BE49-F238E27FC236}">
                <a16:creationId xmlns:a16="http://schemas.microsoft.com/office/drawing/2014/main" id="{8E1CE177-B3B7-4AB3-859D-58DDF835291E}"/>
              </a:ext>
            </a:extLst>
          </p:cNvPr>
          <p:cNvSpPr>
            <a:spLocks noGrp="1"/>
          </p:cNvSpPr>
          <p:nvPr>
            <p:ph type="sldNum" sz="quarter" idx="12"/>
          </p:nvPr>
        </p:nvSpPr>
        <p:spPr/>
        <p:txBody>
          <a:bodyPr/>
          <a:lstStyle/>
          <a:p>
            <a:r>
              <a:rPr lang="en-GB"/>
              <a:t>Page </a:t>
            </a:r>
            <a:fld id="{C2FE92B8-3297-49BF-866E-FDAA607BBC0B}" type="slidenum">
              <a:rPr lang="en-GB" smtClean="0"/>
              <a:pPr/>
              <a:t>‹#›</a:t>
            </a:fld>
            <a:endParaRPr lang="en-GB" dirty="0"/>
          </a:p>
        </p:txBody>
      </p:sp>
    </p:spTree>
    <p:extLst>
      <p:ext uri="{BB962C8B-B14F-4D97-AF65-F5344CB8AC3E}">
        <p14:creationId xmlns:p14="http://schemas.microsoft.com/office/powerpoint/2010/main" val="358500006"/>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2.2 - Section divider snow">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B261975-D780-4513-BFCF-152B38AAB5B1}"/>
              </a:ext>
            </a:extLst>
          </p:cNvPr>
          <p:cNvSpPr/>
          <p:nvPr userDrawn="1"/>
        </p:nvSpPr>
        <p:spPr>
          <a:xfrm>
            <a:off x="0" y="0"/>
            <a:ext cx="12192000" cy="616585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9EBF3031-97AC-4552-A986-A0C37D622BF6}"/>
              </a:ext>
            </a:extLst>
          </p:cNvPr>
          <p:cNvSpPr>
            <a:spLocks noGrp="1"/>
          </p:cNvSpPr>
          <p:nvPr>
            <p:ph type="title" hasCustomPrompt="1"/>
          </p:nvPr>
        </p:nvSpPr>
        <p:spPr>
          <a:xfrm>
            <a:off x="695325" y="403200"/>
            <a:ext cx="10800000" cy="2664000"/>
          </a:xfrm>
        </p:spPr>
        <p:txBody>
          <a:bodyPr wrap="square" anchor="b"/>
          <a:lstStyle>
            <a:lvl1pPr>
              <a:defRPr sz="4800"/>
            </a:lvl1pPr>
          </a:lstStyle>
          <a:p>
            <a:r>
              <a:rPr lang="en-GB" dirty="0"/>
              <a:t>Heading</a:t>
            </a:r>
          </a:p>
        </p:txBody>
      </p:sp>
      <p:sp>
        <p:nvSpPr>
          <p:cNvPr id="3" name="Text Placeholder 2">
            <a:extLst>
              <a:ext uri="{FF2B5EF4-FFF2-40B4-BE49-F238E27FC236}">
                <a16:creationId xmlns:a16="http://schemas.microsoft.com/office/drawing/2014/main" id="{1C17AF8A-09AB-4AB2-A690-C99DEBFC55BE}"/>
              </a:ext>
            </a:extLst>
          </p:cNvPr>
          <p:cNvSpPr>
            <a:spLocks noGrp="1"/>
          </p:cNvSpPr>
          <p:nvPr>
            <p:ph type="body" idx="1" hasCustomPrompt="1"/>
          </p:nvPr>
        </p:nvSpPr>
        <p:spPr>
          <a:xfrm>
            <a:off x="695325" y="3073228"/>
            <a:ext cx="10800000" cy="720000"/>
          </a:xfrm>
        </p:spPr>
        <p:txBody>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dirty="0"/>
              <a:t>Sub-heading</a:t>
            </a:r>
          </a:p>
        </p:txBody>
      </p:sp>
      <p:sp>
        <p:nvSpPr>
          <p:cNvPr id="11" name="Date Placeholder 10">
            <a:extLst>
              <a:ext uri="{FF2B5EF4-FFF2-40B4-BE49-F238E27FC236}">
                <a16:creationId xmlns:a16="http://schemas.microsoft.com/office/drawing/2014/main" id="{0B2996DB-E4A4-4CB9-B160-9629BA0EF912}"/>
              </a:ext>
            </a:extLst>
          </p:cNvPr>
          <p:cNvSpPr>
            <a:spLocks noGrp="1"/>
          </p:cNvSpPr>
          <p:nvPr>
            <p:ph type="dt" sz="half" idx="10"/>
          </p:nvPr>
        </p:nvSpPr>
        <p:spPr/>
        <p:txBody>
          <a:bodyPr/>
          <a:lstStyle/>
          <a:p>
            <a:fld id="{3647E28B-CAC7-4D42-AD3F-196245E581C0}" type="datetime3">
              <a:rPr lang="en-GB" smtClean="0"/>
              <a:t>24 March, 2026</a:t>
            </a:fld>
            <a:endParaRPr lang="en-GB" dirty="0"/>
          </a:p>
        </p:txBody>
      </p:sp>
      <p:sp>
        <p:nvSpPr>
          <p:cNvPr id="12" name="Footer Placeholder 11">
            <a:extLst>
              <a:ext uri="{FF2B5EF4-FFF2-40B4-BE49-F238E27FC236}">
                <a16:creationId xmlns:a16="http://schemas.microsoft.com/office/drawing/2014/main" id="{EC104C7A-7BFB-4F67-A87B-3890C2C52E15}"/>
              </a:ext>
            </a:extLst>
          </p:cNvPr>
          <p:cNvSpPr>
            <a:spLocks noGrp="1"/>
          </p:cNvSpPr>
          <p:nvPr>
            <p:ph type="ftr" sz="quarter" idx="11"/>
          </p:nvPr>
        </p:nvSpPr>
        <p:spPr/>
        <p:txBody>
          <a:bodyPr/>
          <a:lstStyle/>
          <a:p>
            <a:r>
              <a:rPr lang="en-GB"/>
              <a:t>Presentation name</a:t>
            </a:r>
            <a:endParaRPr lang="en-GB" dirty="0"/>
          </a:p>
        </p:txBody>
      </p:sp>
      <p:sp>
        <p:nvSpPr>
          <p:cNvPr id="13" name="Slide Number Placeholder 12">
            <a:extLst>
              <a:ext uri="{FF2B5EF4-FFF2-40B4-BE49-F238E27FC236}">
                <a16:creationId xmlns:a16="http://schemas.microsoft.com/office/drawing/2014/main" id="{E519083B-7078-4F24-A0F5-A4DD283FF4C9}"/>
              </a:ext>
            </a:extLst>
          </p:cNvPr>
          <p:cNvSpPr>
            <a:spLocks noGrp="1"/>
          </p:cNvSpPr>
          <p:nvPr>
            <p:ph type="sldNum" sz="quarter" idx="12"/>
          </p:nvPr>
        </p:nvSpPr>
        <p:spPr/>
        <p:txBody>
          <a:bodyPr/>
          <a:lstStyle/>
          <a:p>
            <a:r>
              <a:rPr lang="en-GB"/>
              <a:t>Page </a:t>
            </a:r>
            <a:fld id="{C2FE92B8-3297-49BF-866E-FDAA607BBC0B}" type="slidenum">
              <a:rPr lang="en-GB" smtClean="0"/>
              <a:pPr/>
              <a:t>‹#›</a:t>
            </a:fld>
            <a:endParaRPr lang="en-GB" dirty="0"/>
          </a:p>
        </p:txBody>
      </p:sp>
    </p:spTree>
    <p:extLst>
      <p:ext uri="{BB962C8B-B14F-4D97-AF65-F5344CB8AC3E}">
        <p14:creationId xmlns:p14="http://schemas.microsoft.com/office/powerpoint/2010/main" val="4129388337"/>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1 Content - Heading and bullet text on white bg">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A9D44F6-0B03-47DC-850F-E97E645294FF}"/>
              </a:ext>
            </a:extLst>
          </p:cNvPr>
          <p:cNvSpPr>
            <a:spLocks noGrp="1"/>
          </p:cNvSpPr>
          <p:nvPr>
            <p:ph sz="quarter" idx="18"/>
          </p:nvPr>
        </p:nvSpPr>
        <p:spPr>
          <a:xfrm>
            <a:off x="696000" y="1773238"/>
            <a:ext cx="8640000" cy="4248150"/>
          </a:xfrm>
        </p:spPr>
        <p:txBody>
          <a:bodyPr/>
          <a:lstStyle/>
          <a:p>
            <a:pPr lvl="0"/>
            <a:r>
              <a:rPr lang="en-US"/>
              <a:t>Click to edit Master text styles</a:t>
            </a:r>
          </a:p>
          <a:p>
            <a:pPr lvl="1"/>
            <a:r>
              <a:rPr lang="en-US"/>
              <a:t>Second level</a:t>
            </a:r>
          </a:p>
          <a:p>
            <a:pPr lvl="2"/>
            <a:r>
              <a:rPr lang="en-US"/>
              <a:t>Third level</a:t>
            </a:r>
          </a:p>
        </p:txBody>
      </p:sp>
      <p:sp>
        <p:nvSpPr>
          <p:cNvPr id="7" name="Title 6">
            <a:extLst>
              <a:ext uri="{FF2B5EF4-FFF2-40B4-BE49-F238E27FC236}">
                <a16:creationId xmlns:a16="http://schemas.microsoft.com/office/drawing/2014/main" id="{CC5EDD42-E1EF-4CE7-815D-02CFBB24B793}"/>
              </a:ext>
            </a:extLst>
          </p:cNvPr>
          <p:cNvSpPr>
            <a:spLocks noGrp="1"/>
          </p:cNvSpPr>
          <p:nvPr>
            <p:ph type="title" hasCustomPrompt="1"/>
          </p:nvPr>
        </p:nvSpPr>
        <p:spPr/>
        <p:txBody>
          <a:bodyPr wrap="square"/>
          <a:lstStyle>
            <a:lvl1pPr>
              <a:lnSpc>
                <a:spcPct val="100000"/>
              </a:lnSpc>
              <a:defRPr/>
            </a:lvl1pPr>
          </a:lstStyle>
          <a:p>
            <a:r>
              <a:rPr lang="en-GB" dirty="0"/>
              <a:t>Heading</a:t>
            </a:r>
          </a:p>
        </p:txBody>
      </p:sp>
      <p:sp>
        <p:nvSpPr>
          <p:cNvPr id="12" name="Text Placeholder 11">
            <a:extLst>
              <a:ext uri="{FF2B5EF4-FFF2-40B4-BE49-F238E27FC236}">
                <a16:creationId xmlns:a16="http://schemas.microsoft.com/office/drawing/2014/main" id="{90D26E02-77E8-4784-8AE0-A7F0D633EA2F}"/>
              </a:ext>
            </a:extLst>
          </p:cNvPr>
          <p:cNvSpPr>
            <a:spLocks noGrp="1"/>
          </p:cNvSpPr>
          <p:nvPr>
            <p:ph type="body" sz="quarter" idx="14" hasCustomPrompt="1"/>
          </p:nvPr>
        </p:nvSpPr>
        <p:spPr>
          <a:xfrm>
            <a:off x="695325" y="1091691"/>
            <a:ext cx="10801350" cy="345600"/>
          </a:xfrm>
        </p:spPr>
        <p:txBody>
          <a:bodyPr wrap="square"/>
          <a:lstStyle>
            <a:lvl1pPr marL="0" indent="0">
              <a:spcBef>
                <a:spcPts val="0"/>
              </a:spcBef>
              <a:buFontTx/>
              <a:buNone/>
              <a:defRPr sz="2000"/>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Sub-heading</a:t>
            </a:r>
          </a:p>
        </p:txBody>
      </p:sp>
      <p:sp>
        <p:nvSpPr>
          <p:cNvPr id="2" name="Date Placeholder 1">
            <a:extLst>
              <a:ext uri="{FF2B5EF4-FFF2-40B4-BE49-F238E27FC236}">
                <a16:creationId xmlns:a16="http://schemas.microsoft.com/office/drawing/2014/main" id="{D5493CB7-2F2C-40E8-8B62-32945EFDDF3F}"/>
              </a:ext>
            </a:extLst>
          </p:cNvPr>
          <p:cNvSpPr>
            <a:spLocks noGrp="1"/>
          </p:cNvSpPr>
          <p:nvPr>
            <p:ph type="dt" sz="half" idx="15"/>
          </p:nvPr>
        </p:nvSpPr>
        <p:spPr/>
        <p:txBody>
          <a:bodyPr/>
          <a:lstStyle/>
          <a:p>
            <a:fld id="{0DC9F904-60C8-4872-861F-23C9F1840CFE}" type="datetime3">
              <a:rPr lang="en-GB" smtClean="0"/>
              <a:t>24 March, 2026</a:t>
            </a:fld>
            <a:endParaRPr lang="en-GB" dirty="0"/>
          </a:p>
        </p:txBody>
      </p:sp>
      <p:sp>
        <p:nvSpPr>
          <p:cNvPr id="3" name="Footer Placeholder 2">
            <a:extLst>
              <a:ext uri="{FF2B5EF4-FFF2-40B4-BE49-F238E27FC236}">
                <a16:creationId xmlns:a16="http://schemas.microsoft.com/office/drawing/2014/main" id="{3DF615FA-1CD1-46CD-BD15-A7665D17E5A1}"/>
              </a:ext>
            </a:extLst>
          </p:cNvPr>
          <p:cNvSpPr>
            <a:spLocks noGrp="1"/>
          </p:cNvSpPr>
          <p:nvPr>
            <p:ph type="ftr" sz="quarter" idx="16"/>
          </p:nvPr>
        </p:nvSpPr>
        <p:spPr/>
        <p:txBody>
          <a:bodyPr/>
          <a:lstStyle/>
          <a:p>
            <a:r>
              <a:rPr lang="en-GB"/>
              <a:t>Presentation name</a:t>
            </a:r>
            <a:endParaRPr lang="en-GB" dirty="0"/>
          </a:p>
        </p:txBody>
      </p:sp>
      <p:sp>
        <p:nvSpPr>
          <p:cNvPr id="8" name="Slide Number Placeholder 7">
            <a:extLst>
              <a:ext uri="{FF2B5EF4-FFF2-40B4-BE49-F238E27FC236}">
                <a16:creationId xmlns:a16="http://schemas.microsoft.com/office/drawing/2014/main" id="{4DBAFC1B-31A1-4E01-B1F4-F66707A01BBD}"/>
              </a:ext>
            </a:extLst>
          </p:cNvPr>
          <p:cNvSpPr>
            <a:spLocks noGrp="1"/>
          </p:cNvSpPr>
          <p:nvPr>
            <p:ph type="sldNum" sz="quarter" idx="17"/>
          </p:nvPr>
        </p:nvSpPr>
        <p:spPr/>
        <p:txBody>
          <a:bodyPr/>
          <a:lstStyle/>
          <a:p>
            <a:r>
              <a:rPr lang="en-GB"/>
              <a:t>Page </a:t>
            </a:r>
            <a:fld id="{C2FE92B8-3297-49BF-866E-FDAA607BBC0B}" type="slidenum">
              <a:rPr lang="en-GB" smtClean="0"/>
              <a:pPr/>
              <a:t>‹#›</a:t>
            </a:fld>
            <a:endParaRPr lang="en-GB" dirty="0"/>
          </a:p>
        </p:txBody>
      </p:sp>
    </p:spTree>
    <p:extLst>
      <p:ext uri="{BB962C8B-B14F-4D97-AF65-F5344CB8AC3E}">
        <p14:creationId xmlns:p14="http://schemas.microsoft.com/office/powerpoint/2010/main" val="2653879273"/>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2 Content - Heding and bullet text on snow 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BA748D3-BDF4-491B-AA8F-BAF29183165D}"/>
              </a:ext>
            </a:extLst>
          </p:cNvPr>
          <p:cNvSpPr/>
          <p:nvPr userDrawn="1"/>
        </p:nvSpPr>
        <p:spPr>
          <a:xfrm>
            <a:off x="0" y="0"/>
            <a:ext cx="12192000" cy="616585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itle 6">
            <a:extLst>
              <a:ext uri="{FF2B5EF4-FFF2-40B4-BE49-F238E27FC236}">
                <a16:creationId xmlns:a16="http://schemas.microsoft.com/office/drawing/2014/main" id="{CC5EDD42-E1EF-4CE7-815D-02CFBB24B793}"/>
              </a:ext>
            </a:extLst>
          </p:cNvPr>
          <p:cNvSpPr>
            <a:spLocks noGrp="1"/>
          </p:cNvSpPr>
          <p:nvPr>
            <p:ph type="title" hasCustomPrompt="1"/>
          </p:nvPr>
        </p:nvSpPr>
        <p:spPr/>
        <p:txBody>
          <a:bodyPr/>
          <a:lstStyle>
            <a:lvl1pPr>
              <a:lnSpc>
                <a:spcPct val="100000"/>
              </a:lnSpc>
              <a:defRPr/>
            </a:lvl1pPr>
          </a:lstStyle>
          <a:p>
            <a:r>
              <a:rPr lang="en-GB" dirty="0"/>
              <a:t>Heading</a:t>
            </a:r>
          </a:p>
        </p:txBody>
      </p:sp>
      <p:sp>
        <p:nvSpPr>
          <p:cNvPr id="12" name="Text Placeholder 11">
            <a:extLst>
              <a:ext uri="{FF2B5EF4-FFF2-40B4-BE49-F238E27FC236}">
                <a16:creationId xmlns:a16="http://schemas.microsoft.com/office/drawing/2014/main" id="{90D26E02-77E8-4784-8AE0-A7F0D633EA2F}"/>
              </a:ext>
            </a:extLst>
          </p:cNvPr>
          <p:cNvSpPr>
            <a:spLocks noGrp="1"/>
          </p:cNvSpPr>
          <p:nvPr>
            <p:ph type="body" sz="quarter" idx="14" hasCustomPrompt="1"/>
          </p:nvPr>
        </p:nvSpPr>
        <p:spPr>
          <a:xfrm>
            <a:off x="695325" y="1091691"/>
            <a:ext cx="10801350" cy="345600"/>
          </a:xfrm>
        </p:spPr>
        <p:txBody>
          <a:bodyPr wrap="square"/>
          <a:lstStyle>
            <a:lvl1pPr marL="0" indent="0">
              <a:spcBef>
                <a:spcPts val="0"/>
              </a:spcBef>
              <a:buFontTx/>
              <a:buNone/>
              <a:defRPr sz="2000"/>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Sub-heading</a:t>
            </a:r>
          </a:p>
        </p:txBody>
      </p:sp>
      <p:sp>
        <p:nvSpPr>
          <p:cNvPr id="3" name="Date Placeholder 2">
            <a:extLst>
              <a:ext uri="{FF2B5EF4-FFF2-40B4-BE49-F238E27FC236}">
                <a16:creationId xmlns:a16="http://schemas.microsoft.com/office/drawing/2014/main" id="{42DCBB10-8E83-439E-B266-8FC019526EB9}"/>
              </a:ext>
            </a:extLst>
          </p:cNvPr>
          <p:cNvSpPr>
            <a:spLocks noGrp="1"/>
          </p:cNvSpPr>
          <p:nvPr>
            <p:ph type="dt" sz="half" idx="15"/>
          </p:nvPr>
        </p:nvSpPr>
        <p:spPr/>
        <p:txBody>
          <a:bodyPr/>
          <a:lstStyle/>
          <a:p>
            <a:fld id="{8EA04FDE-33C1-472D-9617-FC1A0830BDAD}" type="datetime3">
              <a:rPr lang="en-GB" smtClean="0"/>
              <a:t>24 March, 2026</a:t>
            </a:fld>
            <a:endParaRPr lang="en-GB" dirty="0"/>
          </a:p>
        </p:txBody>
      </p:sp>
      <p:sp>
        <p:nvSpPr>
          <p:cNvPr id="8" name="Footer Placeholder 7">
            <a:extLst>
              <a:ext uri="{FF2B5EF4-FFF2-40B4-BE49-F238E27FC236}">
                <a16:creationId xmlns:a16="http://schemas.microsoft.com/office/drawing/2014/main" id="{95AC7E7D-3352-48D4-9AD9-329C5AACD2C3}"/>
              </a:ext>
            </a:extLst>
          </p:cNvPr>
          <p:cNvSpPr>
            <a:spLocks noGrp="1"/>
          </p:cNvSpPr>
          <p:nvPr>
            <p:ph type="ftr" sz="quarter" idx="16"/>
          </p:nvPr>
        </p:nvSpPr>
        <p:spPr/>
        <p:txBody>
          <a:bodyPr/>
          <a:lstStyle/>
          <a:p>
            <a:r>
              <a:rPr lang="en-GB"/>
              <a:t>Presentation name</a:t>
            </a:r>
            <a:endParaRPr lang="en-GB" dirty="0"/>
          </a:p>
        </p:txBody>
      </p:sp>
      <p:sp>
        <p:nvSpPr>
          <p:cNvPr id="9" name="Slide Number Placeholder 8">
            <a:extLst>
              <a:ext uri="{FF2B5EF4-FFF2-40B4-BE49-F238E27FC236}">
                <a16:creationId xmlns:a16="http://schemas.microsoft.com/office/drawing/2014/main" id="{86831967-45E9-4AAE-B1FD-925D1C176C29}"/>
              </a:ext>
            </a:extLst>
          </p:cNvPr>
          <p:cNvSpPr>
            <a:spLocks noGrp="1"/>
          </p:cNvSpPr>
          <p:nvPr>
            <p:ph type="sldNum" sz="quarter" idx="17"/>
          </p:nvPr>
        </p:nvSpPr>
        <p:spPr/>
        <p:txBody>
          <a:bodyPr/>
          <a:lstStyle/>
          <a:p>
            <a:r>
              <a:rPr lang="en-GB"/>
              <a:t>Page </a:t>
            </a:r>
            <a:fld id="{C2FE92B8-3297-49BF-866E-FDAA607BBC0B}" type="slidenum">
              <a:rPr lang="en-GB" smtClean="0"/>
              <a:pPr/>
              <a:t>‹#›</a:t>
            </a:fld>
            <a:endParaRPr lang="en-GB" dirty="0"/>
          </a:p>
        </p:txBody>
      </p:sp>
      <p:sp>
        <p:nvSpPr>
          <p:cNvPr id="11" name="Content Placeholder 4">
            <a:extLst>
              <a:ext uri="{FF2B5EF4-FFF2-40B4-BE49-F238E27FC236}">
                <a16:creationId xmlns:a16="http://schemas.microsoft.com/office/drawing/2014/main" id="{74FBEE82-4BC3-402D-B19C-C6B4706750F2}"/>
              </a:ext>
            </a:extLst>
          </p:cNvPr>
          <p:cNvSpPr>
            <a:spLocks noGrp="1"/>
          </p:cNvSpPr>
          <p:nvPr>
            <p:ph sz="quarter" idx="18"/>
          </p:nvPr>
        </p:nvSpPr>
        <p:spPr>
          <a:xfrm>
            <a:off x="696000" y="1773238"/>
            <a:ext cx="8640000" cy="4248150"/>
          </a:xfrm>
        </p:spPr>
        <p:txBody>
          <a:body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474055168"/>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3 Content - Heading and bullet text on blue 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BA748D3-BDF4-491B-AA8F-BAF29183165D}"/>
              </a:ext>
            </a:extLst>
          </p:cNvPr>
          <p:cNvSpPr/>
          <p:nvPr userDrawn="1"/>
        </p:nvSpPr>
        <p:spPr>
          <a:xfrm>
            <a:off x="0" y="0"/>
            <a:ext cx="12192000" cy="616585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itle 6">
            <a:extLst>
              <a:ext uri="{FF2B5EF4-FFF2-40B4-BE49-F238E27FC236}">
                <a16:creationId xmlns:a16="http://schemas.microsoft.com/office/drawing/2014/main" id="{CC5EDD42-E1EF-4CE7-815D-02CFBB24B793}"/>
              </a:ext>
            </a:extLst>
          </p:cNvPr>
          <p:cNvSpPr>
            <a:spLocks noGrp="1"/>
          </p:cNvSpPr>
          <p:nvPr>
            <p:ph type="title" hasCustomPrompt="1"/>
          </p:nvPr>
        </p:nvSpPr>
        <p:spPr/>
        <p:txBody>
          <a:bodyPr/>
          <a:lstStyle>
            <a:lvl1pPr>
              <a:lnSpc>
                <a:spcPct val="100000"/>
              </a:lnSpc>
              <a:defRPr>
                <a:solidFill>
                  <a:schemeClr val="bg1"/>
                </a:solidFill>
              </a:defRPr>
            </a:lvl1pPr>
          </a:lstStyle>
          <a:p>
            <a:r>
              <a:rPr lang="en-GB" dirty="0"/>
              <a:t>Heading</a:t>
            </a:r>
          </a:p>
        </p:txBody>
      </p:sp>
      <p:sp>
        <p:nvSpPr>
          <p:cNvPr id="12" name="Text Placeholder 11">
            <a:extLst>
              <a:ext uri="{FF2B5EF4-FFF2-40B4-BE49-F238E27FC236}">
                <a16:creationId xmlns:a16="http://schemas.microsoft.com/office/drawing/2014/main" id="{90D26E02-77E8-4784-8AE0-A7F0D633EA2F}"/>
              </a:ext>
            </a:extLst>
          </p:cNvPr>
          <p:cNvSpPr>
            <a:spLocks noGrp="1"/>
          </p:cNvSpPr>
          <p:nvPr>
            <p:ph type="body" sz="quarter" idx="14" hasCustomPrompt="1"/>
          </p:nvPr>
        </p:nvSpPr>
        <p:spPr>
          <a:xfrm>
            <a:off x="695325" y="1091691"/>
            <a:ext cx="10801350" cy="345600"/>
          </a:xfrm>
        </p:spPr>
        <p:txBody>
          <a:bodyPr wrap="square"/>
          <a:lstStyle>
            <a:lvl1pPr marL="0" indent="0">
              <a:spcBef>
                <a:spcPts val="0"/>
              </a:spcBef>
              <a:buFontTx/>
              <a:buNone/>
              <a:defRPr sz="2000">
                <a:solidFill>
                  <a:schemeClr val="bg1"/>
                </a:solidFill>
              </a:defRPr>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Sub-heading</a:t>
            </a:r>
          </a:p>
        </p:txBody>
      </p:sp>
      <p:sp>
        <p:nvSpPr>
          <p:cNvPr id="3" name="Date Placeholder 2">
            <a:extLst>
              <a:ext uri="{FF2B5EF4-FFF2-40B4-BE49-F238E27FC236}">
                <a16:creationId xmlns:a16="http://schemas.microsoft.com/office/drawing/2014/main" id="{7E7D6E0E-499D-47FF-8ACF-0369766A8FB7}"/>
              </a:ext>
            </a:extLst>
          </p:cNvPr>
          <p:cNvSpPr>
            <a:spLocks noGrp="1"/>
          </p:cNvSpPr>
          <p:nvPr>
            <p:ph type="dt" sz="half" idx="15"/>
          </p:nvPr>
        </p:nvSpPr>
        <p:spPr/>
        <p:txBody>
          <a:bodyPr/>
          <a:lstStyle/>
          <a:p>
            <a:fld id="{38E1D3EC-A8EE-4AAB-B813-24A449240231}" type="datetime3">
              <a:rPr lang="en-GB" smtClean="0"/>
              <a:t>24 March, 2026</a:t>
            </a:fld>
            <a:endParaRPr lang="en-GB" dirty="0"/>
          </a:p>
        </p:txBody>
      </p:sp>
      <p:sp>
        <p:nvSpPr>
          <p:cNvPr id="8" name="Footer Placeholder 7">
            <a:extLst>
              <a:ext uri="{FF2B5EF4-FFF2-40B4-BE49-F238E27FC236}">
                <a16:creationId xmlns:a16="http://schemas.microsoft.com/office/drawing/2014/main" id="{22550B62-8BBC-453A-9E3B-5F6E0A9CC391}"/>
              </a:ext>
            </a:extLst>
          </p:cNvPr>
          <p:cNvSpPr>
            <a:spLocks noGrp="1"/>
          </p:cNvSpPr>
          <p:nvPr>
            <p:ph type="ftr" sz="quarter" idx="16"/>
          </p:nvPr>
        </p:nvSpPr>
        <p:spPr/>
        <p:txBody>
          <a:bodyPr/>
          <a:lstStyle/>
          <a:p>
            <a:r>
              <a:rPr lang="en-GB"/>
              <a:t>Presentation name</a:t>
            </a:r>
            <a:endParaRPr lang="en-GB" dirty="0"/>
          </a:p>
        </p:txBody>
      </p:sp>
      <p:sp>
        <p:nvSpPr>
          <p:cNvPr id="9" name="Slide Number Placeholder 8">
            <a:extLst>
              <a:ext uri="{FF2B5EF4-FFF2-40B4-BE49-F238E27FC236}">
                <a16:creationId xmlns:a16="http://schemas.microsoft.com/office/drawing/2014/main" id="{24FECB8D-711E-48DF-9790-76867C5881CC}"/>
              </a:ext>
            </a:extLst>
          </p:cNvPr>
          <p:cNvSpPr>
            <a:spLocks noGrp="1"/>
          </p:cNvSpPr>
          <p:nvPr>
            <p:ph type="sldNum" sz="quarter" idx="17"/>
          </p:nvPr>
        </p:nvSpPr>
        <p:spPr/>
        <p:txBody>
          <a:bodyPr/>
          <a:lstStyle/>
          <a:p>
            <a:r>
              <a:rPr lang="en-GB"/>
              <a:t>Page </a:t>
            </a:r>
            <a:fld id="{C2FE92B8-3297-49BF-866E-FDAA607BBC0B}" type="slidenum">
              <a:rPr lang="en-GB" smtClean="0"/>
              <a:pPr/>
              <a:t>‹#›</a:t>
            </a:fld>
            <a:endParaRPr lang="en-GB" dirty="0"/>
          </a:p>
        </p:txBody>
      </p:sp>
      <p:sp>
        <p:nvSpPr>
          <p:cNvPr id="11" name="Content Placeholder 4">
            <a:extLst>
              <a:ext uri="{FF2B5EF4-FFF2-40B4-BE49-F238E27FC236}">
                <a16:creationId xmlns:a16="http://schemas.microsoft.com/office/drawing/2014/main" id="{982DBECE-2A44-42AF-AF45-0CF8B022EEAA}"/>
              </a:ext>
            </a:extLst>
          </p:cNvPr>
          <p:cNvSpPr>
            <a:spLocks noGrp="1"/>
          </p:cNvSpPr>
          <p:nvPr>
            <p:ph sz="quarter" idx="18"/>
          </p:nvPr>
        </p:nvSpPr>
        <p:spPr>
          <a:xfrm>
            <a:off x="696000" y="1773238"/>
            <a:ext cx="8640000" cy="4248150"/>
          </a:xfrm>
        </p:spPr>
        <p:txBody>
          <a:bodyPr/>
          <a:lstStyle>
            <a:lvl1pPr>
              <a:defRPr>
                <a:solidFill>
                  <a:schemeClr val="bg1"/>
                </a:solidFill>
              </a:defRPr>
            </a:lvl1pPr>
            <a:lvl2pPr>
              <a:defRPr>
                <a:solidFill>
                  <a:schemeClr val="bg1"/>
                </a:solidFill>
              </a:defRPr>
            </a:lvl2pPr>
            <a:lvl3pPr>
              <a:defRPr>
                <a:solidFill>
                  <a:schemeClr val="bg1"/>
                </a:solidFill>
              </a:defRPr>
            </a:lvl3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136112208"/>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5 - Heading with bullet text and chart">
    <p:spTree>
      <p:nvGrpSpPr>
        <p:cNvPr id="1" name=""/>
        <p:cNvGrpSpPr/>
        <p:nvPr/>
      </p:nvGrpSpPr>
      <p:grpSpPr>
        <a:xfrm>
          <a:off x="0" y="0"/>
          <a:ext cx="0" cy="0"/>
          <a:chOff x="0" y="0"/>
          <a:chExt cx="0" cy="0"/>
        </a:xfrm>
      </p:grpSpPr>
      <p:sp>
        <p:nvSpPr>
          <p:cNvPr id="11" name="Content Placeholder 4">
            <a:extLst>
              <a:ext uri="{FF2B5EF4-FFF2-40B4-BE49-F238E27FC236}">
                <a16:creationId xmlns:a16="http://schemas.microsoft.com/office/drawing/2014/main" id="{B987CA4D-64A8-4AD7-96BC-E9C792DB9ED5}"/>
              </a:ext>
            </a:extLst>
          </p:cNvPr>
          <p:cNvSpPr>
            <a:spLocks noGrp="1"/>
          </p:cNvSpPr>
          <p:nvPr>
            <p:ph sz="quarter" idx="19"/>
          </p:nvPr>
        </p:nvSpPr>
        <p:spPr>
          <a:xfrm>
            <a:off x="696000" y="1773238"/>
            <a:ext cx="5219326" cy="4248150"/>
          </a:xfrm>
        </p:spPr>
        <p:txBody>
          <a:bodyPr/>
          <a:lstStyle/>
          <a:p>
            <a:pPr lvl="0"/>
            <a:r>
              <a:rPr lang="en-US"/>
              <a:t>Click to edit Master text styles</a:t>
            </a:r>
          </a:p>
          <a:p>
            <a:pPr lvl="1"/>
            <a:r>
              <a:rPr lang="en-US"/>
              <a:t>Second level</a:t>
            </a:r>
          </a:p>
          <a:p>
            <a:pPr lvl="2"/>
            <a:r>
              <a:rPr lang="en-US"/>
              <a:t>Third level</a:t>
            </a:r>
          </a:p>
        </p:txBody>
      </p:sp>
      <p:sp>
        <p:nvSpPr>
          <p:cNvPr id="13" name="Content Placeholder 4">
            <a:extLst>
              <a:ext uri="{FF2B5EF4-FFF2-40B4-BE49-F238E27FC236}">
                <a16:creationId xmlns:a16="http://schemas.microsoft.com/office/drawing/2014/main" id="{6E1FE68A-5A81-42C5-8773-BD7A6411EA29}"/>
              </a:ext>
            </a:extLst>
          </p:cNvPr>
          <p:cNvSpPr>
            <a:spLocks noGrp="1"/>
          </p:cNvSpPr>
          <p:nvPr>
            <p:ph sz="quarter" idx="20"/>
          </p:nvPr>
        </p:nvSpPr>
        <p:spPr>
          <a:xfrm>
            <a:off x="6277349" y="1773238"/>
            <a:ext cx="5219326" cy="4248150"/>
          </a:xfrm>
        </p:spPr>
        <p:txBody>
          <a:bodyPr/>
          <a:lstStyle/>
          <a:p>
            <a:pPr lvl="0"/>
            <a:r>
              <a:rPr lang="en-US"/>
              <a:t>Click to edit Master text styles</a:t>
            </a:r>
          </a:p>
          <a:p>
            <a:pPr lvl="1"/>
            <a:r>
              <a:rPr lang="en-US"/>
              <a:t>Second level</a:t>
            </a:r>
          </a:p>
          <a:p>
            <a:pPr lvl="2"/>
            <a:r>
              <a:rPr lang="en-US"/>
              <a:t>Third level</a:t>
            </a:r>
          </a:p>
        </p:txBody>
      </p:sp>
      <p:sp>
        <p:nvSpPr>
          <p:cNvPr id="7" name="Title 6">
            <a:extLst>
              <a:ext uri="{FF2B5EF4-FFF2-40B4-BE49-F238E27FC236}">
                <a16:creationId xmlns:a16="http://schemas.microsoft.com/office/drawing/2014/main" id="{CC5EDD42-E1EF-4CE7-815D-02CFBB24B793}"/>
              </a:ext>
            </a:extLst>
          </p:cNvPr>
          <p:cNvSpPr>
            <a:spLocks noGrp="1"/>
          </p:cNvSpPr>
          <p:nvPr>
            <p:ph type="title" hasCustomPrompt="1"/>
          </p:nvPr>
        </p:nvSpPr>
        <p:spPr/>
        <p:txBody>
          <a:bodyPr/>
          <a:lstStyle>
            <a:lvl1pPr>
              <a:lnSpc>
                <a:spcPct val="100000"/>
              </a:lnSpc>
              <a:defRPr/>
            </a:lvl1pPr>
          </a:lstStyle>
          <a:p>
            <a:r>
              <a:rPr lang="en-GB" dirty="0"/>
              <a:t>Heading</a:t>
            </a:r>
          </a:p>
        </p:txBody>
      </p:sp>
      <p:sp>
        <p:nvSpPr>
          <p:cNvPr id="12" name="Text Placeholder 11">
            <a:extLst>
              <a:ext uri="{FF2B5EF4-FFF2-40B4-BE49-F238E27FC236}">
                <a16:creationId xmlns:a16="http://schemas.microsoft.com/office/drawing/2014/main" id="{90D26E02-77E8-4784-8AE0-A7F0D633EA2F}"/>
              </a:ext>
            </a:extLst>
          </p:cNvPr>
          <p:cNvSpPr>
            <a:spLocks noGrp="1"/>
          </p:cNvSpPr>
          <p:nvPr>
            <p:ph type="body" sz="quarter" idx="14" hasCustomPrompt="1"/>
          </p:nvPr>
        </p:nvSpPr>
        <p:spPr>
          <a:xfrm>
            <a:off x="695325" y="1091691"/>
            <a:ext cx="10801350" cy="345600"/>
          </a:xfrm>
        </p:spPr>
        <p:txBody>
          <a:bodyPr wrap="square"/>
          <a:lstStyle>
            <a:lvl1pPr marL="0" indent="0">
              <a:spcBef>
                <a:spcPts val="0"/>
              </a:spcBef>
              <a:buFontTx/>
              <a:buNone/>
              <a:defRPr sz="2000"/>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Sub-heading</a:t>
            </a:r>
          </a:p>
        </p:txBody>
      </p:sp>
      <p:sp>
        <p:nvSpPr>
          <p:cNvPr id="2" name="Date Placeholder 1">
            <a:extLst>
              <a:ext uri="{FF2B5EF4-FFF2-40B4-BE49-F238E27FC236}">
                <a16:creationId xmlns:a16="http://schemas.microsoft.com/office/drawing/2014/main" id="{3A63870A-33B4-4320-BF1B-F61B9E7A1A02}"/>
              </a:ext>
            </a:extLst>
          </p:cNvPr>
          <p:cNvSpPr>
            <a:spLocks noGrp="1"/>
          </p:cNvSpPr>
          <p:nvPr>
            <p:ph type="dt" sz="half" idx="16"/>
          </p:nvPr>
        </p:nvSpPr>
        <p:spPr/>
        <p:txBody>
          <a:bodyPr/>
          <a:lstStyle/>
          <a:p>
            <a:fld id="{087E49D0-E71E-43BF-99CE-D0A50323898E}" type="datetime3">
              <a:rPr lang="en-GB" smtClean="0"/>
              <a:t>24 March, 2026</a:t>
            </a:fld>
            <a:endParaRPr lang="en-GB" dirty="0"/>
          </a:p>
        </p:txBody>
      </p:sp>
      <p:sp>
        <p:nvSpPr>
          <p:cNvPr id="3" name="Footer Placeholder 2">
            <a:extLst>
              <a:ext uri="{FF2B5EF4-FFF2-40B4-BE49-F238E27FC236}">
                <a16:creationId xmlns:a16="http://schemas.microsoft.com/office/drawing/2014/main" id="{729EC4F1-52AB-4D7A-BF66-E0D9AD4A2F7D}"/>
              </a:ext>
            </a:extLst>
          </p:cNvPr>
          <p:cNvSpPr>
            <a:spLocks noGrp="1"/>
          </p:cNvSpPr>
          <p:nvPr>
            <p:ph type="ftr" sz="quarter" idx="17"/>
          </p:nvPr>
        </p:nvSpPr>
        <p:spPr/>
        <p:txBody>
          <a:bodyPr/>
          <a:lstStyle/>
          <a:p>
            <a:r>
              <a:rPr lang="en-GB"/>
              <a:t>Presentation name</a:t>
            </a:r>
            <a:endParaRPr lang="en-GB" dirty="0"/>
          </a:p>
        </p:txBody>
      </p:sp>
      <p:sp>
        <p:nvSpPr>
          <p:cNvPr id="9" name="Slide Number Placeholder 8">
            <a:extLst>
              <a:ext uri="{FF2B5EF4-FFF2-40B4-BE49-F238E27FC236}">
                <a16:creationId xmlns:a16="http://schemas.microsoft.com/office/drawing/2014/main" id="{87E2D947-F5A5-4887-9229-668EB882D1F4}"/>
              </a:ext>
            </a:extLst>
          </p:cNvPr>
          <p:cNvSpPr>
            <a:spLocks noGrp="1"/>
          </p:cNvSpPr>
          <p:nvPr>
            <p:ph type="sldNum" sz="quarter" idx="18"/>
          </p:nvPr>
        </p:nvSpPr>
        <p:spPr/>
        <p:txBody>
          <a:bodyPr/>
          <a:lstStyle/>
          <a:p>
            <a:r>
              <a:rPr lang="en-GB"/>
              <a:t>Page </a:t>
            </a:r>
            <a:fld id="{C2FE92B8-3297-49BF-866E-FDAA607BBC0B}" type="slidenum">
              <a:rPr lang="en-GB" smtClean="0"/>
              <a:pPr/>
              <a:t>‹#›</a:t>
            </a:fld>
            <a:endParaRPr lang="en-GB" dirty="0"/>
          </a:p>
        </p:txBody>
      </p:sp>
    </p:spTree>
    <p:extLst>
      <p:ext uri="{BB962C8B-B14F-4D97-AF65-F5344CB8AC3E}">
        <p14:creationId xmlns:p14="http://schemas.microsoft.com/office/powerpoint/2010/main" val="631829084"/>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6 - Heading with 2 column bullet text snow 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FA1E6D8-E1F1-4280-A066-6C2F248809F0}"/>
              </a:ext>
            </a:extLst>
          </p:cNvPr>
          <p:cNvSpPr/>
          <p:nvPr userDrawn="1"/>
        </p:nvSpPr>
        <p:spPr>
          <a:xfrm>
            <a:off x="0" y="0"/>
            <a:ext cx="12192000" cy="616585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itle 6">
            <a:extLst>
              <a:ext uri="{FF2B5EF4-FFF2-40B4-BE49-F238E27FC236}">
                <a16:creationId xmlns:a16="http://schemas.microsoft.com/office/drawing/2014/main" id="{CC5EDD42-E1EF-4CE7-815D-02CFBB24B793}"/>
              </a:ext>
            </a:extLst>
          </p:cNvPr>
          <p:cNvSpPr>
            <a:spLocks noGrp="1"/>
          </p:cNvSpPr>
          <p:nvPr>
            <p:ph type="title" hasCustomPrompt="1"/>
          </p:nvPr>
        </p:nvSpPr>
        <p:spPr/>
        <p:txBody>
          <a:bodyPr/>
          <a:lstStyle>
            <a:lvl1pPr>
              <a:lnSpc>
                <a:spcPct val="100000"/>
              </a:lnSpc>
              <a:defRPr/>
            </a:lvl1pPr>
          </a:lstStyle>
          <a:p>
            <a:r>
              <a:rPr lang="en-GB" dirty="0"/>
              <a:t>Heading</a:t>
            </a:r>
          </a:p>
        </p:txBody>
      </p:sp>
      <p:sp>
        <p:nvSpPr>
          <p:cNvPr id="12" name="Text Placeholder 11">
            <a:extLst>
              <a:ext uri="{FF2B5EF4-FFF2-40B4-BE49-F238E27FC236}">
                <a16:creationId xmlns:a16="http://schemas.microsoft.com/office/drawing/2014/main" id="{90D26E02-77E8-4784-8AE0-A7F0D633EA2F}"/>
              </a:ext>
            </a:extLst>
          </p:cNvPr>
          <p:cNvSpPr>
            <a:spLocks noGrp="1"/>
          </p:cNvSpPr>
          <p:nvPr>
            <p:ph type="body" sz="quarter" idx="14" hasCustomPrompt="1"/>
          </p:nvPr>
        </p:nvSpPr>
        <p:spPr>
          <a:xfrm>
            <a:off x="695325" y="1091691"/>
            <a:ext cx="10801350" cy="345600"/>
          </a:xfrm>
        </p:spPr>
        <p:txBody>
          <a:bodyPr wrap="square"/>
          <a:lstStyle>
            <a:lvl1pPr marL="0" indent="0">
              <a:spcBef>
                <a:spcPts val="0"/>
              </a:spcBef>
              <a:buFontTx/>
              <a:buNone/>
              <a:defRPr sz="2000"/>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Sub-heading</a:t>
            </a:r>
          </a:p>
        </p:txBody>
      </p:sp>
      <p:sp>
        <p:nvSpPr>
          <p:cNvPr id="2" name="Date Placeholder 1">
            <a:extLst>
              <a:ext uri="{FF2B5EF4-FFF2-40B4-BE49-F238E27FC236}">
                <a16:creationId xmlns:a16="http://schemas.microsoft.com/office/drawing/2014/main" id="{FD6628D3-D18C-4AD1-B753-FCA1E24940D3}"/>
              </a:ext>
            </a:extLst>
          </p:cNvPr>
          <p:cNvSpPr>
            <a:spLocks noGrp="1"/>
          </p:cNvSpPr>
          <p:nvPr>
            <p:ph type="dt" sz="half" idx="16"/>
          </p:nvPr>
        </p:nvSpPr>
        <p:spPr/>
        <p:txBody>
          <a:bodyPr/>
          <a:lstStyle/>
          <a:p>
            <a:fld id="{E6656A71-A893-4C7C-996D-E97B65589A14}" type="datetime3">
              <a:rPr lang="en-GB" smtClean="0"/>
              <a:t>24 March, 2026</a:t>
            </a:fld>
            <a:endParaRPr lang="en-GB" dirty="0"/>
          </a:p>
        </p:txBody>
      </p:sp>
      <p:sp>
        <p:nvSpPr>
          <p:cNvPr id="3" name="Footer Placeholder 2">
            <a:extLst>
              <a:ext uri="{FF2B5EF4-FFF2-40B4-BE49-F238E27FC236}">
                <a16:creationId xmlns:a16="http://schemas.microsoft.com/office/drawing/2014/main" id="{E4DA7ED5-2024-413E-BB3D-9AE453DC687E}"/>
              </a:ext>
            </a:extLst>
          </p:cNvPr>
          <p:cNvSpPr>
            <a:spLocks noGrp="1"/>
          </p:cNvSpPr>
          <p:nvPr>
            <p:ph type="ftr" sz="quarter" idx="17"/>
          </p:nvPr>
        </p:nvSpPr>
        <p:spPr/>
        <p:txBody>
          <a:bodyPr/>
          <a:lstStyle/>
          <a:p>
            <a:r>
              <a:rPr lang="en-GB"/>
              <a:t>Presentation name</a:t>
            </a:r>
            <a:endParaRPr lang="en-GB" dirty="0"/>
          </a:p>
        </p:txBody>
      </p:sp>
      <p:sp>
        <p:nvSpPr>
          <p:cNvPr id="13" name="Slide Number Placeholder 12">
            <a:extLst>
              <a:ext uri="{FF2B5EF4-FFF2-40B4-BE49-F238E27FC236}">
                <a16:creationId xmlns:a16="http://schemas.microsoft.com/office/drawing/2014/main" id="{FD19504E-B2DB-40FC-AE80-BE347A4AAC43}"/>
              </a:ext>
            </a:extLst>
          </p:cNvPr>
          <p:cNvSpPr>
            <a:spLocks noGrp="1"/>
          </p:cNvSpPr>
          <p:nvPr>
            <p:ph type="sldNum" sz="quarter" idx="18"/>
          </p:nvPr>
        </p:nvSpPr>
        <p:spPr/>
        <p:txBody>
          <a:bodyPr/>
          <a:lstStyle/>
          <a:p>
            <a:r>
              <a:rPr lang="en-GB"/>
              <a:t>Page </a:t>
            </a:r>
            <a:fld id="{C2FE92B8-3297-49BF-866E-FDAA607BBC0B}" type="slidenum">
              <a:rPr lang="en-GB" smtClean="0"/>
              <a:pPr/>
              <a:t>‹#›</a:t>
            </a:fld>
            <a:endParaRPr lang="en-GB" dirty="0"/>
          </a:p>
        </p:txBody>
      </p:sp>
      <p:sp>
        <p:nvSpPr>
          <p:cNvPr id="14" name="Content Placeholder 4">
            <a:extLst>
              <a:ext uri="{FF2B5EF4-FFF2-40B4-BE49-F238E27FC236}">
                <a16:creationId xmlns:a16="http://schemas.microsoft.com/office/drawing/2014/main" id="{84B4B4BB-8CF9-4E44-AF74-F38752FF5AC4}"/>
              </a:ext>
            </a:extLst>
          </p:cNvPr>
          <p:cNvSpPr>
            <a:spLocks noGrp="1"/>
          </p:cNvSpPr>
          <p:nvPr>
            <p:ph sz="quarter" idx="19"/>
          </p:nvPr>
        </p:nvSpPr>
        <p:spPr>
          <a:xfrm>
            <a:off x="696000" y="1773238"/>
            <a:ext cx="5219326" cy="4248150"/>
          </a:xfrm>
        </p:spPr>
        <p:txBody>
          <a:bodyPr/>
          <a:lstStyle/>
          <a:p>
            <a:pPr lvl="0"/>
            <a:r>
              <a:rPr lang="en-US"/>
              <a:t>Click to edit Master text styles</a:t>
            </a:r>
          </a:p>
          <a:p>
            <a:pPr lvl="1"/>
            <a:r>
              <a:rPr lang="en-US"/>
              <a:t>Second level</a:t>
            </a:r>
          </a:p>
          <a:p>
            <a:pPr lvl="2"/>
            <a:r>
              <a:rPr lang="en-US"/>
              <a:t>Third level</a:t>
            </a:r>
          </a:p>
        </p:txBody>
      </p:sp>
      <p:sp>
        <p:nvSpPr>
          <p:cNvPr id="15" name="Content Placeholder 4">
            <a:extLst>
              <a:ext uri="{FF2B5EF4-FFF2-40B4-BE49-F238E27FC236}">
                <a16:creationId xmlns:a16="http://schemas.microsoft.com/office/drawing/2014/main" id="{F692713A-34E6-4E38-93E0-69EA6F4AB483}"/>
              </a:ext>
            </a:extLst>
          </p:cNvPr>
          <p:cNvSpPr>
            <a:spLocks noGrp="1"/>
          </p:cNvSpPr>
          <p:nvPr>
            <p:ph sz="quarter" idx="20"/>
          </p:nvPr>
        </p:nvSpPr>
        <p:spPr>
          <a:xfrm>
            <a:off x="6277349" y="1773238"/>
            <a:ext cx="5219326" cy="4248150"/>
          </a:xfrm>
        </p:spPr>
        <p:txBody>
          <a:body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362104378"/>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7 - Heading with 3 column bullet text/chart right on snow bg ">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7028AB1-123F-4431-A059-3DC7723359CA}"/>
              </a:ext>
            </a:extLst>
          </p:cNvPr>
          <p:cNvSpPr/>
          <p:nvPr userDrawn="1"/>
        </p:nvSpPr>
        <p:spPr>
          <a:xfrm>
            <a:off x="0" y="0"/>
            <a:ext cx="12192000" cy="616585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Content Placeholder 2">
            <a:extLst>
              <a:ext uri="{FF2B5EF4-FFF2-40B4-BE49-F238E27FC236}">
                <a16:creationId xmlns:a16="http://schemas.microsoft.com/office/drawing/2014/main" id="{40AB648E-DEBF-4597-B74D-B5F5A98E05FD}"/>
              </a:ext>
            </a:extLst>
          </p:cNvPr>
          <p:cNvSpPr>
            <a:spLocks noGrp="1"/>
          </p:cNvSpPr>
          <p:nvPr>
            <p:ph sz="quarter" idx="17"/>
          </p:nvPr>
        </p:nvSpPr>
        <p:spPr>
          <a:xfrm>
            <a:off x="695325" y="2087130"/>
            <a:ext cx="3362400" cy="3924000"/>
          </a:xfrm>
        </p:spPr>
        <p:txBody>
          <a:bodyPr/>
          <a:lstStyle/>
          <a:p>
            <a:pPr lvl="0"/>
            <a:r>
              <a:rPr lang="en-US"/>
              <a:t>Click to edit Master text styles</a:t>
            </a:r>
          </a:p>
          <a:p>
            <a:pPr lvl="1"/>
            <a:r>
              <a:rPr lang="en-US"/>
              <a:t>Second level</a:t>
            </a:r>
          </a:p>
          <a:p>
            <a:pPr lvl="2"/>
            <a:r>
              <a:rPr lang="en-US"/>
              <a:t>Third level</a:t>
            </a:r>
          </a:p>
        </p:txBody>
      </p:sp>
      <p:sp>
        <p:nvSpPr>
          <p:cNvPr id="7" name="Title 6">
            <a:extLst>
              <a:ext uri="{FF2B5EF4-FFF2-40B4-BE49-F238E27FC236}">
                <a16:creationId xmlns:a16="http://schemas.microsoft.com/office/drawing/2014/main" id="{CC5EDD42-E1EF-4CE7-815D-02CFBB24B793}"/>
              </a:ext>
            </a:extLst>
          </p:cNvPr>
          <p:cNvSpPr>
            <a:spLocks noGrp="1"/>
          </p:cNvSpPr>
          <p:nvPr>
            <p:ph type="title" hasCustomPrompt="1"/>
          </p:nvPr>
        </p:nvSpPr>
        <p:spPr/>
        <p:txBody>
          <a:bodyPr/>
          <a:lstStyle>
            <a:lvl1pPr>
              <a:lnSpc>
                <a:spcPct val="100000"/>
              </a:lnSpc>
              <a:defRPr/>
            </a:lvl1pPr>
          </a:lstStyle>
          <a:p>
            <a:r>
              <a:rPr lang="en-GB" dirty="0"/>
              <a:t>Heading</a:t>
            </a:r>
          </a:p>
        </p:txBody>
      </p:sp>
      <p:sp>
        <p:nvSpPr>
          <p:cNvPr id="12" name="Text Placeholder 11">
            <a:extLst>
              <a:ext uri="{FF2B5EF4-FFF2-40B4-BE49-F238E27FC236}">
                <a16:creationId xmlns:a16="http://schemas.microsoft.com/office/drawing/2014/main" id="{90D26E02-77E8-4784-8AE0-A7F0D633EA2F}"/>
              </a:ext>
            </a:extLst>
          </p:cNvPr>
          <p:cNvSpPr>
            <a:spLocks noGrp="1"/>
          </p:cNvSpPr>
          <p:nvPr>
            <p:ph type="body" sz="quarter" idx="14" hasCustomPrompt="1"/>
          </p:nvPr>
        </p:nvSpPr>
        <p:spPr>
          <a:xfrm>
            <a:off x="695325" y="1091691"/>
            <a:ext cx="10801350" cy="345600"/>
          </a:xfrm>
        </p:spPr>
        <p:txBody>
          <a:bodyPr wrap="square"/>
          <a:lstStyle>
            <a:lvl1pPr marL="0" indent="0">
              <a:spcBef>
                <a:spcPts val="0"/>
              </a:spcBef>
              <a:buFontTx/>
              <a:buNone/>
              <a:defRPr sz="2000"/>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Sub-heading</a:t>
            </a:r>
          </a:p>
        </p:txBody>
      </p:sp>
      <p:sp>
        <p:nvSpPr>
          <p:cNvPr id="15" name="Content Placeholder 2">
            <a:extLst>
              <a:ext uri="{FF2B5EF4-FFF2-40B4-BE49-F238E27FC236}">
                <a16:creationId xmlns:a16="http://schemas.microsoft.com/office/drawing/2014/main" id="{D65A0954-F904-4FAA-91D3-D9740C81F375}"/>
              </a:ext>
            </a:extLst>
          </p:cNvPr>
          <p:cNvSpPr>
            <a:spLocks noGrp="1"/>
          </p:cNvSpPr>
          <p:nvPr>
            <p:ph sz="quarter" idx="18"/>
          </p:nvPr>
        </p:nvSpPr>
        <p:spPr>
          <a:xfrm>
            <a:off x="4414463" y="2087130"/>
            <a:ext cx="3362400" cy="3924000"/>
          </a:xfrm>
        </p:spPr>
        <p:txBody>
          <a:bodyPr/>
          <a:lstStyle/>
          <a:p>
            <a:pPr lvl="0"/>
            <a:r>
              <a:rPr lang="en-US"/>
              <a:t>Click to edit Master text styles</a:t>
            </a:r>
          </a:p>
          <a:p>
            <a:pPr lvl="1"/>
            <a:r>
              <a:rPr lang="en-US"/>
              <a:t>Second level</a:t>
            </a:r>
          </a:p>
          <a:p>
            <a:pPr lvl="2"/>
            <a:r>
              <a:rPr lang="en-US"/>
              <a:t>Third level</a:t>
            </a:r>
          </a:p>
        </p:txBody>
      </p:sp>
      <p:sp>
        <p:nvSpPr>
          <p:cNvPr id="16" name="Content Placeholder 2">
            <a:extLst>
              <a:ext uri="{FF2B5EF4-FFF2-40B4-BE49-F238E27FC236}">
                <a16:creationId xmlns:a16="http://schemas.microsoft.com/office/drawing/2014/main" id="{4276995A-3454-4F5D-AC20-1641E0135476}"/>
              </a:ext>
            </a:extLst>
          </p:cNvPr>
          <p:cNvSpPr>
            <a:spLocks noGrp="1"/>
          </p:cNvSpPr>
          <p:nvPr>
            <p:ph sz="quarter" idx="19"/>
          </p:nvPr>
        </p:nvSpPr>
        <p:spPr>
          <a:xfrm>
            <a:off x="8133600" y="2087130"/>
            <a:ext cx="3362400" cy="3924000"/>
          </a:xfrm>
        </p:spPr>
        <p:txBody>
          <a:bodyPr/>
          <a:lstStyle/>
          <a:p>
            <a:pPr lvl="0"/>
            <a:r>
              <a:rPr lang="en-US"/>
              <a:t>Click to edit Master text styles</a:t>
            </a:r>
          </a:p>
          <a:p>
            <a:pPr lvl="1"/>
            <a:r>
              <a:rPr lang="en-US"/>
              <a:t>Second level</a:t>
            </a:r>
          </a:p>
          <a:p>
            <a:pPr lvl="2"/>
            <a:r>
              <a:rPr lang="en-US"/>
              <a:t>Third level</a:t>
            </a:r>
          </a:p>
        </p:txBody>
      </p:sp>
      <p:sp>
        <p:nvSpPr>
          <p:cNvPr id="17" name="Text Placeholder 11">
            <a:extLst>
              <a:ext uri="{FF2B5EF4-FFF2-40B4-BE49-F238E27FC236}">
                <a16:creationId xmlns:a16="http://schemas.microsoft.com/office/drawing/2014/main" id="{492D0F73-18E1-412D-8CF6-A2E67A2F5816}"/>
              </a:ext>
            </a:extLst>
          </p:cNvPr>
          <p:cNvSpPr>
            <a:spLocks noGrp="1"/>
          </p:cNvSpPr>
          <p:nvPr>
            <p:ph type="body" sz="quarter" idx="20" hasCustomPrompt="1"/>
          </p:nvPr>
        </p:nvSpPr>
        <p:spPr>
          <a:xfrm>
            <a:off x="695325" y="1773238"/>
            <a:ext cx="3362400" cy="252000"/>
          </a:xfrm>
        </p:spPr>
        <p:txBody>
          <a:bodyPr wrap="square" anchor="b" anchorCtr="0"/>
          <a:lstStyle>
            <a:lvl1pPr marL="0" indent="0">
              <a:spcBef>
                <a:spcPts val="0"/>
              </a:spcBef>
              <a:buFontTx/>
              <a:buNone/>
              <a:defRPr sz="1600" b="1">
                <a:solidFill>
                  <a:schemeClr val="accent1"/>
                </a:solidFill>
              </a:defRPr>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Column header</a:t>
            </a:r>
          </a:p>
        </p:txBody>
      </p:sp>
      <p:sp>
        <p:nvSpPr>
          <p:cNvPr id="18" name="Text Placeholder 11">
            <a:extLst>
              <a:ext uri="{FF2B5EF4-FFF2-40B4-BE49-F238E27FC236}">
                <a16:creationId xmlns:a16="http://schemas.microsoft.com/office/drawing/2014/main" id="{947E1071-B10A-4069-ADDD-AEB3D9333CCD}"/>
              </a:ext>
            </a:extLst>
          </p:cNvPr>
          <p:cNvSpPr>
            <a:spLocks noGrp="1"/>
          </p:cNvSpPr>
          <p:nvPr>
            <p:ph type="body" sz="quarter" idx="21" hasCustomPrompt="1"/>
          </p:nvPr>
        </p:nvSpPr>
        <p:spPr>
          <a:xfrm>
            <a:off x="4414800" y="1773238"/>
            <a:ext cx="3362400" cy="252000"/>
          </a:xfrm>
        </p:spPr>
        <p:txBody>
          <a:bodyPr wrap="square" anchor="b" anchorCtr="0"/>
          <a:lstStyle>
            <a:lvl1pPr marL="0" indent="0">
              <a:spcBef>
                <a:spcPts val="0"/>
              </a:spcBef>
              <a:buFontTx/>
              <a:buNone/>
              <a:defRPr sz="1600" b="1">
                <a:solidFill>
                  <a:schemeClr val="accent1"/>
                </a:solidFill>
              </a:defRPr>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a:t>Column header</a:t>
            </a:r>
            <a:endParaRPr lang="en-GB" dirty="0"/>
          </a:p>
        </p:txBody>
      </p:sp>
      <p:sp>
        <p:nvSpPr>
          <p:cNvPr id="19" name="Text Placeholder 11">
            <a:extLst>
              <a:ext uri="{FF2B5EF4-FFF2-40B4-BE49-F238E27FC236}">
                <a16:creationId xmlns:a16="http://schemas.microsoft.com/office/drawing/2014/main" id="{5C42F02D-722F-4956-9D66-70724ECD5F26}"/>
              </a:ext>
            </a:extLst>
          </p:cNvPr>
          <p:cNvSpPr>
            <a:spLocks noGrp="1"/>
          </p:cNvSpPr>
          <p:nvPr>
            <p:ph type="body" sz="quarter" idx="22" hasCustomPrompt="1"/>
          </p:nvPr>
        </p:nvSpPr>
        <p:spPr>
          <a:xfrm>
            <a:off x="8134275" y="1773238"/>
            <a:ext cx="3362400" cy="252000"/>
          </a:xfrm>
        </p:spPr>
        <p:txBody>
          <a:bodyPr wrap="square" anchor="b" anchorCtr="0"/>
          <a:lstStyle>
            <a:lvl1pPr marL="0" indent="0">
              <a:spcBef>
                <a:spcPts val="0"/>
              </a:spcBef>
              <a:buFontTx/>
              <a:buNone/>
              <a:defRPr sz="1600" b="1">
                <a:solidFill>
                  <a:schemeClr val="accent1"/>
                </a:solidFill>
              </a:defRPr>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Column header</a:t>
            </a:r>
          </a:p>
        </p:txBody>
      </p:sp>
      <p:sp>
        <p:nvSpPr>
          <p:cNvPr id="8" name="Date Placeholder 7">
            <a:extLst>
              <a:ext uri="{FF2B5EF4-FFF2-40B4-BE49-F238E27FC236}">
                <a16:creationId xmlns:a16="http://schemas.microsoft.com/office/drawing/2014/main" id="{B94486C7-5C7A-4460-B959-EFD196052E20}"/>
              </a:ext>
            </a:extLst>
          </p:cNvPr>
          <p:cNvSpPr>
            <a:spLocks noGrp="1"/>
          </p:cNvSpPr>
          <p:nvPr>
            <p:ph type="dt" sz="half" idx="23"/>
          </p:nvPr>
        </p:nvSpPr>
        <p:spPr/>
        <p:txBody>
          <a:bodyPr/>
          <a:lstStyle/>
          <a:p>
            <a:fld id="{B5114490-AA22-47BB-9B6C-36312D275C07}" type="datetime3">
              <a:rPr lang="en-GB" smtClean="0"/>
              <a:t>24 March, 2026</a:t>
            </a:fld>
            <a:endParaRPr lang="en-GB" dirty="0"/>
          </a:p>
        </p:txBody>
      </p:sp>
      <p:sp>
        <p:nvSpPr>
          <p:cNvPr id="20" name="Footer Placeholder 19">
            <a:extLst>
              <a:ext uri="{FF2B5EF4-FFF2-40B4-BE49-F238E27FC236}">
                <a16:creationId xmlns:a16="http://schemas.microsoft.com/office/drawing/2014/main" id="{42019B50-5ACC-47A5-BBFB-A2132454FDB4}"/>
              </a:ext>
            </a:extLst>
          </p:cNvPr>
          <p:cNvSpPr>
            <a:spLocks noGrp="1"/>
          </p:cNvSpPr>
          <p:nvPr>
            <p:ph type="ftr" sz="quarter" idx="24"/>
          </p:nvPr>
        </p:nvSpPr>
        <p:spPr/>
        <p:txBody>
          <a:bodyPr/>
          <a:lstStyle/>
          <a:p>
            <a:r>
              <a:rPr lang="en-GB"/>
              <a:t>Presentation name</a:t>
            </a:r>
            <a:endParaRPr lang="en-GB" dirty="0"/>
          </a:p>
        </p:txBody>
      </p:sp>
      <p:sp>
        <p:nvSpPr>
          <p:cNvPr id="21" name="Slide Number Placeholder 20">
            <a:extLst>
              <a:ext uri="{FF2B5EF4-FFF2-40B4-BE49-F238E27FC236}">
                <a16:creationId xmlns:a16="http://schemas.microsoft.com/office/drawing/2014/main" id="{93853E13-6F8E-402C-9276-28E7B075A897}"/>
              </a:ext>
            </a:extLst>
          </p:cNvPr>
          <p:cNvSpPr>
            <a:spLocks noGrp="1"/>
          </p:cNvSpPr>
          <p:nvPr>
            <p:ph type="sldNum" sz="quarter" idx="25"/>
          </p:nvPr>
        </p:nvSpPr>
        <p:spPr/>
        <p:txBody>
          <a:bodyPr/>
          <a:lstStyle/>
          <a:p>
            <a:r>
              <a:rPr lang="en-GB"/>
              <a:t>Page </a:t>
            </a:r>
            <a:fld id="{C2FE92B8-3297-49BF-866E-FDAA607BBC0B}" type="slidenum">
              <a:rPr lang="en-GB" smtClean="0"/>
              <a:pPr/>
              <a:t>‹#›</a:t>
            </a:fld>
            <a:endParaRPr lang="en-GB" dirty="0"/>
          </a:p>
        </p:txBody>
      </p:sp>
    </p:spTree>
    <p:extLst>
      <p:ext uri="{BB962C8B-B14F-4D97-AF65-F5344CB8AC3E}">
        <p14:creationId xmlns:p14="http://schemas.microsoft.com/office/powerpoint/2010/main" val="526174336"/>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8 - Heading with 3 column bullet text/chart right on white bg ">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0AB648E-DEBF-4597-B74D-B5F5A98E05FD}"/>
              </a:ext>
            </a:extLst>
          </p:cNvPr>
          <p:cNvSpPr>
            <a:spLocks noGrp="1"/>
          </p:cNvSpPr>
          <p:nvPr>
            <p:ph sz="quarter" idx="17"/>
          </p:nvPr>
        </p:nvSpPr>
        <p:spPr>
          <a:xfrm>
            <a:off x="695325" y="2087130"/>
            <a:ext cx="3362400" cy="3924000"/>
          </a:xfrm>
        </p:spPr>
        <p:txBody>
          <a:bodyPr/>
          <a:lstStyle/>
          <a:p>
            <a:pPr lvl="0"/>
            <a:r>
              <a:rPr lang="en-US"/>
              <a:t>Click to edit Master text styles</a:t>
            </a:r>
          </a:p>
          <a:p>
            <a:pPr lvl="1"/>
            <a:r>
              <a:rPr lang="en-US"/>
              <a:t>Second level</a:t>
            </a:r>
          </a:p>
          <a:p>
            <a:pPr lvl="2"/>
            <a:r>
              <a:rPr lang="en-US"/>
              <a:t>Third level</a:t>
            </a:r>
          </a:p>
        </p:txBody>
      </p:sp>
      <p:sp>
        <p:nvSpPr>
          <p:cNvPr id="7" name="Title 6">
            <a:extLst>
              <a:ext uri="{FF2B5EF4-FFF2-40B4-BE49-F238E27FC236}">
                <a16:creationId xmlns:a16="http://schemas.microsoft.com/office/drawing/2014/main" id="{CC5EDD42-E1EF-4CE7-815D-02CFBB24B793}"/>
              </a:ext>
            </a:extLst>
          </p:cNvPr>
          <p:cNvSpPr>
            <a:spLocks noGrp="1"/>
          </p:cNvSpPr>
          <p:nvPr>
            <p:ph type="title" hasCustomPrompt="1"/>
          </p:nvPr>
        </p:nvSpPr>
        <p:spPr/>
        <p:txBody>
          <a:bodyPr/>
          <a:lstStyle>
            <a:lvl1pPr>
              <a:lnSpc>
                <a:spcPct val="100000"/>
              </a:lnSpc>
              <a:defRPr/>
            </a:lvl1pPr>
          </a:lstStyle>
          <a:p>
            <a:r>
              <a:rPr lang="en-GB" dirty="0"/>
              <a:t>Heading</a:t>
            </a:r>
          </a:p>
        </p:txBody>
      </p:sp>
      <p:sp>
        <p:nvSpPr>
          <p:cNvPr id="12" name="Text Placeholder 11">
            <a:extLst>
              <a:ext uri="{FF2B5EF4-FFF2-40B4-BE49-F238E27FC236}">
                <a16:creationId xmlns:a16="http://schemas.microsoft.com/office/drawing/2014/main" id="{90D26E02-77E8-4784-8AE0-A7F0D633EA2F}"/>
              </a:ext>
            </a:extLst>
          </p:cNvPr>
          <p:cNvSpPr>
            <a:spLocks noGrp="1"/>
          </p:cNvSpPr>
          <p:nvPr>
            <p:ph type="body" sz="quarter" idx="14" hasCustomPrompt="1"/>
          </p:nvPr>
        </p:nvSpPr>
        <p:spPr>
          <a:xfrm>
            <a:off x="695325" y="1091691"/>
            <a:ext cx="10801350" cy="345600"/>
          </a:xfrm>
        </p:spPr>
        <p:txBody>
          <a:bodyPr wrap="square"/>
          <a:lstStyle>
            <a:lvl1pPr marL="0" indent="0">
              <a:spcBef>
                <a:spcPts val="0"/>
              </a:spcBef>
              <a:buFontTx/>
              <a:buNone/>
              <a:defRPr sz="2000"/>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Sub-heading</a:t>
            </a:r>
          </a:p>
        </p:txBody>
      </p:sp>
      <p:sp>
        <p:nvSpPr>
          <p:cNvPr id="15" name="Content Placeholder 2">
            <a:extLst>
              <a:ext uri="{FF2B5EF4-FFF2-40B4-BE49-F238E27FC236}">
                <a16:creationId xmlns:a16="http://schemas.microsoft.com/office/drawing/2014/main" id="{D65A0954-F904-4FAA-91D3-D9740C81F375}"/>
              </a:ext>
            </a:extLst>
          </p:cNvPr>
          <p:cNvSpPr>
            <a:spLocks noGrp="1"/>
          </p:cNvSpPr>
          <p:nvPr>
            <p:ph sz="quarter" idx="18"/>
          </p:nvPr>
        </p:nvSpPr>
        <p:spPr>
          <a:xfrm>
            <a:off x="4414463" y="2087130"/>
            <a:ext cx="3362400" cy="3924000"/>
          </a:xfrm>
        </p:spPr>
        <p:txBody>
          <a:bodyPr/>
          <a:lstStyle/>
          <a:p>
            <a:pPr lvl="0"/>
            <a:r>
              <a:rPr lang="en-US"/>
              <a:t>Click to edit Master text styles</a:t>
            </a:r>
          </a:p>
          <a:p>
            <a:pPr lvl="1"/>
            <a:r>
              <a:rPr lang="en-US"/>
              <a:t>Second level</a:t>
            </a:r>
          </a:p>
          <a:p>
            <a:pPr lvl="2"/>
            <a:r>
              <a:rPr lang="en-US"/>
              <a:t>Third level</a:t>
            </a:r>
          </a:p>
        </p:txBody>
      </p:sp>
      <p:sp>
        <p:nvSpPr>
          <p:cNvPr id="16" name="Content Placeholder 2">
            <a:extLst>
              <a:ext uri="{FF2B5EF4-FFF2-40B4-BE49-F238E27FC236}">
                <a16:creationId xmlns:a16="http://schemas.microsoft.com/office/drawing/2014/main" id="{4276995A-3454-4F5D-AC20-1641E0135476}"/>
              </a:ext>
            </a:extLst>
          </p:cNvPr>
          <p:cNvSpPr>
            <a:spLocks noGrp="1"/>
          </p:cNvSpPr>
          <p:nvPr>
            <p:ph sz="quarter" idx="19"/>
          </p:nvPr>
        </p:nvSpPr>
        <p:spPr>
          <a:xfrm>
            <a:off x="8133600" y="2087130"/>
            <a:ext cx="3362400" cy="3924000"/>
          </a:xfrm>
        </p:spPr>
        <p:txBody>
          <a:bodyPr/>
          <a:lstStyle/>
          <a:p>
            <a:pPr lvl="0"/>
            <a:r>
              <a:rPr lang="en-US"/>
              <a:t>Click to edit Master text styles</a:t>
            </a:r>
          </a:p>
          <a:p>
            <a:pPr lvl="1"/>
            <a:r>
              <a:rPr lang="en-US"/>
              <a:t>Second level</a:t>
            </a:r>
          </a:p>
          <a:p>
            <a:pPr lvl="2"/>
            <a:r>
              <a:rPr lang="en-US"/>
              <a:t>Third level</a:t>
            </a:r>
          </a:p>
        </p:txBody>
      </p:sp>
      <p:sp>
        <p:nvSpPr>
          <p:cNvPr id="17" name="Text Placeholder 11">
            <a:extLst>
              <a:ext uri="{FF2B5EF4-FFF2-40B4-BE49-F238E27FC236}">
                <a16:creationId xmlns:a16="http://schemas.microsoft.com/office/drawing/2014/main" id="{492D0F73-18E1-412D-8CF6-A2E67A2F5816}"/>
              </a:ext>
            </a:extLst>
          </p:cNvPr>
          <p:cNvSpPr>
            <a:spLocks noGrp="1"/>
          </p:cNvSpPr>
          <p:nvPr>
            <p:ph type="body" sz="quarter" idx="20" hasCustomPrompt="1"/>
          </p:nvPr>
        </p:nvSpPr>
        <p:spPr>
          <a:xfrm>
            <a:off x="695325" y="1773238"/>
            <a:ext cx="3362400" cy="252000"/>
          </a:xfrm>
        </p:spPr>
        <p:txBody>
          <a:bodyPr wrap="square" anchor="b" anchorCtr="0"/>
          <a:lstStyle>
            <a:lvl1pPr marL="0" indent="0">
              <a:spcBef>
                <a:spcPts val="0"/>
              </a:spcBef>
              <a:buFontTx/>
              <a:buNone/>
              <a:defRPr sz="1600" b="1">
                <a:solidFill>
                  <a:schemeClr val="accent1"/>
                </a:solidFill>
              </a:defRPr>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Column header</a:t>
            </a:r>
          </a:p>
        </p:txBody>
      </p:sp>
      <p:sp>
        <p:nvSpPr>
          <p:cNvPr id="18" name="Text Placeholder 11">
            <a:extLst>
              <a:ext uri="{FF2B5EF4-FFF2-40B4-BE49-F238E27FC236}">
                <a16:creationId xmlns:a16="http://schemas.microsoft.com/office/drawing/2014/main" id="{947E1071-B10A-4069-ADDD-AEB3D9333CCD}"/>
              </a:ext>
            </a:extLst>
          </p:cNvPr>
          <p:cNvSpPr>
            <a:spLocks noGrp="1"/>
          </p:cNvSpPr>
          <p:nvPr>
            <p:ph type="body" sz="quarter" idx="21" hasCustomPrompt="1"/>
          </p:nvPr>
        </p:nvSpPr>
        <p:spPr>
          <a:xfrm>
            <a:off x="4414800" y="1773238"/>
            <a:ext cx="3362400" cy="252000"/>
          </a:xfrm>
        </p:spPr>
        <p:txBody>
          <a:bodyPr wrap="square" anchor="b" anchorCtr="0"/>
          <a:lstStyle>
            <a:lvl1pPr marL="0" indent="0">
              <a:spcBef>
                <a:spcPts val="0"/>
              </a:spcBef>
              <a:buFontTx/>
              <a:buNone/>
              <a:defRPr sz="1600" b="1">
                <a:solidFill>
                  <a:schemeClr val="accent1"/>
                </a:solidFill>
              </a:defRPr>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a:t>Column header</a:t>
            </a:r>
            <a:endParaRPr lang="en-GB" dirty="0"/>
          </a:p>
        </p:txBody>
      </p:sp>
      <p:sp>
        <p:nvSpPr>
          <p:cNvPr id="19" name="Text Placeholder 11">
            <a:extLst>
              <a:ext uri="{FF2B5EF4-FFF2-40B4-BE49-F238E27FC236}">
                <a16:creationId xmlns:a16="http://schemas.microsoft.com/office/drawing/2014/main" id="{5C42F02D-722F-4956-9D66-70724ECD5F26}"/>
              </a:ext>
            </a:extLst>
          </p:cNvPr>
          <p:cNvSpPr>
            <a:spLocks noGrp="1"/>
          </p:cNvSpPr>
          <p:nvPr>
            <p:ph type="body" sz="quarter" idx="22" hasCustomPrompt="1"/>
          </p:nvPr>
        </p:nvSpPr>
        <p:spPr>
          <a:xfrm>
            <a:off x="8134275" y="1773238"/>
            <a:ext cx="3362400" cy="252000"/>
          </a:xfrm>
        </p:spPr>
        <p:txBody>
          <a:bodyPr wrap="square" anchor="b" anchorCtr="0"/>
          <a:lstStyle>
            <a:lvl1pPr marL="0" indent="0">
              <a:spcBef>
                <a:spcPts val="0"/>
              </a:spcBef>
              <a:buFontTx/>
              <a:buNone/>
              <a:defRPr sz="1600" b="1">
                <a:solidFill>
                  <a:schemeClr val="accent1"/>
                </a:solidFill>
              </a:defRPr>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a:t>Column header</a:t>
            </a:r>
            <a:endParaRPr lang="en-GB" dirty="0"/>
          </a:p>
        </p:txBody>
      </p:sp>
      <p:sp>
        <p:nvSpPr>
          <p:cNvPr id="2" name="Date Placeholder 1">
            <a:extLst>
              <a:ext uri="{FF2B5EF4-FFF2-40B4-BE49-F238E27FC236}">
                <a16:creationId xmlns:a16="http://schemas.microsoft.com/office/drawing/2014/main" id="{7110BF18-6A26-4450-8B30-7BD2CCF7380F}"/>
              </a:ext>
            </a:extLst>
          </p:cNvPr>
          <p:cNvSpPr>
            <a:spLocks noGrp="1"/>
          </p:cNvSpPr>
          <p:nvPr>
            <p:ph type="dt" sz="half" idx="23"/>
          </p:nvPr>
        </p:nvSpPr>
        <p:spPr/>
        <p:txBody>
          <a:bodyPr/>
          <a:lstStyle/>
          <a:p>
            <a:fld id="{C6A3F7D2-5855-46E2-B29D-E29B6B393816}" type="datetime3">
              <a:rPr lang="en-GB" smtClean="0"/>
              <a:t>24 March, 2026</a:t>
            </a:fld>
            <a:endParaRPr lang="en-GB" dirty="0"/>
          </a:p>
        </p:txBody>
      </p:sp>
      <p:sp>
        <p:nvSpPr>
          <p:cNvPr id="8" name="Footer Placeholder 7">
            <a:extLst>
              <a:ext uri="{FF2B5EF4-FFF2-40B4-BE49-F238E27FC236}">
                <a16:creationId xmlns:a16="http://schemas.microsoft.com/office/drawing/2014/main" id="{CB9D867B-8F61-4525-B1B3-26E7F769A769}"/>
              </a:ext>
            </a:extLst>
          </p:cNvPr>
          <p:cNvSpPr>
            <a:spLocks noGrp="1"/>
          </p:cNvSpPr>
          <p:nvPr>
            <p:ph type="ftr" sz="quarter" idx="24"/>
          </p:nvPr>
        </p:nvSpPr>
        <p:spPr/>
        <p:txBody>
          <a:bodyPr/>
          <a:lstStyle/>
          <a:p>
            <a:r>
              <a:rPr lang="en-GB"/>
              <a:t>Presentation name</a:t>
            </a:r>
            <a:endParaRPr lang="en-GB" dirty="0"/>
          </a:p>
        </p:txBody>
      </p:sp>
      <p:sp>
        <p:nvSpPr>
          <p:cNvPr id="9" name="Slide Number Placeholder 8">
            <a:extLst>
              <a:ext uri="{FF2B5EF4-FFF2-40B4-BE49-F238E27FC236}">
                <a16:creationId xmlns:a16="http://schemas.microsoft.com/office/drawing/2014/main" id="{7AC0E731-2376-49A7-8DFC-E693566E45BD}"/>
              </a:ext>
            </a:extLst>
          </p:cNvPr>
          <p:cNvSpPr>
            <a:spLocks noGrp="1"/>
          </p:cNvSpPr>
          <p:nvPr>
            <p:ph type="sldNum" sz="quarter" idx="25"/>
          </p:nvPr>
        </p:nvSpPr>
        <p:spPr/>
        <p:txBody>
          <a:bodyPr/>
          <a:lstStyle/>
          <a:p>
            <a:r>
              <a:rPr lang="en-GB"/>
              <a:t>Page </a:t>
            </a:r>
            <a:fld id="{C2FE92B8-3297-49BF-866E-FDAA607BBC0B}" type="slidenum">
              <a:rPr lang="en-GB" smtClean="0"/>
              <a:pPr/>
              <a:t>‹#›</a:t>
            </a:fld>
            <a:endParaRPr lang="en-GB" dirty="0"/>
          </a:p>
        </p:txBody>
      </p:sp>
    </p:spTree>
    <p:extLst>
      <p:ext uri="{BB962C8B-B14F-4D97-AF65-F5344CB8AC3E}">
        <p14:creationId xmlns:p14="http://schemas.microsoft.com/office/powerpoint/2010/main" val="2404509972"/>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9 - Heading with text bullet and picture">
    <p:spTree>
      <p:nvGrpSpPr>
        <p:cNvPr id="1" name=""/>
        <p:cNvGrpSpPr/>
        <p:nvPr/>
      </p:nvGrpSpPr>
      <p:grpSpPr>
        <a:xfrm>
          <a:off x="0" y="0"/>
          <a:ext cx="0" cy="0"/>
          <a:chOff x="0" y="0"/>
          <a:chExt cx="0" cy="0"/>
        </a:xfrm>
      </p:grpSpPr>
      <p:sp>
        <p:nvSpPr>
          <p:cNvPr id="9" name="Content Placeholder 4">
            <a:extLst>
              <a:ext uri="{FF2B5EF4-FFF2-40B4-BE49-F238E27FC236}">
                <a16:creationId xmlns:a16="http://schemas.microsoft.com/office/drawing/2014/main" id="{8575C6CE-48BE-4B25-88FE-FA031575BE03}"/>
              </a:ext>
            </a:extLst>
          </p:cNvPr>
          <p:cNvSpPr>
            <a:spLocks noGrp="1"/>
          </p:cNvSpPr>
          <p:nvPr>
            <p:ph sz="quarter" idx="19"/>
          </p:nvPr>
        </p:nvSpPr>
        <p:spPr>
          <a:xfrm>
            <a:off x="696000" y="1773238"/>
            <a:ext cx="5219326" cy="4248150"/>
          </a:xfrm>
        </p:spPr>
        <p:txBody>
          <a:bodyPr/>
          <a:lstStyle/>
          <a:p>
            <a:pPr lvl="0"/>
            <a:r>
              <a:rPr lang="en-US"/>
              <a:t>Click to edit Master text styles</a:t>
            </a:r>
          </a:p>
          <a:p>
            <a:pPr lvl="1"/>
            <a:r>
              <a:rPr lang="en-US"/>
              <a:t>Second level</a:t>
            </a:r>
          </a:p>
          <a:p>
            <a:pPr lvl="2"/>
            <a:r>
              <a:rPr lang="en-US"/>
              <a:t>Third level</a:t>
            </a:r>
          </a:p>
        </p:txBody>
      </p:sp>
      <p:sp>
        <p:nvSpPr>
          <p:cNvPr id="7" name="Title 6">
            <a:extLst>
              <a:ext uri="{FF2B5EF4-FFF2-40B4-BE49-F238E27FC236}">
                <a16:creationId xmlns:a16="http://schemas.microsoft.com/office/drawing/2014/main" id="{CC5EDD42-E1EF-4CE7-815D-02CFBB24B793}"/>
              </a:ext>
            </a:extLst>
          </p:cNvPr>
          <p:cNvSpPr>
            <a:spLocks noGrp="1"/>
          </p:cNvSpPr>
          <p:nvPr>
            <p:ph type="title" hasCustomPrompt="1"/>
          </p:nvPr>
        </p:nvSpPr>
        <p:spPr>
          <a:xfrm>
            <a:off x="696000" y="412225"/>
            <a:ext cx="5220000" cy="676800"/>
          </a:xfrm>
        </p:spPr>
        <p:txBody>
          <a:bodyPr/>
          <a:lstStyle>
            <a:lvl1pPr>
              <a:lnSpc>
                <a:spcPct val="100000"/>
              </a:lnSpc>
              <a:defRPr/>
            </a:lvl1pPr>
          </a:lstStyle>
          <a:p>
            <a:r>
              <a:rPr lang="en-GB" dirty="0"/>
              <a:t>Heading</a:t>
            </a:r>
          </a:p>
        </p:txBody>
      </p:sp>
      <p:sp>
        <p:nvSpPr>
          <p:cNvPr id="12" name="Text Placeholder 11">
            <a:extLst>
              <a:ext uri="{FF2B5EF4-FFF2-40B4-BE49-F238E27FC236}">
                <a16:creationId xmlns:a16="http://schemas.microsoft.com/office/drawing/2014/main" id="{90D26E02-77E8-4784-8AE0-A7F0D633EA2F}"/>
              </a:ext>
            </a:extLst>
          </p:cNvPr>
          <p:cNvSpPr>
            <a:spLocks noGrp="1"/>
          </p:cNvSpPr>
          <p:nvPr>
            <p:ph type="body" sz="quarter" idx="14" hasCustomPrompt="1"/>
          </p:nvPr>
        </p:nvSpPr>
        <p:spPr>
          <a:xfrm>
            <a:off x="695325" y="1091691"/>
            <a:ext cx="5220000" cy="345600"/>
          </a:xfrm>
        </p:spPr>
        <p:txBody>
          <a:bodyPr wrap="square"/>
          <a:lstStyle>
            <a:lvl1pPr marL="0" indent="0">
              <a:spcBef>
                <a:spcPts val="0"/>
              </a:spcBef>
              <a:buFontTx/>
              <a:buNone/>
              <a:defRPr sz="2000"/>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Sub-heading</a:t>
            </a:r>
          </a:p>
        </p:txBody>
      </p:sp>
      <p:sp>
        <p:nvSpPr>
          <p:cNvPr id="17" name="Picture Placeholder 16">
            <a:extLst>
              <a:ext uri="{FF2B5EF4-FFF2-40B4-BE49-F238E27FC236}">
                <a16:creationId xmlns:a16="http://schemas.microsoft.com/office/drawing/2014/main" id="{B5B5DA41-82D4-40C7-B4BD-CF94860CACF2}"/>
              </a:ext>
            </a:extLst>
          </p:cNvPr>
          <p:cNvSpPr>
            <a:spLocks noGrp="1"/>
          </p:cNvSpPr>
          <p:nvPr>
            <p:ph type="pic" sz="quarter" idx="15"/>
          </p:nvPr>
        </p:nvSpPr>
        <p:spPr>
          <a:xfrm>
            <a:off x="6274712" y="657850"/>
            <a:ext cx="5221288" cy="5508000"/>
          </a:xfrm>
          <a:solidFill>
            <a:schemeClr val="accent2"/>
          </a:solidFill>
        </p:spPr>
        <p:txBody>
          <a:bodyPr tIns="576000" anchor="ctr" anchorCtr="0"/>
          <a:lstStyle>
            <a:lvl1pPr marL="0" indent="0" algn="ctr">
              <a:buFontTx/>
              <a:buNone/>
              <a:defRPr sz="1200">
                <a:solidFill>
                  <a:schemeClr val="bg1"/>
                </a:solidFill>
              </a:defRPr>
            </a:lvl1pPr>
          </a:lstStyle>
          <a:p>
            <a:r>
              <a:rPr lang="en-US"/>
              <a:t>Click icon to add picture</a:t>
            </a:r>
          </a:p>
        </p:txBody>
      </p:sp>
      <p:sp>
        <p:nvSpPr>
          <p:cNvPr id="18" name="Date Placeholder 17">
            <a:extLst>
              <a:ext uri="{FF2B5EF4-FFF2-40B4-BE49-F238E27FC236}">
                <a16:creationId xmlns:a16="http://schemas.microsoft.com/office/drawing/2014/main" id="{3AA1E9B3-6B61-43EF-98AA-8402F13EC15A}"/>
              </a:ext>
            </a:extLst>
          </p:cNvPr>
          <p:cNvSpPr>
            <a:spLocks noGrp="1"/>
          </p:cNvSpPr>
          <p:nvPr>
            <p:ph type="dt" sz="half" idx="16"/>
          </p:nvPr>
        </p:nvSpPr>
        <p:spPr/>
        <p:txBody>
          <a:bodyPr/>
          <a:lstStyle/>
          <a:p>
            <a:fld id="{F5725299-D71F-4736-B59C-15F17439C6EC}" type="datetime3">
              <a:rPr lang="en-GB" smtClean="0"/>
              <a:t>24 March, 2026</a:t>
            </a:fld>
            <a:endParaRPr lang="en-GB" dirty="0"/>
          </a:p>
        </p:txBody>
      </p:sp>
      <p:sp>
        <p:nvSpPr>
          <p:cNvPr id="19" name="Footer Placeholder 18">
            <a:extLst>
              <a:ext uri="{FF2B5EF4-FFF2-40B4-BE49-F238E27FC236}">
                <a16:creationId xmlns:a16="http://schemas.microsoft.com/office/drawing/2014/main" id="{8A2DA809-52B4-4135-B440-496DFF0A5C98}"/>
              </a:ext>
            </a:extLst>
          </p:cNvPr>
          <p:cNvSpPr>
            <a:spLocks noGrp="1"/>
          </p:cNvSpPr>
          <p:nvPr>
            <p:ph type="ftr" sz="quarter" idx="17"/>
          </p:nvPr>
        </p:nvSpPr>
        <p:spPr/>
        <p:txBody>
          <a:bodyPr/>
          <a:lstStyle/>
          <a:p>
            <a:r>
              <a:rPr lang="en-GB"/>
              <a:t>Presentation name</a:t>
            </a:r>
            <a:endParaRPr lang="en-GB" dirty="0"/>
          </a:p>
        </p:txBody>
      </p:sp>
      <p:sp>
        <p:nvSpPr>
          <p:cNvPr id="20" name="Slide Number Placeholder 19">
            <a:extLst>
              <a:ext uri="{FF2B5EF4-FFF2-40B4-BE49-F238E27FC236}">
                <a16:creationId xmlns:a16="http://schemas.microsoft.com/office/drawing/2014/main" id="{73ECC796-BF38-4ED3-B48E-16AB0111F2E0}"/>
              </a:ext>
            </a:extLst>
          </p:cNvPr>
          <p:cNvSpPr>
            <a:spLocks noGrp="1"/>
          </p:cNvSpPr>
          <p:nvPr>
            <p:ph type="sldNum" sz="quarter" idx="18"/>
          </p:nvPr>
        </p:nvSpPr>
        <p:spPr/>
        <p:txBody>
          <a:bodyPr/>
          <a:lstStyle/>
          <a:p>
            <a:r>
              <a:rPr lang="en-GB"/>
              <a:t>Page </a:t>
            </a:r>
            <a:fld id="{C2FE92B8-3297-49BF-866E-FDAA607BBC0B}" type="slidenum">
              <a:rPr lang="en-GB" smtClean="0"/>
              <a:pPr/>
              <a:t>‹#›</a:t>
            </a:fld>
            <a:endParaRPr lang="en-GB" dirty="0"/>
          </a:p>
        </p:txBody>
      </p:sp>
    </p:spTree>
    <p:extLst>
      <p:ext uri="{BB962C8B-B14F-4D97-AF65-F5344CB8AC3E}">
        <p14:creationId xmlns:p14="http://schemas.microsoft.com/office/powerpoint/2010/main" val="1545923946"/>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10 - Heading with 2 pictures">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C5EDD42-E1EF-4CE7-815D-02CFBB24B793}"/>
              </a:ext>
            </a:extLst>
          </p:cNvPr>
          <p:cNvSpPr>
            <a:spLocks noGrp="1"/>
          </p:cNvSpPr>
          <p:nvPr>
            <p:ph type="title" hasCustomPrompt="1"/>
          </p:nvPr>
        </p:nvSpPr>
        <p:spPr>
          <a:xfrm>
            <a:off x="696000" y="412225"/>
            <a:ext cx="10801350" cy="676800"/>
          </a:xfrm>
        </p:spPr>
        <p:txBody>
          <a:bodyPr/>
          <a:lstStyle>
            <a:lvl1pPr>
              <a:lnSpc>
                <a:spcPct val="100000"/>
              </a:lnSpc>
              <a:defRPr/>
            </a:lvl1pPr>
          </a:lstStyle>
          <a:p>
            <a:r>
              <a:rPr lang="en-GB" dirty="0"/>
              <a:t>Heading</a:t>
            </a:r>
          </a:p>
        </p:txBody>
      </p:sp>
      <p:sp>
        <p:nvSpPr>
          <p:cNvPr id="10" name="Text Placeholder 9">
            <a:extLst>
              <a:ext uri="{FF2B5EF4-FFF2-40B4-BE49-F238E27FC236}">
                <a16:creationId xmlns:a16="http://schemas.microsoft.com/office/drawing/2014/main" id="{AA97CB80-724D-461E-827E-E2F99C111861}"/>
              </a:ext>
            </a:extLst>
          </p:cNvPr>
          <p:cNvSpPr>
            <a:spLocks noGrp="1"/>
          </p:cNvSpPr>
          <p:nvPr>
            <p:ph type="body" sz="quarter" idx="13"/>
          </p:nvPr>
        </p:nvSpPr>
        <p:spPr>
          <a:xfrm>
            <a:off x="695325" y="5208155"/>
            <a:ext cx="5220000" cy="813234"/>
          </a:xfrm>
        </p:spPr>
        <p:txBody>
          <a:bodyPr/>
          <a:lstStyle>
            <a:lvl1pPr marL="0" indent="0">
              <a:buFontTx/>
              <a:buNone/>
              <a:defRPr sz="1400"/>
            </a:lvl1pPr>
            <a:lvl2pPr marL="153988" indent="0">
              <a:buFontTx/>
              <a:buNone/>
              <a:defRPr/>
            </a:lvl2pPr>
            <a:lvl3pPr marL="339725" indent="0">
              <a:buFontTx/>
              <a:buNone/>
              <a:defRPr/>
            </a:lvl3pPr>
          </a:lstStyle>
          <a:p>
            <a:pPr lvl="0"/>
            <a:r>
              <a:rPr lang="en-US"/>
              <a:t>Click to edit Master text styles</a:t>
            </a:r>
          </a:p>
        </p:txBody>
      </p:sp>
      <p:sp>
        <p:nvSpPr>
          <p:cNvPr id="12" name="Text Placeholder 11">
            <a:extLst>
              <a:ext uri="{FF2B5EF4-FFF2-40B4-BE49-F238E27FC236}">
                <a16:creationId xmlns:a16="http://schemas.microsoft.com/office/drawing/2014/main" id="{90D26E02-77E8-4784-8AE0-A7F0D633EA2F}"/>
              </a:ext>
            </a:extLst>
          </p:cNvPr>
          <p:cNvSpPr>
            <a:spLocks noGrp="1"/>
          </p:cNvSpPr>
          <p:nvPr>
            <p:ph type="body" sz="quarter" idx="14" hasCustomPrompt="1"/>
          </p:nvPr>
        </p:nvSpPr>
        <p:spPr>
          <a:xfrm>
            <a:off x="695325" y="1091691"/>
            <a:ext cx="10801350" cy="345600"/>
          </a:xfrm>
        </p:spPr>
        <p:txBody>
          <a:bodyPr wrap="square"/>
          <a:lstStyle>
            <a:lvl1pPr marL="0" indent="0">
              <a:spcBef>
                <a:spcPts val="0"/>
              </a:spcBef>
              <a:buFontTx/>
              <a:buNone/>
              <a:defRPr sz="2000"/>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Sub-heading</a:t>
            </a:r>
          </a:p>
        </p:txBody>
      </p:sp>
      <p:sp>
        <p:nvSpPr>
          <p:cNvPr id="17" name="Picture Placeholder 16">
            <a:extLst>
              <a:ext uri="{FF2B5EF4-FFF2-40B4-BE49-F238E27FC236}">
                <a16:creationId xmlns:a16="http://schemas.microsoft.com/office/drawing/2014/main" id="{B5B5DA41-82D4-40C7-B4BD-CF94860CACF2}"/>
              </a:ext>
            </a:extLst>
          </p:cNvPr>
          <p:cNvSpPr>
            <a:spLocks noGrp="1"/>
          </p:cNvSpPr>
          <p:nvPr>
            <p:ph type="pic" sz="quarter" idx="15"/>
          </p:nvPr>
        </p:nvSpPr>
        <p:spPr>
          <a:xfrm>
            <a:off x="695325" y="1773238"/>
            <a:ext cx="5221288" cy="3348000"/>
          </a:xfrm>
          <a:solidFill>
            <a:schemeClr val="accent2"/>
          </a:solidFill>
        </p:spPr>
        <p:txBody>
          <a:bodyPr tIns="576000" anchor="ctr" anchorCtr="0"/>
          <a:lstStyle>
            <a:lvl1pPr marL="0" indent="0" algn="ctr">
              <a:buFontTx/>
              <a:buNone/>
              <a:defRPr sz="1200">
                <a:solidFill>
                  <a:schemeClr val="bg1"/>
                </a:solidFill>
              </a:defRPr>
            </a:lvl1pPr>
          </a:lstStyle>
          <a:p>
            <a:r>
              <a:rPr lang="en-US"/>
              <a:t>Click icon to add picture</a:t>
            </a:r>
          </a:p>
        </p:txBody>
      </p:sp>
      <p:sp>
        <p:nvSpPr>
          <p:cNvPr id="9" name="Picture Placeholder 16">
            <a:extLst>
              <a:ext uri="{FF2B5EF4-FFF2-40B4-BE49-F238E27FC236}">
                <a16:creationId xmlns:a16="http://schemas.microsoft.com/office/drawing/2014/main" id="{F9710823-2A6C-48A9-80CF-AE2DE66E140D}"/>
              </a:ext>
            </a:extLst>
          </p:cNvPr>
          <p:cNvSpPr>
            <a:spLocks noGrp="1"/>
          </p:cNvSpPr>
          <p:nvPr>
            <p:ph type="pic" sz="quarter" idx="16"/>
          </p:nvPr>
        </p:nvSpPr>
        <p:spPr>
          <a:xfrm>
            <a:off x="6275387" y="1773238"/>
            <a:ext cx="5221288" cy="3348000"/>
          </a:xfrm>
          <a:solidFill>
            <a:schemeClr val="accent2"/>
          </a:solidFill>
        </p:spPr>
        <p:txBody>
          <a:bodyPr tIns="576000" anchor="ctr" anchorCtr="0"/>
          <a:lstStyle>
            <a:lvl1pPr marL="0" indent="0" algn="ctr">
              <a:buFontTx/>
              <a:buNone/>
              <a:defRPr sz="1200">
                <a:solidFill>
                  <a:schemeClr val="bg1"/>
                </a:solidFill>
              </a:defRPr>
            </a:lvl1pPr>
          </a:lstStyle>
          <a:p>
            <a:r>
              <a:rPr lang="en-US"/>
              <a:t>Click icon to add picture</a:t>
            </a:r>
          </a:p>
        </p:txBody>
      </p:sp>
      <p:sp>
        <p:nvSpPr>
          <p:cNvPr id="11" name="Text Placeholder 9">
            <a:extLst>
              <a:ext uri="{FF2B5EF4-FFF2-40B4-BE49-F238E27FC236}">
                <a16:creationId xmlns:a16="http://schemas.microsoft.com/office/drawing/2014/main" id="{EEA12167-DC54-4DEA-8199-867A2CFF905F}"/>
              </a:ext>
            </a:extLst>
          </p:cNvPr>
          <p:cNvSpPr>
            <a:spLocks noGrp="1"/>
          </p:cNvSpPr>
          <p:nvPr>
            <p:ph type="body" sz="quarter" idx="17"/>
          </p:nvPr>
        </p:nvSpPr>
        <p:spPr>
          <a:xfrm>
            <a:off x="6276675" y="5208154"/>
            <a:ext cx="5220000" cy="813235"/>
          </a:xfrm>
        </p:spPr>
        <p:txBody>
          <a:bodyPr/>
          <a:lstStyle>
            <a:lvl1pPr marL="0" indent="0">
              <a:buFontTx/>
              <a:buNone/>
              <a:defRPr sz="1400"/>
            </a:lvl1pPr>
            <a:lvl2pPr marL="153988" indent="0">
              <a:buFontTx/>
              <a:buNone/>
              <a:defRPr/>
            </a:lvl2pPr>
            <a:lvl3pPr marL="339725" indent="0">
              <a:buFontTx/>
              <a:buNone/>
              <a:defRPr/>
            </a:lvl3pPr>
          </a:lstStyle>
          <a:p>
            <a:pPr lvl="0"/>
            <a:r>
              <a:rPr lang="en-US"/>
              <a:t>Click to edit Master text styles</a:t>
            </a:r>
          </a:p>
        </p:txBody>
      </p:sp>
      <p:sp>
        <p:nvSpPr>
          <p:cNvPr id="2" name="Date Placeholder 1">
            <a:extLst>
              <a:ext uri="{FF2B5EF4-FFF2-40B4-BE49-F238E27FC236}">
                <a16:creationId xmlns:a16="http://schemas.microsoft.com/office/drawing/2014/main" id="{39F77B87-943E-4F47-978D-D75654923F61}"/>
              </a:ext>
            </a:extLst>
          </p:cNvPr>
          <p:cNvSpPr>
            <a:spLocks noGrp="1"/>
          </p:cNvSpPr>
          <p:nvPr>
            <p:ph type="dt" sz="half" idx="18"/>
          </p:nvPr>
        </p:nvSpPr>
        <p:spPr/>
        <p:txBody>
          <a:bodyPr/>
          <a:lstStyle/>
          <a:p>
            <a:fld id="{93C8CCFF-1EA5-4620-B3D6-3A659E51CDF2}" type="datetime3">
              <a:rPr lang="en-GB" smtClean="0"/>
              <a:t>24 March, 2026</a:t>
            </a:fld>
            <a:endParaRPr lang="en-GB" dirty="0"/>
          </a:p>
        </p:txBody>
      </p:sp>
      <p:sp>
        <p:nvSpPr>
          <p:cNvPr id="3" name="Footer Placeholder 2">
            <a:extLst>
              <a:ext uri="{FF2B5EF4-FFF2-40B4-BE49-F238E27FC236}">
                <a16:creationId xmlns:a16="http://schemas.microsoft.com/office/drawing/2014/main" id="{1CA041DE-4EBF-4C54-AA08-1C2FCBCC95F9}"/>
              </a:ext>
            </a:extLst>
          </p:cNvPr>
          <p:cNvSpPr>
            <a:spLocks noGrp="1"/>
          </p:cNvSpPr>
          <p:nvPr>
            <p:ph type="ftr" sz="quarter" idx="19"/>
          </p:nvPr>
        </p:nvSpPr>
        <p:spPr/>
        <p:txBody>
          <a:bodyPr/>
          <a:lstStyle/>
          <a:p>
            <a:r>
              <a:rPr lang="en-GB"/>
              <a:t>Presentation name</a:t>
            </a:r>
            <a:endParaRPr lang="en-GB" dirty="0"/>
          </a:p>
        </p:txBody>
      </p:sp>
      <p:sp>
        <p:nvSpPr>
          <p:cNvPr id="8" name="Slide Number Placeholder 7">
            <a:extLst>
              <a:ext uri="{FF2B5EF4-FFF2-40B4-BE49-F238E27FC236}">
                <a16:creationId xmlns:a16="http://schemas.microsoft.com/office/drawing/2014/main" id="{8EC59937-9849-40C2-A865-E434989F9FB4}"/>
              </a:ext>
            </a:extLst>
          </p:cNvPr>
          <p:cNvSpPr>
            <a:spLocks noGrp="1"/>
          </p:cNvSpPr>
          <p:nvPr>
            <p:ph type="sldNum" sz="quarter" idx="20"/>
          </p:nvPr>
        </p:nvSpPr>
        <p:spPr/>
        <p:txBody>
          <a:bodyPr/>
          <a:lstStyle/>
          <a:p>
            <a:r>
              <a:rPr lang="en-GB"/>
              <a:t>Page </a:t>
            </a:r>
            <a:fld id="{C2FE92B8-3297-49BF-866E-FDAA607BBC0B}" type="slidenum">
              <a:rPr lang="en-GB" smtClean="0"/>
              <a:pPr/>
              <a:t>‹#›</a:t>
            </a:fld>
            <a:endParaRPr lang="en-GB" dirty="0"/>
          </a:p>
        </p:txBody>
      </p:sp>
    </p:spTree>
    <p:extLst>
      <p:ext uri="{BB962C8B-B14F-4D97-AF65-F5344CB8AC3E}">
        <p14:creationId xmlns:p14="http://schemas.microsoft.com/office/powerpoint/2010/main" val="1317442417"/>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11 - Heading with 3 pictures">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C5EDD42-E1EF-4CE7-815D-02CFBB24B793}"/>
              </a:ext>
            </a:extLst>
          </p:cNvPr>
          <p:cNvSpPr>
            <a:spLocks noGrp="1"/>
          </p:cNvSpPr>
          <p:nvPr>
            <p:ph type="title" hasCustomPrompt="1"/>
          </p:nvPr>
        </p:nvSpPr>
        <p:spPr>
          <a:xfrm>
            <a:off x="696000" y="412225"/>
            <a:ext cx="10801350" cy="676800"/>
          </a:xfrm>
        </p:spPr>
        <p:txBody>
          <a:bodyPr/>
          <a:lstStyle>
            <a:lvl1pPr>
              <a:lnSpc>
                <a:spcPct val="100000"/>
              </a:lnSpc>
              <a:defRPr/>
            </a:lvl1pPr>
          </a:lstStyle>
          <a:p>
            <a:r>
              <a:rPr lang="en-GB" dirty="0"/>
              <a:t>Heading</a:t>
            </a:r>
          </a:p>
        </p:txBody>
      </p:sp>
      <p:sp>
        <p:nvSpPr>
          <p:cNvPr id="10" name="Text Placeholder 9">
            <a:extLst>
              <a:ext uri="{FF2B5EF4-FFF2-40B4-BE49-F238E27FC236}">
                <a16:creationId xmlns:a16="http://schemas.microsoft.com/office/drawing/2014/main" id="{AA97CB80-724D-461E-827E-E2F99C111861}"/>
              </a:ext>
            </a:extLst>
          </p:cNvPr>
          <p:cNvSpPr>
            <a:spLocks noGrp="1"/>
          </p:cNvSpPr>
          <p:nvPr>
            <p:ph type="body" sz="quarter" idx="13"/>
          </p:nvPr>
        </p:nvSpPr>
        <p:spPr>
          <a:xfrm>
            <a:off x="695325" y="5208155"/>
            <a:ext cx="3366000" cy="813234"/>
          </a:xfrm>
        </p:spPr>
        <p:txBody>
          <a:bodyPr/>
          <a:lstStyle>
            <a:lvl1pPr marL="0" indent="0">
              <a:buFontTx/>
              <a:buNone/>
              <a:defRPr sz="1400"/>
            </a:lvl1pPr>
            <a:lvl2pPr marL="153988" indent="0">
              <a:buFontTx/>
              <a:buNone/>
              <a:defRPr/>
            </a:lvl2pPr>
            <a:lvl3pPr marL="339725" indent="0">
              <a:buFontTx/>
              <a:buNone/>
              <a:defRPr/>
            </a:lvl3pPr>
          </a:lstStyle>
          <a:p>
            <a:pPr lvl="0"/>
            <a:r>
              <a:rPr lang="en-US"/>
              <a:t>Click to edit Master text styles</a:t>
            </a:r>
          </a:p>
        </p:txBody>
      </p:sp>
      <p:sp>
        <p:nvSpPr>
          <p:cNvPr id="12" name="Text Placeholder 11">
            <a:extLst>
              <a:ext uri="{FF2B5EF4-FFF2-40B4-BE49-F238E27FC236}">
                <a16:creationId xmlns:a16="http://schemas.microsoft.com/office/drawing/2014/main" id="{90D26E02-77E8-4784-8AE0-A7F0D633EA2F}"/>
              </a:ext>
            </a:extLst>
          </p:cNvPr>
          <p:cNvSpPr>
            <a:spLocks noGrp="1"/>
          </p:cNvSpPr>
          <p:nvPr>
            <p:ph type="body" sz="quarter" idx="14" hasCustomPrompt="1"/>
          </p:nvPr>
        </p:nvSpPr>
        <p:spPr>
          <a:xfrm>
            <a:off x="695325" y="1091691"/>
            <a:ext cx="10801350" cy="345600"/>
          </a:xfrm>
        </p:spPr>
        <p:txBody>
          <a:bodyPr wrap="square"/>
          <a:lstStyle>
            <a:lvl1pPr marL="0" indent="0">
              <a:spcBef>
                <a:spcPts val="0"/>
              </a:spcBef>
              <a:buFontTx/>
              <a:buNone/>
              <a:defRPr sz="2000"/>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Sub-heading</a:t>
            </a:r>
          </a:p>
        </p:txBody>
      </p:sp>
      <p:sp>
        <p:nvSpPr>
          <p:cNvPr id="17" name="Picture Placeholder 16">
            <a:extLst>
              <a:ext uri="{FF2B5EF4-FFF2-40B4-BE49-F238E27FC236}">
                <a16:creationId xmlns:a16="http://schemas.microsoft.com/office/drawing/2014/main" id="{B5B5DA41-82D4-40C7-B4BD-CF94860CACF2}"/>
              </a:ext>
            </a:extLst>
          </p:cNvPr>
          <p:cNvSpPr>
            <a:spLocks noGrp="1"/>
          </p:cNvSpPr>
          <p:nvPr>
            <p:ph type="pic" sz="quarter" idx="15"/>
          </p:nvPr>
        </p:nvSpPr>
        <p:spPr>
          <a:xfrm>
            <a:off x="695325" y="1773238"/>
            <a:ext cx="3366000" cy="3348000"/>
          </a:xfrm>
          <a:solidFill>
            <a:schemeClr val="accent2"/>
          </a:solidFill>
        </p:spPr>
        <p:txBody>
          <a:bodyPr tIns="576000" anchor="ctr" anchorCtr="0"/>
          <a:lstStyle>
            <a:lvl1pPr marL="0" indent="0" algn="ctr">
              <a:buFontTx/>
              <a:buNone/>
              <a:defRPr sz="1200">
                <a:solidFill>
                  <a:schemeClr val="bg1"/>
                </a:solidFill>
              </a:defRPr>
            </a:lvl1pPr>
          </a:lstStyle>
          <a:p>
            <a:r>
              <a:rPr lang="en-US"/>
              <a:t>Click icon to add picture</a:t>
            </a:r>
          </a:p>
        </p:txBody>
      </p:sp>
      <p:sp>
        <p:nvSpPr>
          <p:cNvPr id="9" name="Picture Placeholder 16">
            <a:extLst>
              <a:ext uri="{FF2B5EF4-FFF2-40B4-BE49-F238E27FC236}">
                <a16:creationId xmlns:a16="http://schemas.microsoft.com/office/drawing/2014/main" id="{F9710823-2A6C-48A9-80CF-AE2DE66E140D}"/>
              </a:ext>
            </a:extLst>
          </p:cNvPr>
          <p:cNvSpPr>
            <a:spLocks noGrp="1"/>
          </p:cNvSpPr>
          <p:nvPr>
            <p:ph type="pic" sz="quarter" idx="16"/>
          </p:nvPr>
        </p:nvSpPr>
        <p:spPr>
          <a:xfrm>
            <a:off x="4413000" y="1773238"/>
            <a:ext cx="3366000" cy="3348000"/>
          </a:xfrm>
          <a:solidFill>
            <a:schemeClr val="accent2"/>
          </a:solidFill>
        </p:spPr>
        <p:txBody>
          <a:bodyPr tIns="576000" anchor="ctr" anchorCtr="0"/>
          <a:lstStyle>
            <a:lvl1pPr marL="0" indent="0" algn="ctr">
              <a:buFontTx/>
              <a:buNone/>
              <a:defRPr sz="1200">
                <a:solidFill>
                  <a:schemeClr val="bg1"/>
                </a:solidFill>
              </a:defRPr>
            </a:lvl1pPr>
          </a:lstStyle>
          <a:p>
            <a:r>
              <a:rPr lang="en-US"/>
              <a:t>Click icon to add picture</a:t>
            </a:r>
          </a:p>
        </p:txBody>
      </p:sp>
      <p:sp>
        <p:nvSpPr>
          <p:cNvPr id="11" name="Text Placeholder 9">
            <a:extLst>
              <a:ext uri="{FF2B5EF4-FFF2-40B4-BE49-F238E27FC236}">
                <a16:creationId xmlns:a16="http://schemas.microsoft.com/office/drawing/2014/main" id="{EEA12167-DC54-4DEA-8199-867A2CFF905F}"/>
              </a:ext>
            </a:extLst>
          </p:cNvPr>
          <p:cNvSpPr>
            <a:spLocks noGrp="1"/>
          </p:cNvSpPr>
          <p:nvPr>
            <p:ph type="body" sz="quarter" idx="17"/>
          </p:nvPr>
        </p:nvSpPr>
        <p:spPr>
          <a:xfrm>
            <a:off x="4413001" y="5208155"/>
            <a:ext cx="3366000" cy="813234"/>
          </a:xfrm>
        </p:spPr>
        <p:txBody>
          <a:bodyPr/>
          <a:lstStyle>
            <a:lvl1pPr marL="0" indent="0">
              <a:buFontTx/>
              <a:buNone/>
              <a:defRPr sz="1400"/>
            </a:lvl1pPr>
            <a:lvl2pPr marL="153988" indent="0">
              <a:buFontTx/>
              <a:buNone/>
              <a:defRPr/>
            </a:lvl2pPr>
            <a:lvl3pPr marL="339725" indent="0">
              <a:buFontTx/>
              <a:buNone/>
              <a:defRPr/>
            </a:lvl3pPr>
          </a:lstStyle>
          <a:p>
            <a:pPr lvl="0"/>
            <a:r>
              <a:rPr lang="en-US"/>
              <a:t>Click to edit Master text styles</a:t>
            </a:r>
          </a:p>
        </p:txBody>
      </p:sp>
      <p:sp>
        <p:nvSpPr>
          <p:cNvPr id="13" name="Picture Placeholder 16">
            <a:extLst>
              <a:ext uri="{FF2B5EF4-FFF2-40B4-BE49-F238E27FC236}">
                <a16:creationId xmlns:a16="http://schemas.microsoft.com/office/drawing/2014/main" id="{D2897832-36AE-4E0E-9085-204130CC145A}"/>
              </a:ext>
            </a:extLst>
          </p:cNvPr>
          <p:cNvSpPr>
            <a:spLocks noGrp="1"/>
          </p:cNvSpPr>
          <p:nvPr>
            <p:ph type="pic" sz="quarter" idx="18"/>
          </p:nvPr>
        </p:nvSpPr>
        <p:spPr>
          <a:xfrm>
            <a:off x="8130675" y="1773238"/>
            <a:ext cx="3366000" cy="3348000"/>
          </a:xfrm>
          <a:solidFill>
            <a:schemeClr val="accent2"/>
          </a:solidFill>
        </p:spPr>
        <p:txBody>
          <a:bodyPr tIns="576000" anchor="ctr" anchorCtr="0"/>
          <a:lstStyle>
            <a:lvl1pPr marL="0" indent="0" algn="ctr">
              <a:buFontTx/>
              <a:buNone/>
              <a:defRPr sz="1200">
                <a:solidFill>
                  <a:schemeClr val="bg1"/>
                </a:solidFill>
              </a:defRPr>
            </a:lvl1pPr>
          </a:lstStyle>
          <a:p>
            <a:r>
              <a:rPr lang="en-US"/>
              <a:t>Click icon to add picture</a:t>
            </a:r>
          </a:p>
        </p:txBody>
      </p:sp>
      <p:sp>
        <p:nvSpPr>
          <p:cNvPr id="14" name="Text Placeholder 9">
            <a:extLst>
              <a:ext uri="{FF2B5EF4-FFF2-40B4-BE49-F238E27FC236}">
                <a16:creationId xmlns:a16="http://schemas.microsoft.com/office/drawing/2014/main" id="{8656A579-00D4-4A1D-96D5-2856157D5539}"/>
              </a:ext>
            </a:extLst>
          </p:cNvPr>
          <p:cNvSpPr>
            <a:spLocks noGrp="1"/>
          </p:cNvSpPr>
          <p:nvPr>
            <p:ph type="body" sz="quarter" idx="19"/>
          </p:nvPr>
        </p:nvSpPr>
        <p:spPr>
          <a:xfrm>
            <a:off x="8130675" y="5208155"/>
            <a:ext cx="3366000" cy="813234"/>
          </a:xfrm>
        </p:spPr>
        <p:txBody>
          <a:bodyPr/>
          <a:lstStyle>
            <a:lvl1pPr marL="0" indent="0">
              <a:buFontTx/>
              <a:buNone/>
              <a:defRPr sz="1400"/>
            </a:lvl1pPr>
            <a:lvl2pPr marL="153988" indent="0">
              <a:buFontTx/>
              <a:buNone/>
              <a:defRPr/>
            </a:lvl2pPr>
            <a:lvl3pPr marL="339725" indent="0">
              <a:buFontTx/>
              <a:buNone/>
              <a:defRPr/>
            </a:lvl3pPr>
          </a:lstStyle>
          <a:p>
            <a:pPr lvl="0"/>
            <a:r>
              <a:rPr lang="en-US"/>
              <a:t>Click to edit Master text styles</a:t>
            </a:r>
          </a:p>
        </p:txBody>
      </p:sp>
      <p:sp>
        <p:nvSpPr>
          <p:cNvPr id="2" name="Date Placeholder 1">
            <a:extLst>
              <a:ext uri="{FF2B5EF4-FFF2-40B4-BE49-F238E27FC236}">
                <a16:creationId xmlns:a16="http://schemas.microsoft.com/office/drawing/2014/main" id="{DC9640D7-192F-438C-8BED-F8F8989ABE3F}"/>
              </a:ext>
            </a:extLst>
          </p:cNvPr>
          <p:cNvSpPr>
            <a:spLocks noGrp="1"/>
          </p:cNvSpPr>
          <p:nvPr>
            <p:ph type="dt" sz="half" idx="20"/>
          </p:nvPr>
        </p:nvSpPr>
        <p:spPr/>
        <p:txBody>
          <a:bodyPr/>
          <a:lstStyle/>
          <a:p>
            <a:fld id="{7B4B70C9-D298-46AF-98ED-2EF10DDBA8AB}" type="datetime3">
              <a:rPr lang="en-GB" smtClean="0"/>
              <a:t>24 March, 2026</a:t>
            </a:fld>
            <a:endParaRPr lang="en-GB" dirty="0"/>
          </a:p>
        </p:txBody>
      </p:sp>
      <p:sp>
        <p:nvSpPr>
          <p:cNvPr id="3" name="Footer Placeholder 2">
            <a:extLst>
              <a:ext uri="{FF2B5EF4-FFF2-40B4-BE49-F238E27FC236}">
                <a16:creationId xmlns:a16="http://schemas.microsoft.com/office/drawing/2014/main" id="{C1965707-1782-4524-A082-BDE78BCCCD69}"/>
              </a:ext>
            </a:extLst>
          </p:cNvPr>
          <p:cNvSpPr>
            <a:spLocks noGrp="1"/>
          </p:cNvSpPr>
          <p:nvPr>
            <p:ph type="ftr" sz="quarter" idx="21"/>
          </p:nvPr>
        </p:nvSpPr>
        <p:spPr/>
        <p:txBody>
          <a:bodyPr/>
          <a:lstStyle/>
          <a:p>
            <a:r>
              <a:rPr lang="en-GB"/>
              <a:t>Presentation name</a:t>
            </a:r>
            <a:endParaRPr lang="en-GB" dirty="0"/>
          </a:p>
        </p:txBody>
      </p:sp>
      <p:sp>
        <p:nvSpPr>
          <p:cNvPr id="8" name="Slide Number Placeholder 7">
            <a:extLst>
              <a:ext uri="{FF2B5EF4-FFF2-40B4-BE49-F238E27FC236}">
                <a16:creationId xmlns:a16="http://schemas.microsoft.com/office/drawing/2014/main" id="{735A0A7E-28CC-4E09-B598-AC2602959504}"/>
              </a:ext>
            </a:extLst>
          </p:cNvPr>
          <p:cNvSpPr>
            <a:spLocks noGrp="1"/>
          </p:cNvSpPr>
          <p:nvPr>
            <p:ph type="sldNum" sz="quarter" idx="22"/>
          </p:nvPr>
        </p:nvSpPr>
        <p:spPr/>
        <p:txBody>
          <a:bodyPr/>
          <a:lstStyle/>
          <a:p>
            <a:r>
              <a:rPr lang="en-GB"/>
              <a:t>Page </a:t>
            </a:r>
            <a:fld id="{C2FE92B8-3297-49BF-866E-FDAA607BBC0B}" type="slidenum">
              <a:rPr lang="en-GB" smtClean="0"/>
              <a:pPr/>
              <a:t>‹#›</a:t>
            </a:fld>
            <a:endParaRPr lang="en-GB" dirty="0"/>
          </a:p>
        </p:txBody>
      </p:sp>
    </p:spTree>
    <p:extLst>
      <p:ext uri="{BB962C8B-B14F-4D97-AF65-F5344CB8AC3E}">
        <p14:creationId xmlns:p14="http://schemas.microsoft.com/office/powerpoint/2010/main" val="2714809779"/>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12 - Heading with text bullet and picture">
    <p:spTree>
      <p:nvGrpSpPr>
        <p:cNvPr id="1" name=""/>
        <p:cNvGrpSpPr/>
        <p:nvPr/>
      </p:nvGrpSpPr>
      <p:grpSpPr>
        <a:xfrm>
          <a:off x="0" y="0"/>
          <a:ext cx="0" cy="0"/>
          <a:chOff x="0" y="0"/>
          <a:chExt cx="0" cy="0"/>
        </a:xfrm>
      </p:grpSpPr>
      <p:sp>
        <p:nvSpPr>
          <p:cNvPr id="17" name="Content Placeholder 4">
            <a:extLst>
              <a:ext uri="{FF2B5EF4-FFF2-40B4-BE49-F238E27FC236}">
                <a16:creationId xmlns:a16="http://schemas.microsoft.com/office/drawing/2014/main" id="{EBA8AC51-624D-400A-9881-7445ECC8EC27}"/>
              </a:ext>
            </a:extLst>
          </p:cNvPr>
          <p:cNvSpPr>
            <a:spLocks noGrp="1"/>
          </p:cNvSpPr>
          <p:nvPr>
            <p:ph sz="quarter" idx="19"/>
          </p:nvPr>
        </p:nvSpPr>
        <p:spPr>
          <a:xfrm>
            <a:off x="696000" y="1773238"/>
            <a:ext cx="5219326" cy="4248150"/>
          </a:xfrm>
        </p:spPr>
        <p:txBody>
          <a:bodyPr/>
          <a:lstStyle/>
          <a:p>
            <a:pPr lvl="0"/>
            <a:r>
              <a:rPr lang="en-US"/>
              <a:t>Click to edit Master text styles</a:t>
            </a:r>
          </a:p>
          <a:p>
            <a:pPr lvl="1"/>
            <a:r>
              <a:rPr lang="en-US"/>
              <a:t>Second level</a:t>
            </a:r>
          </a:p>
          <a:p>
            <a:pPr lvl="2"/>
            <a:r>
              <a:rPr lang="en-US"/>
              <a:t>Third level</a:t>
            </a:r>
          </a:p>
        </p:txBody>
      </p:sp>
      <p:sp>
        <p:nvSpPr>
          <p:cNvPr id="14" name="Picture Placeholder 13">
            <a:extLst>
              <a:ext uri="{FF2B5EF4-FFF2-40B4-BE49-F238E27FC236}">
                <a16:creationId xmlns:a16="http://schemas.microsoft.com/office/drawing/2014/main" id="{5AC75909-1AC1-4024-8158-7AF297D3B637}"/>
              </a:ext>
            </a:extLst>
          </p:cNvPr>
          <p:cNvSpPr>
            <a:spLocks noGrp="1"/>
          </p:cNvSpPr>
          <p:nvPr>
            <p:ph type="pic" sz="quarter" idx="15"/>
          </p:nvPr>
        </p:nvSpPr>
        <p:spPr>
          <a:xfrm>
            <a:off x="6938954" y="0"/>
            <a:ext cx="5253046" cy="5774490"/>
          </a:xfrm>
          <a:custGeom>
            <a:avLst/>
            <a:gdLst>
              <a:gd name="connsiteX0" fmla="*/ 4523770 w 5253046"/>
              <a:gd name="connsiteY0" fmla="*/ 0 h 5774490"/>
              <a:gd name="connsiteX1" fmla="*/ 5253046 w 5253046"/>
              <a:gd name="connsiteY1" fmla="*/ 0 h 5774490"/>
              <a:gd name="connsiteX2" fmla="*/ 5253046 w 5253046"/>
              <a:gd name="connsiteY2" fmla="*/ 27505 h 5774490"/>
              <a:gd name="connsiteX3" fmla="*/ 5253046 w 5253046"/>
              <a:gd name="connsiteY3" fmla="*/ 536672 h 5774490"/>
              <a:gd name="connsiteX4" fmla="*/ 5253046 w 5253046"/>
              <a:gd name="connsiteY4" fmla="*/ 4168788 h 5774490"/>
              <a:gd name="connsiteX5" fmla="*/ 2552320 w 5253046"/>
              <a:gd name="connsiteY5" fmla="*/ 5728066 h 5774490"/>
              <a:gd name="connsiteX6" fmla="*/ 2079565 w 5253046"/>
              <a:gd name="connsiteY6" fmla="*/ 5601394 h 5774490"/>
              <a:gd name="connsiteX7" fmla="*/ 46425 w 5253046"/>
              <a:gd name="connsiteY7" fmla="*/ 2079921 h 5774490"/>
              <a:gd name="connsiteX8" fmla="*/ 173097 w 5253046"/>
              <a:gd name="connsiteY8" fmla="*/ 1607167 h 5774490"/>
              <a:gd name="connsiteX9" fmla="*/ 2956765 w 5253046"/>
              <a:gd name="connsiteY9" fmla="*/ 1 h 5774490"/>
              <a:gd name="connsiteX10" fmla="*/ 4523770 w 5253046"/>
              <a:gd name="connsiteY10" fmla="*/ 1 h 57744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53046" h="5774490">
                <a:moveTo>
                  <a:pt x="4523770" y="0"/>
                </a:moveTo>
                <a:lnTo>
                  <a:pt x="5253046" y="0"/>
                </a:lnTo>
                <a:lnTo>
                  <a:pt x="5253046" y="27505"/>
                </a:lnTo>
                <a:lnTo>
                  <a:pt x="5253046" y="536672"/>
                </a:lnTo>
                <a:lnTo>
                  <a:pt x="5253046" y="4168788"/>
                </a:lnTo>
                <a:lnTo>
                  <a:pt x="2552320" y="5728066"/>
                </a:lnTo>
                <a:cubicBezTo>
                  <a:pt x="2386793" y="5823634"/>
                  <a:pt x="2175134" y="5766921"/>
                  <a:pt x="2079565" y="5601394"/>
                </a:cubicBezTo>
                <a:lnTo>
                  <a:pt x="46425" y="2079921"/>
                </a:lnTo>
                <a:cubicBezTo>
                  <a:pt x="-49143" y="1914394"/>
                  <a:pt x="7570" y="1702735"/>
                  <a:pt x="173097" y="1607167"/>
                </a:cubicBezTo>
                <a:lnTo>
                  <a:pt x="2956765" y="1"/>
                </a:lnTo>
                <a:lnTo>
                  <a:pt x="4523770" y="1"/>
                </a:lnTo>
                <a:close/>
              </a:path>
            </a:pathLst>
          </a:custGeom>
          <a:blipFill>
            <a:blip r:embed="rId2"/>
            <a:stretch>
              <a:fillRect/>
            </a:stretch>
          </a:blipFill>
        </p:spPr>
        <p:txBody>
          <a:bodyPr wrap="square" tIns="576000" anchor="ctr" anchorCtr="0">
            <a:noAutofit/>
          </a:bodyPr>
          <a:lstStyle>
            <a:lvl1pPr marL="0" indent="0" algn="ctr">
              <a:buFontTx/>
              <a:buNone/>
              <a:defRPr sz="1200">
                <a:solidFill>
                  <a:schemeClr val="bg1"/>
                </a:solidFill>
              </a:defRPr>
            </a:lvl1pPr>
          </a:lstStyle>
          <a:p>
            <a:r>
              <a:rPr lang="en-US"/>
              <a:t>Click icon to add picture</a:t>
            </a:r>
          </a:p>
        </p:txBody>
      </p:sp>
      <p:sp>
        <p:nvSpPr>
          <p:cNvPr id="7" name="Title 6">
            <a:extLst>
              <a:ext uri="{FF2B5EF4-FFF2-40B4-BE49-F238E27FC236}">
                <a16:creationId xmlns:a16="http://schemas.microsoft.com/office/drawing/2014/main" id="{CC5EDD42-E1EF-4CE7-815D-02CFBB24B793}"/>
              </a:ext>
            </a:extLst>
          </p:cNvPr>
          <p:cNvSpPr>
            <a:spLocks noGrp="1"/>
          </p:cNvSpPr>
          <p:nvPr>
            <p:ph type="title" hasCustomPrompt="1"/>
          </p:nvPr>
        </p:nvSpPr>
        <p:spPr>
          <a:xfrm>
            <a:off x="696000" y="412225"/>
            <a:ext cx="5220000" cy="676800"/>
          </a:xfrm>
        </p:spPr>
        <p:txBody>
          <a:bodyPr/>
          <a:lstStyle>
            <a:lvl1pPr>
              <a:lnSpc>
                <a:spcPct val="100000"/>
              </a:lnSpc>
              <a:defRPr/>
            </a:lvl1pPr>
          </a:lstStyle>
          <a:p>
            <a:r>
              <a:rPr lang="en-GB" dirty="0"/>
              <a:t>Heading</a:t>
            </a:r>
          </a:p>
        </p:txBody>
      </p:sp>
      <p:sp>
        <p:nvSpPr>
          <p:cNvPr id="12" name="Text Placeholder 11">
            <a:extLst>
              <a:ext uri="{FF2B5EF4-FFF2-40B4-BE49-F238E27FC236}">
                <a16:creationId xmlns:a16="http://schemas.microsoft.com/office/drawing/2014/main" id="{90D26E02-77E8-4784-8AE0-A7F0D633EA2F}"/>
              </a:ext>
            </a:extLst>
          </p:cNvPr>
          <p:cNvSpPr>
            <a:spLocks noGrp="1"/>
          </p:cNvSpPr>
          <p:nvPr>
            <p:ph type="body" sz="quarter" idx="14" hasCustomPrompt="1"/>
          </p:nvPr>
        </p:nvSpPr>
        <p:spPr>
          <a:xfrm>
            <a:off x="695325" y="1091691"/>
            <a:ext cx="5220000" cy="345600"/>
          </a:xfrm>
        </p:spPr>
        <p:txBody>
          <a:bodyPr wrap="square"/>
          <a:lstStyle>
            <a:lvl1pPr marL="0" indent="0">
              <a:spcBef>
                <a:spcPts val="0"/>
              </a:spcBef>
              <a:buFontTx/>
              <a:buNone/>
              <a:defRPr sz="2000"/>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Sub-heading</a:t>
            </a:r>
          </a:p>
        </p:txBody>
      </p:sp>
      <p:sp>
        <p:nvSpPr>
          <p:cNvPr id="15" name="Date Placeholder 14">
            <a:extLst>
              <a:ext uri="{FF2B5EF4-FFF2-40B4-BE49-F238E27FC236}">
                <a16:creationId xmlns:a16="http://schemas.microsoft.com/office/drawing/2014/main" id="{898CD92C-5894-4207-9621-E840C9E7F0FC}"/>
              </a:ext>
            </a:extLst>
          </p:cNvPr>
          <p:cNvSpPr>
            <a:spLocks noGrp="1"/>
          </p:cNvSpPr>
          <p:nvPr>
            <p:ph type="dt" sz="half" idx="16"/>
          </p:nvPr>
        </p:nvSpPr>
        <p:spPr/>
        <p:txBody>
          <a:bodyPr/>
          <a:lstStyle/>
          <a:p>
            <a:fld id="{B0E90497-7D2A-4D94-98EC-1AD5861C350C}" type="datetime3">
              <a:rPr lang="en-GB" smtClean="0"/>
              <a:t>24 March, 2026</a:t>
            </a:fld>
            <a:endParaRPr lang="en-GB" dirty="0"/>
          </a:p>
        </p:txBody>
      </p:sp>
      <p:sp>
        <p:nvSpPr>
          <p:cNvPr id="19" name="Footer Placeholder 18">
            <a:extLst>
              <a:ext uri="{FF2B5EF4-FFF2-40B4-BE49-F238E27FC236}">
                <a16:creationId xmlns:a16="http://schemas.microsoft.com/office/drawing/2014/main" id="{397FA148-944F-48C7-B628-022802F2AC7A}"/>
              </a:ext>
            </a:extLst>
          </p:cNvPr>
          <p:cNvSpPr>
            <a:spLocks noGrp="1"/>
          </p:cNvSpPr>
          <p:nvPr>
            <p:ph type="ftr" sz="quarter" idx="17"/>
          </p:nvPr>
        </p:nvSpPr>
        <p:spPr/>
        <p:txBody>
          <a:bodyPr/>
          <a:lstStyle/>
          <a:p>
            <a:r>
              <a:rPr lang="en-GB"/>
              <a:t>Presentation name</a:t>
            </a:r>
            <a:endParaRPr lang="en-GB" dirty="0"/>
          </a:p>
        </p:txBody>
      </p:sp>
      <p:sp>
        <p:nvSpPr>
          <p:cNvPr id="20" name="Slide Number Placeholder 19">
            <a:extLst>
              <a:ext uri="{FF2B5EF4-FFF2-40B4-BE49-F238E27FC236}">
                <a16:creationId xmlns:a16="http://schemas.microsoft.com/office/drawing/2014/main" id="{5926AE34-13D7-4677-81A9-1224285EA8E5}"/>
              </a:ext>
            </a:extLst>
          </p:cNvPr>
          <p:cNvSpPr>
            <a:spLocks noGrp="1"/>
          </p:cNvSpPr>
          <p:nvPr>
            <p:ph type="sldNum" sz="quarter" idx="18"/>
          </p:nvPr>
        </p:nvSpPr>
        <p:spPr/>
        <p:txBody>
          <a:bodyPr/>
          <a:lstStyle/>
          <a:p>
            <a:r>
              <a:rPr lang="en-GB"/>
              <a:t>Page </a:t>
            </a:r>
            <a:fld id="{C2FE92B8-3297-49BF-866E-FDAA607BBC0B}" type="slidenum">
              <a:rPr lang="en-GB" smtClean="0"/>
              <a:pPr/>
              <a:t>‹#›</a:t>
            </a:fld>
            <a:endParaRPr lang="en-GB" dirty="0"/>
          </a:p>
        </p:txBody>
      </p:sp>
    </p:spTree>
    <p:extLst>
      <p:ext uri="{BB962C8B-B14F-4D97-AF65-F5344CB8AC3E}">
        <p14:creationId xmlns:p14="http://schemas.microsoft.com/office/powerpoint/2010/main" val="125209137"/>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13 - Heading with text bullet and picture with snow 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44A6B25-FC4A-4987-9474-291CA10989BF}"/>
              </a:ext>
            </a:extLst>
          </p:cNvPr>
          <p:cNvSpPr/>
          <p:nvPr userDrawn="1"/>
        </p:nvSpPr>
        <p:spPr>
          <a:xfrm>
            <a:off x="0" y="0"/>
            <a:ext cx="12192000" cy="616585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8" name="Content Placeholder 4">
            <a:extLst>
              <a:ext uri="{FF2B5EF4-FFF2-40B4-BE49-F238E27FC236}">
                <a16:creationId xmlns:a16="http://schemas.microsoft.com/office/drawing/2014/main" id="{6B3D6906-11C8-48EF-8D5A-179C11FEEB23}"/>
              </a:ext>
            </a:extLst>
          </p:cNvPr>
          <p:cNvSpPr>
            <a:spLocks noGrp="1"/>
          </p:cNvSpPr>
          <p:nvPr>
            <p:ph sz="quarter" idx="19"/>
          </p:nvPr>
        </p:nvSpPr>
        <p:spPr>
          <a:xfrm>
            <a:off x="696000" y="1773238"/>
            <a:ext cx="5219326" cy="4248150"/>
          </a:xfrm>
        </p:spPr>
        <p:txBody>
          <a:bodyPr/>
          <a:lstStyle/>
          <a:p>
            <a:pPr lvl="0"/>
            <a:r>
              <a:rPr lang="en-US"/>
              <a:t>Click to edit Master text styles</a:t>
            </a:r>
          </a:p>
          <a:p>
            <a:pPr lvl="1"/>
            <a:r>
              <a:rPr lang="en-US"/>
              <a:t>Second level</a:t>
            </a:r>
          </a:p>
          <a:p>
            <a:pPr lvl="2"/>
            <a:r>
              <a:rPr lang="en-US"/>
              <a:t>Third level</a:t>
            </a:r>
          </a:p>
        </p:txBody>
      </p:sp>
      <p:sp>
        <p:nvSpPr>
          <p:cNvPr id="14" name="Picture Placeholder 13">
            <a:extLst>
              <a:ext uri="{FF2B5EF4-FFF2-40B4-BE49-F238E27FC236}">
                <a16:creationId xmlns:a16="http://schemas.microsoft.com/office/drawing/2014/main" id="{1BBAD701-AB68-46F0-B316-D316FD817603}"/>
              </a:ext>
            </a:extLst>
          </p:cNvPr>
          <p:cNvSpPr>
            <a:spLocks noGrp="1"/>
          </p:cNvSpPr>
          <p:nvPr>
            <p:ph type="pic" sz="quarter" idx="15"/>
          </p:nvPr>
        </p:nvSpPr>
        <p:spPr>
          <a:xfrm>
            <a:off x="6938954" y="2"/>
            <a:ext cx="5253046" cy="5774489"/>
          </a:xfrm>
          <a:custGeom>
            <a:avLst/>
            <a:gdLst>
              <a:gd name="connsiteX0" fmla="*/ 2956765 w 5253046"/>
              <a:gd name="connsiteY0" fmla="*/ 0 h 5774489"/>
              <a:gd name="connsiteX1" fmla="*/ 5237166 w 5253046"/>
              <a:gd name="connsiteY1" fmla="*/ 0 h 5774489"/>
              <a:gd name="connsiteX2" fmla="*/ 5253046 w 5253046"/>
              <a:gd name="connsiteY2" fmla="*/ 27504 h 5774489"/>
              <a:gd name="connsiteX3" fmla="*/ 5253046 w 5253046"/>
              <a:gd name="connsiteY3" fmla="*/ 4168787 h 5774489"/>
              <a:gd name="connsiteX4" fmla="*/ 2552320 w 5253046"/>
              <a:gd name="connsiteY4" fmla="*/ 5728065 h 5774489"/>
              <a:gd name="connsiteX5" fmla="*/ 2079565 w 5253046"/>
              <a:gd name="connsiteY5" fmla="*/ 5601393 h 5774489"/>
              <a:gd name="connsiteX6" fmla="*/ 46425 w 5253046"/>
              <a:gd name="connsiteY6" fmla="*/ 2079920 h 5774489"/>
              <a:gd name="connsiteX7" fmla="*/ 173097 w 5253046"/>
              <a:gd name="connsiteY7" fmla="*/ 1607166 h 5774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53046" h="5774489">
                <a:moveTo>
                  <a:pt x="2956765" y="0"/>
                </a:moveTo>
                <a:lnTo>
                  <a:pt x="5237166" y="0"/>
                </a:lnTo>
                <a:lnTo>
                  <a:pt x="5253046" y="27504"/>
                </a:lnTo>
                <a:lnTo>
                  <a:pt x="5253046" y="4168787"/>
                </a:lnTo>
                <a:lnTo>
                  <a:pt x="2552320" y="5728065"/>
                </a:lnTo>
                <a:cubicBezTo>
                  <a:pt x="2386793" y="5823633"/>
                  <a:pt x="2175134" y="5766920"/>
                  <a:pt x="2079565" y="5601393"/>
                </a:cubicBezTo>
                <a:lnTo>
                  <a:pt x="46425" y="2079920"/>
                </a:lnTo>
                <a:cubicBezTo>
                  <a:pt x="-49143" y="1914393"/>
                  <a:pt x="7570" y="1702734"/>
                  <a:pt x="173097" y="1607166"/>
                </a:cubicBezTo>
                <a:close/>
              </a:path>
            </a:pathLst>
          </a:custGeom>
          <a:blipFill>
            <a:blip r:embed="rId2"/>
            <a:stretch>
              <a:fillRect/>
            </a:stretch>
          </a:blipFill>
        </p:spPr>
        <p:txBody>
          <a:bodyPr wrap="square" tIns="576000" anchor="ctr" anchorCtr="0">
            <a:noAutofit/>
          </a:bodyPr>
          <a:lstStyle>
            <a:lvl1pPr marL="0" indent="0" algn="ctr">
              <a:buFontTx/>
              <a:buNone/>
              <a:defRPr sz="1200">
                <a:solidFill>
                  <a:schemeClr val="bg1"/>
                </a:solidFill>
              </a:defRPr>
            </a:lvl1pPr>
          </a:lstStyle>
          <a:p>
            <a:r>
              <a:rPr lang="en-US"/>
              <a:t>Click icon to add picture</a:t>
            </a:r>
          </a:p>
        </p:txBody>
      </p:sp>
      <p:sp>
        <p:nvSpPr>
          <p:cNvPr id="7" name="Title 6">
            <a:extLst>
              <a:ext uri="{FF2B5EF4-FFF2-40B4-BE49-F238E27FC236}">
                <a16:creationId xmlns:a16="http://schemas.microsoft.com/office/drawing/2014/main" id="{CC5EDD42-E1EF-4CE7-815D-02CFBB24B793}"/>
              </a:ext>
            </a:extLst>
          </p:cNvPr>
          <p:cNvSpPr>
            <a:spLocks noGrp="1"/>
          </p:cNvSpPr>
          <p:nvPr>
            <p:ph type="title" hasCustomPrompt="1"/>
          </p:nvPr>
        </p:nvSpPr>
        <p:spPr>
          <a:xfrm>
            <a:off x="696000" y="412225"/>
            <a:ext cx="5220000" cy="676800"/>
          </a:xfrm>
        </p:spPr>
        <p:txBody>
          <a:bodyPr/>
          <a:lstStyle>
            <a:lvl1pPr>
              <a:lnSpc>
                <a:spcPct val="100000"/>
              </a:lnSpc>
              <a:defRPr/>
            </a:lvl1pPr>
          </a:lstStyle>
          <a:p>
            <a:r>
              <a:rPr lang="en-GB" dirty="0"/>
              <a:t>Heading</a:t>
            </a:r>
          </a:p>
        </p:txBody>
      </p:sp>
      <p:sp>
        <p:nvSpPr>
          <p:cNvPr id="12" name="Text Placeholder 11">
            <a:extLst>
              <a:ext uri="{FF2B5EF4-FFF2-40B4-BE49-F238E27FC236}">
                <a16:creationId xmlns:a16="http://schemas.microsoft.com/office/drawing/2014/main" id="{90D26E02-77E8-4784-8AE0-A7F0D633EA2F}"/>
              </a:ext>
            </a:extLst>
          </p:cNvPr>
          <p:cNvSpPr>
            <a:spLocks noGrp="1"/>
          </p:cNvSpPr>
          <p:nvPr>
            <p:ph type="body" sz="quarter" idx="14" hasCustomPrompt="1"/>
          </p:nvPr>
        </p:nvSpPr>
        <p:spPr>
          <a:xfrm>
            <a:off x="695325" y="1091691"/>
            <a:ext cx="5220000" cy="345600"/>
          </a:xfrm>
        </p:spPr>
        <p:txBody>
          <a:bodyPr wrap="square"/>
          <a:lstStyle>
            <a:lvl1pPr marL="0" indent="0">
              <a:spcBef>
                <a:spcPts val="0"/>
              </a:spcBef>
              <a:buFontTx/>
              <a:buNone/>
              <a:defRPr sz="2000"/>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Sub-heading</a:t>
            </a:r>
          </a:p>
        </p:txBody>
      </p:sp>
      <p:sp>
        <p:nvSpPr>
          <p:cNvPr id="8" name="Date Placeholder 7">
            <a:extLst>
              <a:ext uri="{FF2B5EF4-FFF2-40B4-BE49-F238E27FC236}">
                <a16:creationId xmlns:a16="http://schemas.microsoft.com/office/drawing/2014/main" id="{707DE5C8-9B52-4332-A89D-35E571648324}"/>
              </a:ext>
            </a:extLst>
          </p:cNvPr>
          <p:cNvSpPr>
            <a:spLocks noGrp="1"/>
          </p:cNvSpPr>
          <p:nvPr>
            <p:ph type="dt" sz="half" idx="16"/>
          </p:nvPr>
        </p:nvSpPr>
        <p:spPr/>
        <p:txBody>
          <a:bodyPr/>
          <a:lstStyle/>
          <a:p>
            <a:fld id="{3019F41C-2E22-43B7-8829-4C09CBA0C7BA}" type="datetime3">
              <a:rPr lang="en-GB" smtClean="0"/>
              <a:t>24 March, 2026</a:t>
            </a:fld>
            <a:endParaRPr lang="en-GB" dirty="0"/>
          </a:p>
        </p:txBody>
      </p:sp>
      <p:sp>
        <p:nvSpPr>
          <p:cNvPr id="15" name="Footer Placeholder 14">
            <a:extLst>
              <a:ext uri="{FF2B5EF4-FFF2-40B4-BE49-F238E27FC236}">
                <a16:creationId xmlns:a16="http://schemas.microsoft.com/office/drawing/2014/main" id="{D8968C54-7C67-47F5-B33C-42A8E40B3296}"/>
              </a:ext>
            </a:extLst>
          </p:cNvPr>
          <p:cNvSpPr>
            <a:spLocks noGrp="1"/>
          </p:cNvSpPr>
          <p:nvPr>
            <p:ph type="ftr" sz="quarter" idx="17"/>
          </p:nvPr>
        </p:nvSpPr>
        <p:spPr/>
        <p:txBody>
          <a:bodyPr/>
          <a:lstStyle/>
          <a:p>
            <a:r>
              <a:rPr lang="en-GB"/>
              <a:t>Presentation name</a:t>
            </a:r>
            <a:endParaRPr lang="en-GB" dirty="0"/>
          </a:p>
        </p:txBody>
      </p:sp>
      <p:sp>
        <p:nvSpPr>
          <p:cNvPr id="16" name="Slide Number Placeholder 15">
            <a:extLst>
              <a:ext uri="{FF2B5EF4-FFF2-40B4-BE49-F238E27FC236}">
                <a16:creationId xmlns:a16="http://schemas.microsoft.com/office/drawing/2014/main" id="{F430A758-BC26-4A81-B678-8E6CE588F82B}"/>
              </a:ext>
            </a:extLst>
          </p:cNvPr>
          <p:cNvSpPr>
            <a:spLocks noGrp="1"/>
          </p:cNvSpPr>
          <p:nvPr>
            <p:ph type="sldNum" sz="quarter" idx="18"/>
          </p:nvPr>
        </p:nvSpPr>
        <p:spPr/>
        <p:txBody>
          <a:bodyPr/>
          <a:lstStyle/>
          <a:p>
            <a:r>
              <a:rPr lang="en-GB"/>
              <a:t>Page </a:t>
            </a:r>
            <a:fld id="{C2FE92B8-3297-49BF-866E-FDAA607BBC0B}" type="slidenum">
              <a:rPr lang="en-GB" smtClean="0"/>
              <a:pPr/>
              <a:t>‹#›</a:t>
            </a:fld>
            <a:endParaRPr lang="en-GB" dirty="0"/>
          </a:p>
        </p:txBody>
      </p:sp>
    </p:spTree>
    <p:extLst>
      <p:ext uri="{BB962C8B-B14F-4D97-AF65-F5344CB8AC3E}">
        <p14:creationId xmlns:p14="http://schemas.microsoft.com/office/powerpoint/2010/main" val="2537332178"/>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14 - Heading with text bullet and picture with blue 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44A6B25-FC4A-4987-9474-291CA10989BF}"/>
              </a:ext>
            </a:extLst>
          </p:cNvPr>
          <p:cNvSpPr/>
          <p:nvPr userDrawn="1"/>
        </p:nvSpPr>
        <p:spPr>
          <a:xfrm>
            <a:off x="0" y="0"/>
            <a:ext cx="12192000" cy="616585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6" name="Content Placeholder 4">
            <a:extLst>
              <a:ext uri="{FF2B5EF4-FFF2-40B4-BE49-F238E27FC236}">
                <a16:creationId xmlns:a16="http://schemas.microsoft.com/office/drawing/2014/main" id="{A4727D2C-68A2-4036-B1F5-6E338BAB3ED6}"/>
              </a:ext>
            </a:extLst>
          </p:cNvPr>
          <p:cNvSpPr>
            <a:spLocks noGrp="1"/>
          </p:cNvSpPr>
          <p:nvPr>
            <p:ph sz="quarter" idx="19"/>
          </p:nvPr>
        </p:nvSpPr>
        <p:spPr>
          <a:xfrm>
            <a:off x="696000" y="1773238"/>
            <a:ext cx="5219326" cy="4248150"/>
          </a:xfrm>
        </p:spPr>
        <p:txBody>
          <a:bodyPr/>
          <a:lstStyle>
            <a:lvl1pPr>
              <a:defRPr>
                <a:solidFill>
                  <a:schemeClr val="bg1"/>
                </a:solidFill>
              </a:defRPr>
            </a:lvl1pPr>
            <a:lvl2pPr>
              <a:defRPr>
                <a:solidFill>
                  <a:schemeClr val="bg1"/>
                </a:solidFill>
              </a:defRPr>
            </a:lvl2pPr>
            <a:lvl3pPr>
              <a:defRPr>
                <a:solidFill>
                  <a:schemeClr val="bg1"/>
                </a:solidFill>
              </a:defRPr>
            </a:lvl3pPr>
          </a:lstStyle>
          <a:p>
            <a:pPr lvl="0"/>
            <a:r>
              <a:rPr lang="en-US"/>
              <a:t>Click to edit Master text styles</a:t>
            </a:r>
          </a:p>
          <a:p>
            <a:pPr lvl="1"/>
            <a:r>
              <a:rPr lang="en-US"/>
              <a:t>Second level</a:t>
            </a:r>
          </a:p>
          <a:p>
            <a:pPr lvl="2"/>
            <a:r>
              <a:rPr lang="en-US"/>
              <a:t>Third level</a:t>
            </a:r>
          </a:p>
        </p:txBody>
      </p:sp>
      <p:sp>
        <p:nvSpPr>
          <p:cNvPr id="7" name="Title 6">
            <a:extLst>
              <a:ext uri="{FF2B5EF4-FFF2-40B4-BE49-F238E27FC236}">
                <a16:creationId xmlns:a16="http://schemas.microsoft.com/office/drawing/2014/main" id="{CC5EDD42-E1EF-4CE7-815D-02CFBB24B793}"/>
              </a:ext>
            </a:extLst>
          </p:cNvPr>
          <p:cNvSpPr>
            <a:spLocks noGrp="1"/>
          </p:cNvSpPr>
          <p:nvPr>
            <p:ph type="title" hasCustomPrompt="1"/>
          </p:nvPr>
        </p:nvSpPr>
        <p:spPr>
          <a:xfrm>
            <a:off x="696000" y="412225"/>
            <a:ext cx="5220000" cy="676800"/>
          </a:xfrm>
        </p:spPr>
        <p:txBody>
          <a:bodyPr/>
          <a:lstStyle>
            <a:lvl1pPr>
              <a:lnSpc>
                <a:spcPct val="100000"/>
              </a:lnSpc>
              <a:defRPr>
                <a:solidFill>
                  <a:schemeClr val="bg1"/>
                </a:solidFill>
              </a:defRPr>
            </a:lvl1pPr>
          </a:lstStyle>
          <a:p>
            <a:r>
              <a:rPr lang="en-GB" dirty="0"/>
              <a:t>Heading</a:t>
            </a:r>
          </a:p>
        </p:txBody>
      </p:sp>
      <p:sp>
        <p:nvSpPr>
          <p:cNvPr id="12" name="Text Placeholder 11">
            <a:extLst>
              <a:ext uri="{FF2B5EF4-FFF2-40B4-BE49-F238E27FC236}">
                <a16:creationId xmlns:a16="http://schemas.microsoft.com/office/drawing/2014/main" id="{90D26E02-77E8-4784-8AE0-A7F0D633EA2F}"/>
              </a:ext>
            </a:extLst>
          </p:cNvPr>
          <p:cNvSpPr>
            <a:spLocks noGrp="1"/>
          </p:cNvSpPr>
          <p:nvPr>
            <p:ph type="body" sz="quarter" idx="14" hasCustomPrompt="1"/>
          </p:nvPr>
        </p:nvSpPr>
        <p:spPr>
          <a:xfrm>
            <a:off x="695325" y="1091691"/>
            <a:ext cx="5220000" cy="345600"/>
          </a:xfrm>
        </p:spPr>
        <p:txBody>
          <a:bodyPr wrap="square"/>
          <a:lstStyle>
            <a:lvl1pPr marL="0" indent="0">
              <a:spcBef>
                <a:spcPts val="0"/>
              </a:spcBef>
              <a:buFontTx/>
              <a:buNone/>
              <a:defRPr sz="2000">
                <a:solidFill>
                  <a:schemeClr val="bg1"/>
                </a:solidFill>
              </a:defRPr>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Sub-heading</a:t>
            </a:r>
          </a:p>
        </p:txBody>
      </p:sp>
      <p:sp>
        <p:nvSpPr>
          <p:cNvPr id="15" name="Picture Placeholder 14">
            <a:extLst>
              <a:ext uri="{FF2B5EF4-FFF2-40B4-BE49-F238E27FC236}">
                <a16:creationId xmlns:a16="http://schemas.microsoft.com/office/drawing/2014/main" id="{85DA3AAA-78F0-47D5-B932-B2997E8EED93}"/>
              </a:ext>
            </a:extLst>
          </p:cNvPr>
          <p:cNvSpPr>
            <a:spLocks noGrp="1"/>
          </p:cNvSpPr>
          <p:nvPr>
            <p:ph type="pic" sz="quarter" idx="15"/>
          </p:nvPr>
        </p:nvSpPr>
        <p:spPr>
          <a:xfrm>
            <a:off x="6938954" y="0"/>
            <a:ext cx="5253046" cy="5774489"/>
          </a:xfrm>
          <a:custGeom>
            <a:avLst/>
            <a:gdLst>
              <a:gd name="connsiteX0" fmla="*/ 2956765 w 5253046"/>
              <a:gd name="connsiteY0" fmla="*/ 0 h 5774489"/>
              <a:gd name="connsiteX1" fmla="*/ 3930431 w 5253046"/>
              <a:gd name="connsiteY1" fmla="*/ 0 h 5774489"/>
              <a:gd name="connsiteX2" fmla="*/ 5237166 w 5253046"/>
              <a:gd name="connsiteY2" fmla="*/ 0 h 5774489"/>
              <a:gd name="connsiteX3" fmla="*/ 5253046 w 5253046"/>
              <a:gd name="connsiteY3" fmla="*/ 0 h 5774489"/>
              <a:gd name="connsiteX4" fmla="*/ 5253046 w 5253046"/>
              <a:gd name="connsiteY4" fmla="*/ 27504 h 5774489"/>
              <a:gd name="connsiteX5" fmla="*/ 5253046 w 5253046"/>
              <a:gd name="connsiteY5" fmla="*/ 1289957 h 5774489"/>
              <a:gd name="connsiteX6" fmla="*/ 5253046 w 5253046"/>
              <a:gd name="connsiteY6" fmla="*/ 4168787 h 5774489"/>
              <a:gd name="connsiteX7" fmla="*/ 2552320 w 5253046"/>
              <a:gd name="connsiteY7" fmla="*/ 5728065 h 5774489"/>
              <a:gd name="connsiteX8" fmla="*/ 2079565 w 5253046"/>
              <a:gd name="connsiteY8" fmla="*/ 5601393 h 5774489"/>
              <a:gd name="connsiteX9" fmla="*/ 46425 w 5253046"/>
              <a:gd name="connsiteY9" fmla="*/ 2079920 h 5774489"/>
              <a:gd name="connsiteX10" fmla="*/ 173097 w 5253046"/>
              <a:gd name="connsiteY10" fmla="*/ 1607166 h 5774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53046" h="5774489">
                <a:moveTo>
                  <a:pt x="2956765" y="0"/>
                </a:moveTo>
                <a:lnTo>
                  <a:pt x="3930431" y="0"/>
                </a:lnTo>
                <a:lnTo>
                  <a:pt x="5237166" y="0"/>
                </a:lnTo>
                <a:lnTo>
                  <a:pt x="5253046" y="0"/>
                </a:lnTo>
                <a:lnTo>
                  <a:pt x="5253046" y="27504"/>
                </a:lnTo>
                <a:lnTo>
                  <a:pt x="5253046" y="1289957"/>
                </a:lnTo>
                <a:lnTo>
                  <a:pt x="5253046" y="4168787"/>
                </a:lnTo>
                <a:lnTo>
                  <a:pt x="2552320" y="5728065"/>
                </a:lnTo>
                <a:cubicBezTo>
                  <a:pt x="2386793" y="5823633"/>
                  <a:pt x="2175134" y="5766920"/>
                  <a:pt x="2079565" y="5601393"/>
                </a:cubicBezTo>
                <a:lnTo>
                  <a:pt x="46425" y="2079920"/>
                </a:lnTo>
                <a:cubicBezTo>
                  <a:pt x="-49143" y="1914393"/>
                  <a:pt x="7570" y="1702734"/>
                  <a:pt x="173097" y="1607166"/>
                </a:cubicBezTo>
                <a:close/>
              </a:path>
            </a:pathLst>
          </a:custGeom>
          <a:blipFill>
            <a:blip r:embed="rId2"/>
            <a:stretch>
              <a:fillRect/>
            </a:stretch>
          </a:blipFill>
        </p:spPr>
        <p:txBody>
          <a:bodyPr wrap="square" tIns="576000" anchor="ctr" anchorCtr="0">
            <a:noAutofit/>
          </a:bodyPr>
          <a:lstStyle>
            <a:lvl1pPr marL="0" indent="0" algn="ctr">
              <a:buFontTx/>
              <a:buNone/>
              <a:defRPr sz="1200">
                <a:solidFill>
                  <a:schemeClr val="bg1"/>
                </a:solidFill>
              </a:defRPr>
            </a:lvl1pPr>
          </a:lstStyle>
          <a:p>
            <a:r>
              <a:rPr lang="en-US"/>
              <a:t>Click icon to add picture</a:t>
            </a:r>
          </a:p>
        </p:txBody>
      </p:sp>
      <p:sp>
        <p:nvSpPr>
          <p:cNvPr id="2" name="Date Placeholder 1">
            <a:extLst>
              <a:ext uri="{FF2B5EF4-FFF2-40B4-BE49-F238E27FC236}">
                <a16:creationId xmlns:a16="http://schemas.microsoft.com/office/drawing/2014/main" id="{C738F9CE-F48B-41E0-BCF8-E8ACF7F4CC01}"/>
              </a:ext>
            </a:extLst>
          </p:cNvPr>
          <p:cNvSpPr>
            <a:spLocks noGrp="1"/>
          </p:cNvSpPr>
          <p:nvPr>
            <p:ph type="dt" sz="half" idx="16"/>
          </p:nvPr>
        </p:nvSpPr>
        <p:spPr/>
        <p:txBody>
          <a:bodyPr/>
          <a:lstStyle/>
          <a:p>
            <a:fld id="{BB71D003-BB1D-4498-A164-99F6354561C1}" type="datetime3">
              <a:rPr lang="en-GB" smtClean="0"/>
              <a:t>24 March, 2026</a:t>
            </a:fld>
            <a:endParaRPr lang="en-GB" dirty="0"/>
          </a:p>
        </p:txBody>
      </p:sp>
      <p:sp>
        <p:nvSpPr>
          <p:cNvPr id="3" name="Footer Placeholder 2">
            <a:extLst>
              <a:ext uri="{FF2B5EF4-FFF2-40B4-BE49-F238E27FC236}">
                <a16:creationId xmlns:a16="http://schemas.microsoft.com/office/drawing/2014/main" id="{00242717-EB3B-433A-8A7B-3ED125B9FD4A}"/>
              </a:ext>
            </a:extLst>
          </p:cNvPr>
          <p:cNvSpPr>
            <a:spLocks noGrp="1"/>
          </p:cNvSpPr>
          <p:nvPr>
            <p:ph type="ftr" sz="quarter" idx="17"/>
          </p:nvPr>
        </p:nvSpPr>
        <p:spPr/>
        <p:txBody>
          <a:bodyPr/>
          <a:lstStyle/>
          <a:p>
            <a:r>
              <a:rPr lang="en-GB"/>
              <a:t>Presentation name</a:t>
            </a:r>
            <a:endParaRPr lang="en-GB" dirty="0"/>
          </a:p>
        </p:txBody>
      </p:sp>
      <p:sp>
        <p:nvSpPr>
          <p:cNvPr id="8" name="Slide Number Placeholder 7">
            <a:extLst>
              <a:ext uri="{FF2B5EF4-FFF2-40B4-BE49-F238E27FC236}">
                <a16:creationId xmlns:a16="http://schemas.microsoft.com/office/drawing/2014/main" id="{6E50CACE-D412-449F-A5A3-A1FB0A6E0AC5}"/>
              </a:ext>
            </a:extLst>
          </p:cNvPr>
          <p:cNvSpPr>
            <a:spLocks noGrp="1"/>
          </p:cNvSpPr>
          <p:nvPr>
            <p:ph type="sldNum" sz="quarter" idx="18"/>
          </p:nvPr>
        </p:nvSpPr>
        <p:spPr/>
        <p:txBody>
          <a:bodyPr/>
          <a:lstStyle/>
          <a:p>
            <a:r>
              <a:rPr lang="en-GB"/>
              <a:t>Page </a:t>
            </a:r>
            <a:fld id="{C2FE92B8-3297-49BF-866E-FDAA607BBC0B}" type="slidenum">
              <a:rPr lang="en-GB" smtClean="0"/>
              <a:pPr/>
              <a:t>‹#›</a:t>
            </a:fld>
            <a:endParaRPr lang="en-GB" dirty="0"/>
          </a:p>
        </p:txBody>
      </p:sp>
    </p:spTree>
    <p:extLst>
      <p:ext uri="{BB962C8B-B14F-4D97-AF65-F5344CB8AC3E}">
        <p14:creationId xmlns:p14="http://schemas.microsoft.com/office/powerpoint/2010/main" val="813004310"/>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3.14 - Fullscreen picture">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B5B5DA41-82D4-40C7-B4BD-CF94860CACF2}"/>
              </a:ext>
            </a:extLst>
          </p:cNvPr>
          <p:cNvSpPr>
            <a:spLocks noGrp="1"/>
          </p:cNvSpPr>
          <p:nvPr>
            <p:ph type="pic" sz="quarter" idx="15"/>
          </p:nvPr>
        </p:nvSpPr>
        <p:spPr>
          <a:xfrm>
            <a:off x="0" y="0"/>
            <a:ext cx="12192000" cy="6165850"/>
          </a:xfrm>
          <a:solidFill>
            <a:schemeClr val="accent2"/>
          </a:solidFill>
        </p:spPr>
        <p:txBody>
          <a:bodyPr tIns="576000" anchor="ctr" anchorCtr="0"/>
          <a:lstStyle>
            <a:lvl1pPr marL="0" indent="0" algn="ctr">
              <a:buFontTx/>
              <a:buNone/>
              <a:defRPr sz="1200">
                <a:solidFill>
                  <a:schemeClr val="bg1"/>
                </a:solidFill>
              </a:defRPr>
            </a:lvl1pPr>
          </a:lstStyle>
          <a:p>
            <a:r>
              <a:rPr lang="en-US"/>
              <a:t>Click icon to add picture</a:t>
            </a:r>
          </a:p>
        </p:txBody>
      </p:sp>
      <p:sp>
        <p:nvSpPr>
          <p:cNvPr id="2" name="Date Placeholder 1">
            <a:extLst>
              <a:ext uri="{FF2B5EF4-FFF2-40B4-BE49-F238E27FC236}">
                <a16:creationId xmlns:a16="http://schemas.microsoft.com/office/drawing/2014/main" id="{2F810618-8154-4904-9138-C609BA8F0550}"/>
              </a:ext>
            </a:extLst>
          </p:cNvPr>
          <p:cNvSpPr>
            <a:spLocks noGrp="1"/>
          </p:cNvSpPr>
          <p:nvPr>
            <p:ph type="dt" sz="half" idx="16"/>
          </p:nvPr>
        </p:nvSpPr>
        <p:spPr/>
        <p:txBody>
          <a:bodyPr/>
          <a:lstStyle/>
          <a:p>
            <a:fld id="{D7858436-C458-48B0-8C11-3DDFE9683EBF}" type="datetime3">
              <a:rPr lang="en-GB" smtClean="0"/>
              <a:t>24 March, 2026</a:t>
            </a:fld>
            <a:endParaRPr lang="en-GB" dirty="0"/>
          </a:p>
        </p:txBody>
      </p:sp>
      <p:sp>
        <p:nvSpPr>
          <p:cNvPr id="3" name="Footer Placeholder 2">
            <a:extLst>
              <a:ext uri="{FF2B5EF4-FFF2-40B4-BE49-F238E27FC236}">
                <a16:creationId xmlns:a16="http://schemas.microsoft.com/office/drawing/2014/main" id="{26A2CD14-62A3-4DF2-97BF-7EE215FC9875}"/>
              </a:ext>
            </a:extLst>
          </p:cNvPr>
          <p:cNvSpPr>
            <a:spLocks noGrp="1"/>
          </p:cNvSpPr>
          <p:nvPr>
            <p:ph type="ftr" sz="quarter" idx="17"/>
          </p:nvPr>
        </p:nvSpPr>
        <p:spPr/>
        <p:txBody>
          <a:bodyPr/>
          <a:lstStyle/>
          <a:p>
            <a:r>
              <a:rPr lang="en-GB"/>
              <a:t>Presentation name</a:t>
            </a:r>
            <a:endParaRPr lang="en-GB" dirty="0"/>
          </a:p>
        </p:txBody>
      </p:sp>
      <p:sp>
        <p:nvSpPr>
          <p:cNvPr id="8" name="Slide Number Placeholder 7">
            <a:extLst>
              <a:ext uri="{FF2B5EF4-FFF2-40B4-BE49-F238E27FC236}">
                <a16:creationId xmlns:a16="http://schemas.microsoft.com/office/drawing/2014/main" id="{E0253135-58C2-4EB1-B89D-C6418890CBDD}"/>
              </a:ext>
            </a:extLst>
          </p:cNvPr>
          <p:cNvSpPr>
            <a:spLocks noGrp="1"/>
          </p:cNvSpPr>
          <p:nvPr>
            <p:ph type="sldNum" sz="quarter" idx="18"/>
          </p:nvPr>
        </p:nvSpPr>
        <p:spPr/>
        <p:txBody>
          <a:bodyPr/>
          <a:lstStyle/>
          <a:p>
            <a:r>
              <a:rPr lang="en-GB"/>
              <a:t>Page </a:t>
            </a:r>
            <a:fld id="{C2FE92B8-3297-49BF-866E-FDAA607BBC0B}" type="slidenum">
              <a:rPr lang="en-GB" smtClean="0"/>
              <a:pPr/>
              <a:t>‹#›</a:t>
            </a:fld>
            <a:endParaRPr lang="en-GB" dirty="0"/>
          </a:p>
        </p:txBody>
      </p:sp>
    </p:spTree>
    <p:extLst>
      <p:ext uri="{BB962C8B-B14F-4D97-AF65-F5344CB8AC3E}">
        <p14:creationId xmlns:p14="http://schemas.microsoft.com/office/powerpoint/2010/main" val="3870287213"/>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15 - Heading fullscreen picture for light pictures">
    <p:spTree>
      <p:nvGrpSpPr>
        <p:cNvPr id="1" name=""/>
        <p:cNvGrpSpPr/>
        <p:nvPr/>
      </p:nvGrpSpPr>
      <p:grpSpPr>
        <a:xfrm>
          <a:off x="0" y="0"/>
          <a:ext cx="0" cy="0"/>
          <a:chOff x="0" y="0"/>
          <a:chExt cx="0" cy="0"/>
        </a:xfrm>
      </p:grpSpPr>
      <p:sp>
        <p:nvSpPr>
          <p:cNvPr id="9" name="Picture Placeholder 16">
            <a:extLst>
              <a:ext uri="{FF2B5EF4-FFF2-40B4-BE49-F238E27FC236}">
                <a16:creationId xmlns:a16="http://schemas.microsoft.com/office/drawing/2014/main" id="{AC1159C5-8F9A-4CBA-8831-FB8CC34B5934}"/>
              </a:ext>
            </a:extLst>
          </p:cNvPr>
          <p:cNvSpPr>
            <a:spLocks noGrp="1"/>
          </p:cNvSpPr>
          <p:nvPr>
            <p:ph type="pic" sz="quarter" idx="15"/>
          </p:nvPr>
        </p:nvSpPr>
        <p:spPr>
          <a:xfrm>
            <a:off x="0" y="0"/>
            <a:ext cx="12192000" cy="6165850"/>
          </a:xfrm>
          <a:solidFill>
            <a:schemeClr val="bg2"/>
          </a:solidFill>
        </p:spPr>
        <p:txBody>
          <a:bodyPr tIns="576000" anchor="ctr" anchorCtr="0"/>
          <a:lstStyle>
            <a:lvl1pPr marL="0" indent="0" algn="ctr">
              <a:buFontTx/>
              <a:buNone/>
              <a:defRPr sz="1200">
                <a:solidFill>
                  <a:schemeClr val="tx1"/>
                </a:solidFill>
              </a:defRPr>
            </a:lvl1pPr>
          </a:lstStyle>
          <a:p>
            <a:r>
              <a:rPr lang="en-US"/>
              <a:t>Click icon to add picture</a:t>
            </a:r>
          </a:p>
        </p:txBody>
      </p:sp>
      <p:sp>
        <p:nvSpPr>
          <p:cNvPr id="7" name="Title 6">
            <a:extLst>
              <a:ext uri="{FF2B5EF4-FFF2-40B4-BE49-F238E27FC236}">
                <a16:creationId xmlns:a16="http://schemas.microsoft.com/office/drawing/2014/main" id="{CC5EDD42-E1EF-4CE7-815D-02CFBB24B793}"/>
              </a:ext>
            </a:extLst>
          </p:cNvPr>
          <p:cNvSpPr>
            <a:spLocks noGrp="1"/>
          </p:cNvSpPr>
          <p:nvPr>
            <p:ph type="title" hasCustomPrompt="1"/>
          </p:nvPr>
        </p:nvSpPr>
        <p:spPr/>
        <p:txBody>
          <a:bodyPr/>
          <a:lstStyle>
            <a:lvl1pPr>
              <a:lnSpc>
                <a:spcPct val="100000"/>
              </a:lnSpc>
              <a:defRPr/>
            </a:lvl1pPr>
          </a:lstStyle>
          <a:p>
            <a:r>
              <a:rPr lang="en-GB" dirty="0"/>
              <a:t>Heading</a:t>
            </a:r>
          </a:p>
        </p:txBody>
      </p:sp>
      <p:sp>
        <p:nvSpPr>
          <p:cNvPr id="12" name="Text Placeholder 11">
            <a:extLst>
              <a:ext uri="{FF2B5EF4-FFF2-40B4-BE49-F238E27FC236}">
                <a16:creationId xmlns:a16="http://schemas.microsoft.com/office/drawing/2014/main" id="{90D26E02-77E8-4784-8AE0-A7F0D633EA2F}"/>
              </a:ext>
            </a:extLst>
          </p:cNvPr>
          <p:cNvSpPr>
            <a:spLocks noGrp="1"/>
          </p:cNvSpPr>
          <p:nvPr>
            <p:ph type="body" sz="quarter" idx="14" hasCustomPrompt="1"/>
          </p:nvPr>
        </p:nvSpPr>
        <p:spPr>
          <a:xfrm>
            <a:off x="695325" y="1091691"/>
            <a:ext cx="10801350" cy="345600"/>
          </a:xfrm>
        </p:spPr>
        <p:txBody>
          <a:bodyPr wrap="square"/>
          <a:lstStyle>
            <a:lvl1pPr marL="0" indent="0">
              <a:spcBef>
                <a:spcPts val="0"/>
              </a:spcBef>
              <a:buFontTx/>
              <a:buNone/>
              <a:defRPr sz="2000"/>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Sub-heading</a:t>
            </a:r>
          </a:p>
        </p:txBody>
      </p:sp>
      <p:sp>
        <p:nvSpPr>
          <p:cNvPr id="2" name="Date Placeholder 1">
            <a:extLst>
              <a:ext uri="{FF2B5EF4-FFF2-40B4-BE49-F238E27FC236}">
                <a16:creationId xmlns:a16="http://schemas.microsoft.com/office/drawing/2014/main" id="{9FDE74DD-7803-482B-B87C-DA73C8676CF7}"/>
              </a:ext>
            </a:extLst>
          </p:cNvPr>
          <p:cNvSpPr>
            <a:spLocks noGrp="1"/>
          </p:cNvSpPr>
          <p:nvPr>
            <p:ph type="dt" sz="half" idx="16"/>
          </p:nvPr>
        </p:nvSpPr>
        <p:spPr/>
        <p:txBody>
          <a:bodyPr/>
          <a:lstStyle/>
          <a:p>
            <a:fld id="{FF7B4946-6BA3-4712-9250-7CD487E6B99C}" type="datetime3">
              <a:rPr lang="en-GB" smtClean="0"/>
              <a:t>24 March, 2026</a:t>
            </a:fld>
            <a:endParaRPr lang="en-GB" dirty="0"/>
          </a:p>
        </p:txBody>
      </p:sp>
      <p:sp>
        <p:nvSpPr>
          <p:cNvPr id="3" name="Footer Placeholder 2">
            <a:extLst>
              <a:ext uri="{FF2B5EF4-FFF2-40B4-BE49-F238E27FC236}">
                <a16:creationId xmlns:a16="http://schemas.microsoft.com/office/drawing/2014/main" id="{63B0DE45-8C73-45FE-A00A-69B1A2FED74B}"/>
              </a:ext>
            </a:extLst>
          </p:cNvPr>
          <p:cNvSpPr>
            <a:spLocks noGrp="1"/>
          </p:cNvSpPr>
          <p:nvPr>
            <p:ph type="ftr" sz="quarter" idx="17"/>
          </p:nvPr>
        </p:nvSpPr>
        <p:spPr/>
        <p:txBody>
          <a:bodyPr/>
          <a:lstStyle/>
          <a:p>
            <a:r>
              <a:rPr lang="en-GB"/>
              <a:t>Presentation name</a:t>
            </a:r>
            <a:endParaRPr lang="en-GB" dirty="0"/>
          </a:p>
        </p:txBody>
      </p:sp>
      <p:sp>
        <p:nvSpPr>
          <p:cNvPr id="11" name="Slide Number Placeholder 10">
            <a:extLst>
              <a:ext uri="{FF2B5EF4-FFF2-40B4-BE49-F238E27FC236}">
                <a16:creationId xmlns:a16="http://schemas.microsoft.com/office/drawing/2014/main" id="{BD3BFC02-B4DD-415E-BE80-4B9B909213AC}"/>
              </a:ext>
            </a:extLst>
          </p:cNvPr>
          <p:cNvSpPr>
            <a:spLocks noGrp="1"/>
          </p:cNvSpPr>
          <p:nvPr>
            <p:ph type="sldNum" sz="quarter" idx="18"/>
          </p:nvPr>
        </p:nvSpPr>
        <p:spPr/>
        <p:txBody>
          <a:bodyPr/>
          <a:lstStyle/>
          <a:p>
            <a:r>
              <a:rPr lang="en-GB"/>
              <a:t>Page </a:t>
            </a:r>
            <a:fld id="{C2FE92B8-3297-49BF-866E-FDAA607BBC0B}" type="slidenum">
              <a:rPr lang="en-GB" smtClean="0"/>
              <a:pPr/>
              <a:t>‹#›</a:t>
            </a:fld>
            <a:endParaRPr lang="en-GB" dirty="0"/>
          </a:p>
        </p:txBody>
      </p:sp>
    </p:spTree>
    <p:extLst>
      <p:ext uri="{BB962C8B-B14F-4D97-AF65-F5344CB8AC3E}">
        <p14:creationId xmlns:p14="http://schemas.microsoft.com/office/powerpoint/2010/main" val="1288364396"/>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16 - Heading fullscreen picture for dark pictures">
    <p:spTree>
      <p:nvGrpSpPr>
        <p:cNvPr id="1" name=""/>
        <p:cNvGrpSpPr/>
        <p:nvPr/>
      </p:nvGrpSpPr>
      <p:grpSpPr>
        <a:xfrm>
          <a:off x="0" y="0"/>
          <a:ext cx="0" cy="0"/>
          <a:chOff x="0" y="0"/>
          <a:chExt cx="0" cy="0"/>
        </a:xfrm>
      </p:grpSpPr>
      <p:sp>
        <p:nvSpPr>
          <p:cNvPr id="9" name="Picture Placeholder 16">
            <a:extLst>
              <a:ext uri="{FF2B5EF4-FFF2-40B4-BE49-F238E27FC236}">
                <a16:creationId xmlns:a16="http://schemas.microsoft.com/office/drawing/2014/main" id="{AC1159C5-8F9A-4CBA-8831-FB8CC34B5934}"/>
              </a:ext>
            </a:extLst>
          </p:cNvPr>
          <p:cNvSpPr>
            <a:spLocks noGrp="1"/>
          </p:cNvSpPr>
          <p:nvPr>
            <p:ph type="pic" sz="quarter" idx="15"/>
          </p:nvPr>
        </p:nvSpPr>
        <p:spPr>
          <a:xfrm>
            <a:off x="0" y="0"/>
            <a:ext cx="12192000" cy="6165850"/>
          </a:xfrm>
          <a:solidFill>
            <a:schemeClr val="accent2"/>
          </a:solidFill>
        </p:spPr>
        <p:txBody>
          <a:bodyPr tIns="576000" anchor="ctr" anchorCtr="0"/>
          <a:lstStyle>
            <a:lvl1pPr marL="0" indent="0" algn="ctr">
              <a:buFontTx/>
              <a:buNone/>
              <a:defRPr sz="1200">
                <a:solidFill>
                  <a:schemeClr val="bg1"/>
                </a:solidFill>
              </a:defRPr>
            </a:lvl1pPr>
          </a:lstStyle>
          <a:p>
            <a:r>
              <a:rPr lang="en-US"/>
              <a:t>Click icon to add picture</a:t>
            </a:r>
          </a:p>
        </p:txBody>
      </p:sp>
      <p:sp>
        <p:nvSpPr>
          <p:cNvPr id="7" name="Title 6">
            <a:extLst>
              <a:ext uri="{FF2B5EF4-FFF2-40B4-BE49-F238E27FC236}">
                <a16:creationId xmlns:a16="http://schemas.microsoft.com/office/drawing/2014/main" id="{CC5EDD42-E1EF-4CE7-815D-02CFBB24B793}"/>
              </a:ext>
            </a:extLst>
          </p:cNvPr>
          <p:cNvSpPr>
            <a:spLocks noGrp="1"/>
          </p:cNvSpPr>
          <p:nvPr>
            <p:ph type="title" hasCustomPrompt="1"/>
          </p:nvPr>
        </p:nvSpPr>
        <p:spPr/>
        <p:txBody>
          <a:bodyPr/>
          <a:lstStyle>
            <a:lvl1pPr>
              <a:lnSpc>
                <a:spcPct val="100000"/>
              </a:lnSpc>
              <a:defRPr>
                <a:solidFill>
                  <a:schemeClr val="bg1"/>
                </a:solidFill>
              </a:defRPr>
            </a:lvl1pPr>
          </a:lstStyle>
          <a:p>
            <a:r>
              <a:rPr lang="en-GB" dirty="0"/>
              <a:t>Heading</a:t>
            </a:r>
          </a:p>
        </p:txBody>
      </p:sp>
      <p:sp>
        <p:nvSpPr>
          <p:cNvPr id="12" name="Text Placeholder 11">
            <a:extLst>
              <a:ext uri="{FF2B5EF4-FFF2-40B4-BE49-F238E27FC236}">
                <a16:creationId xmlns:a16="http://schemas.microsoft.com/office/drawing/2014/main" id="{90D26E02-77E8-4784-8AE0-A7F0D633EA2F}"/>
              </a:ext>
            </a:extLst>
          </p:cNvPr>
          <p:cNvSpPr>
            <a:spLocks noGrp="1"/>
          </p:cNvSpPr>
          <p:nvPr>
            <p:ph type="body" sz="quarter" idx="14" hasCustomPrompt="1"/>
          </p:nvPr>
        </p:nvSpPr>
        <p:spPr>
          <a:xfrm>
            <a:off x="695325" y="1091691"/>
            <a:ext cx="10801350" cy="345600"/>
          </a:xfrm>
        </p:spPr>
        <p:txBody>
          <a:bodyPr wrap="square"/>
          <a:lstStyle>
            <a:lvl1pPr marL="0" indent="0">
              <a:spcBef>
                <a:spcPts val="0"/>
              </a:spcBef>
              <a:buFontTx/>
              <a:buNone/>
              <a:defRPr sz="2000">
                <a:solidFill>
                  <a:schemeClr val="bg1"/>
                </a:solidFill>
              </a:defRPr>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Sub-heading</a:t>
            </a:r>
          </a:p>
        </p:txBody>
      </p:sp>
      <p:sp>
        <p:nvSpPr>
          <p:cNvPr id="2" name="Date Placeholder 1">
            <a:extLst>
              <a:ext uri="{FF2B5EF4-FFF2-40B4-BE49-F238E27FC236}">
                <a16:creationId xmlns:a16="http://schemas.microsoft.com/office/drawing/2014/main" id="{035FBEC4-59F5-47B8-B3F3-38CB922D0E59}"/>
              </a:ext>
            </a:extLst>
          </p:cNvPr>
          <p:cNvSpPr>
            <a:spLocks noGrp="1"/>
          </p:cNvSpPr>
          <p:nvPr>
            <p:ph type="dt" sz="half" idx="16"/>
          </p:nvPr>
        </p:nvSpPr>
        <p:spPr/>
        <p:txBody>
          <a:bodyPr/>
          <a:lstStyle/>
          <a:p>
            <a:fld id="{3DB53B8C-B311-4E96-BB7D-82E96E214BE6}" type="datetime3">
              <a:rPr lang="en-GB" smtClean="0"/>
              <a:t>24 March, 2026</a:t>
            </a:fld>
            <a:endParaRPr lang="en-GB" dirty="0"/>
          </a:p>
        </p:txBody>
      </p:sp>
      <p:sp>
        <p:nvSpPr>
          <p:cNvPr id="3" name="Footer Placeholder 2">
            <a:extLst>
              <a:ext uri="{FF2B5EF4-FFF2-40B4-BE49-F238E27FC236}">
                <a16:creationId xmlns:a16="http://schemas.microsoft.com/office/drawing/2014/main" id="{DAE245F7-3C81-43CD-8F57-094ADB4F666C}"/>
              </a:ext>
            </a:extLst>
          </p:cNvPr>
          <p:cNvSpPr>
            <a:spLocks noGrp="1"/>
          </p:cNvSpPr>
          <p:nvPr>
            <p:ph type="ftr" sz="quarter" idx="17"/>
          </p:nvPr>
        </p:nvSpPr>
        <p:spPr/>
        <p:txBody>
          <a:bodyPr/>
          <a:lstStyle/>
          <a:p>
            <a:r>
              <a:rPr lang="en-GB"/>
              <a:t>Presentation name</a:t>
            </a:r>
            <a:endParaRPr lang="en-GB" dirty="0"/>
          </a:p>
        </p:txBody>
      </p:sp>
      <p:sp>
        <p:nvSpPr>
          <p:cNvPr id="8" name="Slide Number Placeholder 7">
            <a:extLst>
              <a:ext uri="{FF2B5EF4-FFF2-40B4-BE49-F238E27FC236}">
                <a16:creationId xmlns:a16="http://schemas.microsoft.com/office/drawing/2014/main" id="{0CB09AD5-0668-4482-8312-770FE726D70E}"/>
              </a:ext>
            </a:extLst>
          </p:cNvPr>
          <p:cNvSpPr>
            <a:spLocks noGrp="1"/>
          </p:cNvSpPr>
          <p:nvPr>
            <p:ph type="sldNum" sz="quarter" idx="18"/>
          </p:nvPr>
        </p:nvSpPr>
        <p:spPr/>
        <p:txBody>
          <a:bodyPr/>
          <a:lstStyle/>
          <a:p>
            <a:r>
              <a:rPr lang="en-GB"/>
              <a:t>Page </a:t>
            </a:r>
            <a:fld id="{C2FE92B8-3297-49BF-866E-FDAA607BBC0B}" type="slidenum">
              <a:rPr lang="en-GB" smtClean="0"/>
              <a:pPr/>
              <a:t>‹#›</a:t>
            </a:fld>
            <a:endParaRPr lang="en-GB" dirty="0"/>
          </a:p>
        </p:txBody>
      </p:sp>
    </p:spTree>
    <p:extLst>
      <p:ext uri="{BB962C8B-B14F-4D97-AF65-F5344CB8AC3E}">
        <p14:creationId xmlns:p14="http://schemas.microsoft.com/office/powerpoint/2010/main" val="2436927790"/>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17 - Heading and bullet text on fullscreen for light picture">
    <p:spTree>
      <p:nvGrpSpPr>
        <p:cNvPr id="1" name=""/>
        <p:cNvGrpSpPr/>
        <p:nvPr/>
      </p:nvGrpSpPr>
      <p:grpSpPr>
        <a:xfrm>
          <a:off x="0" y="0"/>
          <a:ext cx="0" cy="0"/>
          <a:chOff x="0" y="0"/>
          <a:chExt cx="0" cy="0"/>
        </a:xfrm>
      </p:grpSpPr>
      <p:sp>
        <p:nvSpPr>
          <p:cNvPr id="9" name="Picture Placeholder 16">
            <a:extLst>
              <a:ext uri="{FF2B5EF4-FFF2-40B4-BE49-F238E27FC236}">
                <a16:creationId xmlns:a16="http://schemas.microsoft.com/office/drawing/2014/main" id="{AC1159C5-8F9A-4CBA-8831-FB8CC34B5934}"/>
              </a:ext>
            </a:extLst>
          </p:cNvPr>
          <p:cNvSpPr>
            <a:spLocks noGrp="1"/>
          </p:cNvSpPr>
          <p:nvPr>
            <p:ph type="pic" sz="quarter" idx="15"/>
          </p:nvPr>
        </p:nvSpPr>
        <p:spPr>
          <a:xfrm>
            <a:off x="0" y="0"/>
            <a:ext cx="12192000" cy="6165850"/>
          </a:xfrm>
          <a:solidFill>
            <a:schemeClr val="bg2"/>
          </a:solidFill>
        </p:spPr>
        <p:txBody>
          <a:bodyPr tIns="576000" anchor="ctr" anchorCtr="0"/>
          <a:lstStyle>
            <a:lvl1pPr marL="0" indent="0" algn="ctr">
              <a:buFontTx/>
              <a:buNone/>
              <a:defRPr sz="1200">
                <a:solidFill>
                  <a:schemeClr val="tx1"/>
                </a:solidFill>
              </a:defRPr>
            </a:lvl1pPr>
          </a:lstStyle>
          <a:p>
            <a:r>
              <a:rPr lang="en-US"/>
              <a:t>Click icon to add picture</a:t>
            </a:r>
          </a:p>
        </p:txBody>
      </p:sp>
      <p:sp>
        <p:nvSpPr>
          <p:cNvPr id="13" name="Content Placeholder 4">
            <a:extLst>
              <a:ext uri="{FF2B5EF4-FFF2-40B4-BE49-F238E27FC236}">
                <a16:creationId xmlns:a16="http://schemas.microsoft.com/office/drawing/2014/main" id="{80881493-077C-4AB2-96A9-4163925FDD85}"/>
              </a:ext>
            </a:extLst>
          </p:cNvPr>
          <p:cNvSpPr>
            <a:spLocks noGrp="1"/>
          </p:cNvSpPr>
          <p:nvPr>
            <p:ph sz="quarter" idx="20"/>
          </p:nvPr>
        </p:nvSpPr>
        <p:spPr>
          <a:xfrm>
            <a:off x="696000" y="1773238"/>
            <a:ext cx="8640000" cy="4248150"/>
          </a:xfrm>
        </p:spPr>
        <p:txBody>
          <a:bodyPr/>
          <a:lstStyle/>
          <a:p>
            <a:pPr lvl="0"/>
            <a:r>
              <a:rPr lang="en-US"/>
              <a:t>Click to edit Master text styles</a:t>
            </a:r>
          </a:p>
          <a:p>
            <a:pPr lvl="1"/>
            <a:r>
              <a:rPr lang="en-US"/>
              <a:t>Second level</a:t>
            </a:r>
          </a:p>
          <a:p>
            <a:pPr lvl="2"/>
            <a:r>
              <a:rPr lang="en-US"/>
              <a:t>Third level</a:t>
            </a:r>
          </a:p>
        </p:txBody>
      </p:sp>
      <p:sp>
        <p:nvSpPr>
          <p:cNvPr id="7" name="Title 6">
            <a:extLst>
              <a:ext uri="{FF2B5EF4-FFF2-40B4-BE49-F238E27FC236}">
                <a16:creationId xmlns:a16="http://schemas.microsoft.com/office/drawing/2014/main" id="{CC5EDD42-E1EF-4CE7-815D-02CFBB24B793}"/>
              </a:ext>
            </a:extLst>
          </p:cNvPr>
          <p:cNvSpPr>
            <a:spLocks noGrp="1"/>
          </p:cNvSpPr>
          <p:nvPr>
            <p:ph type="title" hasCustomPrompt="1"/>
          </p:nvPr>
        </p:nvSpPr>
        <p:spPr/>
        <p:txBody>
          <a:bodyPr/>
          <a:lstStyle>
            <a:lvl1pPr>
              <a:lnSpc>
                <a:spcPct val="100000"/>
              </a:lnSpc>
              <a:defRPr/>
            </a:lvl1pPr>
          </a:lstStyle>
          <a:p>
            <a:r>
              <a:rPr lang="en-GB" dirty="0"/>
              <a:t>Heading</a:t>
            </a:r>
          </a:p>
        </p:txBody>
      </p:sp>
      <p:sp>
        <p:nvSpPr>
          <p:cNvPr id="12" name="Text Placeholder 11">
            <a:extLst>
              <a:ext uri="{FF2B5EF4-FFF2-40B4-BE49-F238E27FC236}">
                <a16:creationId xmlns:a16="http://schemas.microsoft.com/office/drawing/2014/main" id="{90D26E02-77E8-4784-8AE0-A7F0D633EA2F}"/>
              </a:ext>
            </a:extLst>
          </p:cNvPr>
          <p:cNvSpPr>
            <a:spLocks noGrp="1"/>
          </p:cNvSpPr>
          <p:nvPr>
            <p:ph type="body" sz="quarter" idx="14" hasCustomPrompt="1"/>
          </p:nvPr>
        </p:nvSpPr>
        <p:spPr>
          <a:xfrm>
            <a:off x="695325" y="1091691"/>
            <a:ext cx="10801350" cy="345600"/>
          </a:xfrm>
        </p:spPr>
        <p:txBody>
          <a:bodyPr wrap="square"/>
          <a:lstStyle>
            <a:lvl1pPr marL="0" indent="0">
              <a:spcBef>
                <a:spcPts val="0"/>
              </a:spcBef>
              <a:buFontTx/>
              <a:buNone/>
              <a:defRPr sz="2000"/>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Sub-heading</a:t>
            </a:r>
          </a:p>
        </p:txBody>
      </p:sp>
      <p:sp>
        <p:nvSpPr>
          <p:cNvPr id="8" name="Date Placeholder 7">
            <a:extLst>
              <a:ext uri="{FF2B5EF4-FFF2-40B4-BE49-F238E27FC236}">
                <a16:creationId xmlns:a16="http://schemas.microsoft.com/office/drawing/2014/main" id="{97AD2DCA-8FBB-4B80-89E6-1B1A7150DB95}"/>
              </a:ext>
            </a:extLst>
          </p:cNvPr>
          <p:cNvSpPr>
            <a:spLocks noGrp="1"/>
          </p:cNvSpPr>
          <p:nvPr>
            <p:ph type="dt" sz="half" idx="17"/>
          </p:nvPr>
        </p:nvSpPr>
        <p:spPr/>
        <p:txBody>
          <a:bodyPr/>
          <a:lstStyle/>
          <a:p>
            <a:fld id="{2F8FDEAC-71BB-49CF-93A5-EE3812DB99F4}" type="datetime3">
              <a:rPr lang="en-GB" smtClean="0"/>
              <a:t>24 March, 2026</a:t>
            </a:fld>
            <a:endParaRPr lang="en-GB" dirty="0"/>
          </a:p>
        </p:txBody>
      </p:sp>
      <p:sp>
        <p:nvSpPr>
          <p:cNvPr id="10" name="Footer Placeholder 9">
            <a:extLst>
              <a:ext uri="{FF2B5EF4-FFF2-40B4-BE49-F238E27FC236}">
                <a16:creationId xmlns:a16="http://schemas.microsoft.com/office/drawing/2014/main" id="{DB9D3BC1-184D-4441-BA96-95C93C5A7AAC}"/>
              </a:ext>
            </a:extLst>
          </p:cNvPr>
          <p:cNvSpPr>
            <a:spLocks noGrp="1"/>
          </p:cNvSpPr>
          <p:nvPr>
            <p:ph type="ftr" sz="quarter" idx="18"/>
          </p:nvPr>
        </p:nvSpPr>
        <p:spPr/>
        <p:txBody>
          <a:bodyPr/>
          <a:lstStyle/>
          <a:p>
            <a:r>
              <a:rPr lang="en-GB"/>
              <a:t>Presentation name</a:t>
            </a:r>
            <a:endParaRPr lang="en-GB" dirty="0"/>
          </a:p>
        </p:txBody>
      </p:sp>
      <p:sp>
        <p:nvSpPr>
          <p:cNvPr id="11" name="Slide Number Placeholder 10">
            <a:extLst>
              <a:ext uri="{FF2B5EF4-FFF2-40B4-BE49-F238E27FC236}">
                <a16:creationId xmlns:a16="http://schemas.microsoft.com/office/drawing/2014/main" id="{88745D12-BDC3-43C8-8E38-B51B8126EFF1}"/>
              </a:ext>
            </a:extLst>
          </p:cNvPr>
          <p:cNvSpPr>
            <a:spLocks noGrp="1"/>
          </p:cNvSpPr>
          <p:nvPr>
            <p:ph type="sldNum" sz="quarter" idx="19"/>
          </p:nvPr>
        </p:nvSpPr>
        <p:spPr/>
        <p:txBody>
          <a:bodyPr/>
          <a:lstStyle/>
          <a:p>
            <a:r>
              <a:rPr lang="en-GB"/>
              <a:t>Page </a:t>
            </a:r>
            <a:fld id="{C2FE92B8-3297-49BF-866E-FDAA607BBC0B}" type="slidenum">
              <a:rPr lang="en-GB" smtClean="0"/>
              <a:pPr/>
              <a:t>‹#›</a:t>
            </a:fld>
            <a:endParaRPr lang="en-GB" dirty="0"/>
          </a:p>
        </p:txBody>
      </p:sp>
    </p:spTree>
    <p:extLst>
      <p:ext uri="{BB962C8B-B14F-4D97-AF65-F5344CB8AC3E}">
        <p14:creationId xmlns:p14="http://schemas.microsoft.com/office/powerpoint/2010/main" val="299126535"/>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3.18 - Heading and bullet text on fullscreen for dark picture">
    <p:spTree>
      <p:nvGrpSpPr>
        <p:cNvPr id="1" name=""/>
        <p:cNvGrpSpPr/>
        <p:nvPr/>
      </p:nvGrpSpPr>
      <p:grpSpPr>
        <a:xfrm>
          <a:off x="0" y="0"/>
          <a:ext cx="0" cy="0"/>
          <a:chOff x="0" y="0"/>
          <a:chExt cx="0" cy="0"/>
        </a:xfrm>
      </p:grpSpPr>
      <p:sp>
        <p:nvSpPr>
          <p:cNvPr id="9" name="Picture Placeholder 16">
            <a:extLst>
              <a:ext uri="{FF2B5EF4-FFF2-40B4-BE49-F238E27FC236}">
                <a16:creationId xmlns:a16="http://schemas.microsoft.com/office/drawing/2014/main" id="{AC1159C5-8F9A-4CBA-8831-FB8CC34B5934}"/>
              </a:ext>
            </a:extLst>
          </p:cNvPr>
          <p:cNvSpPr>
            <a:spLocks noGrp="1"/>
          </p:cNvSpPr>
          <p:nvPr>
            <p:ph type="pic" sz="quarter" idx="15"/>
          </p:nvPr>
        </p:nvSpPr>
        <p:spPr>
          <a:xfrm>
            <a:off x="0" y="0"/>
            <a:ext cx="12192000" cy="6165850"/>
          </a:xfrm>
          <a:solidFill>
            <a:schemeClr val="accent2"/>
          </a:solidFill>
        </p:spPr>
        <p:txBody>
          <a:bodyPr tIns="576000" anchor="ctr" anchorCtr="0"/>
          <a:lstStyle>
            <a:lvl1pPr marL="0" indent="0" algn="ctr">
              <a:buFontTx/>
              <a:buNone/>
              <a:defRPr sz="1200">
                <a:solidFill>
                  <a:schemeClr val="bg1"/>
                </a:solidFill>
              </a:defRPr>
            </a:lvl1pPr>
          </a:lstStyle>
          <a:p>
            <a:r>
              <a:rPr lang="en-US"/>
              <a:t>Click icon to add picture</a:t>
            </a:r>
          </a:p>
        </p:txBody>
      </p:sp>
      <p:sp>
        <p:nvSpPr>
          <p:cNvPr id="11" name="Content Placeholder 4">
            <a:extLst>
              <a:ext uri="{FF2B5EF4-FFF2-40B4-BE49-F238E27FC236}">
                <a16:creationId xmlns:a16="http://schemas.microsoft.com/office/drawing/2014/main" id="{E5DCE741-E45F-44C7-99F8-5687D0CC19D3}"/>
              </a:ext>
            </a:extLst>
          </p:cNvPr>
          <p:cNvSpPr>
            <a:spLocks noGrp="1"/>
          </p:cNvSpPr>
          <p:nvPr>
            <p:ph sz="quarter" idx="20"/>
          </p:nvPr>
        </p:nvSpPr>
        <p:spPr>
          <a:xfrm>
            <a:off x="696000" y="1773238"/>
            <a:ext cx="8640000" cy="4248150"/>
          </a:xfrm>
        </p:spPr>
        <p:txBody>
          <a:bodyPr/>
          <a:lstStyle>
            <a:lvl1pPr>
              <a:defRPr>
                <a:solidFill>
                  <a:schemeClr val="bg1"/>
                </a:solidFill>
              </a:defRPr>
            </a:lvl1pPr>
            <a:lvl2pPr>
              <a:defRPr>
                <a:solidFill>
                  <a:schemeClr val="bg1"/>
                </a:solidFill>
              </a:defRPr>
            </a:lvl2pPr>
            <a:lvl3pPr>
              <a:defRPr>
                <a:solidFill>
                  <a:schemeClr val="bg1"/>
                </a:solidFill>
              </a:defRPr>
            </a:lvl3pPr>
          </a:lstStyle>
          <a:p>
            <a:pPr lvl="0"/>
            <a:r>
              <a:rPr lang="en-US"/>
              <a:t>Click to edit Master text styles</a:t>
            </a:r>
          </a:p>
          <a:p>
            <a:pPr lvl="1"/>
            <a:r>
              <a:rPr lang="en-US"/>
              <a:t>Second level</a:t>
            </a:r>
          </a:p>
          <a:p>
            <a:pPr lvl="2"/>
            <a:r>
              <a:rPr lang="en-US"/>
              <a:t>Third level</a:t>
            </a:r>
          </a:p>
        </p:txBody>
      </p:sp>
      <p:sp>
        <p:nvSpPr>
          <p:cNvPr id="7" name="Title 6">
            <a:extLst>
              <a:ext uri="{FF2B5EF4-FFF2-40B4-BE49-F238E27FC236}">
                <a16:creationId xmlns:a16="http://schemas.microsoft.com/office/drawing/2014/main" id="{CC5EDD42-E1EF-4CE7-815D-02CFBB24B793}"/>
              </a:ext>
            </a:extLst>
          </p:cNvPr>
          <p:cNvSpPr>
            <a:spLocks noGrp="1"/>
          </p:cNvSpPr>
          <p:nvPr>
            <p:ph type="title" hasCustomPrompt="1"/>
          </p:nvPr>
        </p:nvSpPr>
        <p:spPr/>
        <p:txBody>
          <a:bodyPr/>
          <a:lstStyle>
            <a:lvl1pPr>
              <a:lnSpc>
                <a:spcPct val="100000"/>
              </a:lnSpc>
              <a:defRPr>
                <a:solidFill>
                  <a:schemeClr val="bg1"/>
                </a:solidFill>
              </a:defRPr>
            </a:lvl1pPr>
          </a:lstStyle>
          <a:p>
            <a:r>
              <a:rPr lang="en-GB" dirty="0"/>
              <a:t>Heading</a:t>
            </a:r>
          </a:p>
        </p:txBody>
      </p:sp>
      <p:sp>
        <p:nvSpPr>
          <p:cNvPr id="12" name="Text Placeholder 11">
            <a:extLst>
              <a:ext uri="{FF2B5EF4-FFF2-40B4-BE49-F238E27FC236}">
                <a16:creationId xmlns:a16="http://schemas.microsoft.com/office/drawing/2014/main" id="{90D26E02-77E8-4784-8AE0-A7F0D633EA2F}"/>
              </a:ext>
            </a:extLst>
          </p:cNvPr>
          <p:cNvSpPr>
            <a:spLocks noGrp="1"/>
          </p:cNvSpPr>
          <p:nvPr>
            <p:ph type="body" sz="quarter" idx="14" hasCustomPrompt="1"/>
          </p:nvPr>
        </p:nvSpPr>
        <p:spPr>
          <a:xfrm>
            <a:off x="695325" y="1091691"/>
            <a:ext cx="10801350" cy="345600"/>
          </a:xfrm>
        </p:spPr>
        <p:txBody>
          <a:bodyPr wrap="square"/>
          <a:lstStyle>
            <a:lvl1pPr marL="0" indent="0">
              <a:spcBef>
                <a:spcPts val="0"/>
              </a:spcBef>
              <a:buFontTx/>
              <a:buNone/>
              <a:defRPr sz="2000">
                <a:solidFill>
                  <a:schemeClr val="bg1"/>
                </a:solidFill>
              </a:defRPr>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Sub-heading</a:t>
            </a:r>
          </a:p>
        </p:txBody>
      </p:sp>
      <p:sp>
        <p:nvSpPr>
          <p:cNvPr id="2" name="Date Placeholder 1">
            <a:extLst>
              <a:ext uri="{FF2B5EF4-FFF2-40B4-BE49-F238E27FC236}">
                <a16:creationId xmlns:a16="http://schemas.microsoft.com/office/drawing/2014/main" id="{218FCF86-891F-4837-ACCF-63BAFEDF59F3}"/>
              </a:ext>
            </a:extLst>
          </p:cNvPr>
          <p:cNvSpPr>
            <a:spLocks noGrp="1"/>
          </p:cNvSpPr>
          <p:nvPr>
            <p:ph type="dt" sz="half" idx="17"/>
          </p:nvPr>
        </p:nvSpPr>
        <p:spPr/>
        <p:txBody>
          <a:bodyPr/>
          <a:lstStyle/>
          <a:p>
            <a:fld id="{4C9053B6-4929-4FDD-BA68-2732FE4873CA}" type="datetime3">
              <a:rPr lang="en-GB" smtClean="0"/>
              <a:t>24 March, 2026</a:t>
            </a:fld>
            <a:endParaRPr lang="en-GB" dirty="0"/>
          </a:p>
        </p:txBody>
      </p:sp>
      <p:sp>
        <p:nvSpPr>
          <p:cNvPr id="8" name="Footer Placeholder 7">
            <a:extLst>
              <a:ext uri="{FF2B5EF4-FFF2-40B4-BE49-F238E27FC236}">
                <a16:creationId xmlns:a16="http://schemas.microsoft.com/office/drawing/2014/main" id="{4A55C7A5-30C6-4608-A790-D67BAC523440}"/>
              </a:ext>
            </a:extLst>
          </p:cNvPr>
          <p:cNvSpPr>
            <a:spLocks noGrp="1"/>
          </p:cNvSpPr>
          <p:nvPr>
            <p:ph type="ftr" sz="quarter" idx="18"/>
          </p:nvPr>
        </p:nvSpPr>
        <p:spPr/>
        <p:txBody>
          <a:bodyPr/>
          <a:lstStyle/>
          <a:p>
            <a:r>
              <a:rPr lang="en-GB"/>
              <a:t>Presentation name</a:t>
            </a:r>
            <a:endParaRPr lang="en-GB" dirty="0"/>
          </a:p>
        </p:txBody>
      </p:sp>
      <p:sp>
        <p:nvSpPr>
          <p:cNvPr id="10" name="Slide Number Placeholder 9">
            <a:extLst>
              <a:ext uri="{FF2B5EF4-FFF2-40B4-BE49-F238E27FC236}">
                <a16:creationId xmlns:a16="http://schemas.microsoft.com/office/drawing/2014/main" id="{37F5F02F-8C46-4896-BC92-49AA647A50EF}"/>
              </a:ext>
            </a:extLst>
          </p:cNvPr>
          <p:cNvSpPr>
            <a:spLocks noGrp="1"/>
          </p:cNvSpPr>
          <p:nvPr>
            <p:ph type="sldNum" sz="quarter" idx="19"/>
          </p:nvPr>
        </p:nvSpPr>
        <p:spPr/>
        <p:txBody>
          <a:bodyPr/>
          <a:lstStyle/>
          <a:p>
            <a:r>
              <a:rPr lang="en-GB"/>
              <a:t>Page </a:t>
            </a:r>
            <a:fld id="{C2FE92B8-3297-49BF-866E-FDAA607BBC0B}" type="slidenum">
              <a:rPr lang="en-GB" smtClean="0"/>
              <a:pPr/>
              <a:t>‹#›</a:t>
            </a:fld>
            <a:endParaRPr lang="en-GB" dirty="0"/>
          </a:p>
        </p:txBody>
      </p:sp>
    </p:spTree>
    <p:extLst>
      <p:ext uri="{BB962C8B-B14F-4D97-AF65-F5344CB8AC3E}">
        <p14:creationId xmlns:p14="http://schemas.microsoft.com/office/powerpoint/2010/main" val="3119210137"/>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19 - Header only on snow 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C84D998-A0A1-427E-9E94-DE69BA2AF685}"/>
              </a:ext>
            </a:extLst>
          </p:cNvPr>
          <p:cNvSpPr/>
          <p:nvPr userDrawn="1"/>
        </p:nvSpPr>
        <p:spPr>
          <a:xfrm>
            <a:off x="0" y="0"/>
            <a:ext cx="12192000" cy="616585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itle 6">
            <a:extLst>
              <a:ext uri="{FF2B5EF4-FFF2-40B4-BE49-F238E27FC236}">
                <a16:creationId xmlns:a16="http://schemas.microsoft.com/office/drawing/2014/main" id="{CC5EDD42-E1EF-4CE7-815D-02CFBB24B793}"/>
              </a:ext>
            </a:extLst>
          </p:cNvPr>
          <p:cNvSpPr>
            <a:spLocks noGrp="1"/>
          </p:cNvSpPr>
          <p:nvPr>
            <p:ph type="title" hasCustomPrompt="1"/>
          </p:nvPr>
        </p:nvSpPr>
        <p:spPr/>
        <p:txBody>
          <a:bodyPr/>
          <a:lstStyle>
            <a:lvl1pPr>
              <a:lnSpc>
                <a:spcPct val="100000"/>
              </a:lnSpc>
              <a:defRPr/>
            </a:lvl1pPr>
          </a:lstStyle>
          <a:p>
            <a:r>
              <a:rPr lang="en-GB" dirty="0"/>
              <a:t>Heading</a:t>
            </a:r>
          </a:p>
        </p:txBody>
      </p:sp>
      <p:sp>
        <p:nvSpPr>
          <p:cNvPr id="12" name="Text Placeholder 11">
            <a:extLst>
              <a:ext uri="{FF2B5EF4-FFF2-40B4-BE49-F238E27FC236}">
                <a16:creationId xmlns:a16="http://schemas.microsoft.com/office/drawing/2014/main" id="{90D26E02-77E8-4784-8AE0-A7F0D633EA2F}"/>
              </a:ext>
            </a:extLst>
          </p:cNvPr>
          <p:cNvSpPr>
            <a:spLocks noGrp="1"/>
          </p:cNvSpPr>
          <p:nvPr>
            <p:ph type="body" sz="quarter" idx="14" hasCustomPrompt="1"/>
          </p:nvPr>
        </p:nvSpPr>
        <p:spPr>
          <a:xfrm>
            <a:off x="695325" y="1091691"/>
            <a:ext cx="10801350" cy="345600"/>
          </a:xfrm>
        </p:spPr>
        <p:txBody>
          <a:bodyPr wrap="square"/>
          <a:lstStyle>
            <a:lvl1pPr marL="0" indent="0">
              <a:spcBef>
                <a:spcPts val="0"/>
              </a:spcBef>
              <a:buFontTx/>
              <a:buNone/>
              <a:defRPr sz="2000"/>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Sub-heading</a:t>
            </a:r>
          </a:p>
        </p:txBody>
      </p:sp>
      <p:sp>
        <p:nvSpPr>
          <p:cNvPr id="2" name="Date Placeholder 1">
            <a:extLst>
              <a:ext uri="{FF2B5EF4-FFF2-40B4-BE49-F238E27FC236}">
                <a16:creationId xmlns:a16="http://schemas.microsoft.com/office/drawing/2014/main" id="{58B5A567-CECF-4E8C-9DF8-802537DB9392}"/>
              </a:ext>
            </a:extLst>
          </p:cNvPr>
          <p:cNvSpPr>
            <a:spLocks noGrp="1"/>
          </p:cNvSpPr>
          <p:nvPr>
            <p:ph type="dt" sz="half" idx="15"/>
          </p:nvPr>
        </p:nvSpPr>
        <p:spPr/>
        <p:txBody>
          <a:bodyPr/>
          <a:lstStyle/>
          <a:p>
            <a:fld id="{BF6D858C-FE28-4661-9741-B74153396B0C}" type="datetime3">
              <a:rPr lang="en-GB" smtClean="0"/>
              <a:t>24 March, 2026</a:t>
            </a:fld>
            <a:endParaRPr lang="en-GB" dirty="0"/>
          </a:p>
        </p:txBody>
      </p:sp>
      <p:sp>
        <p:nvSpPr>
          <p:cNvPr id="3" name="Footer Placeholder 2">
            <a:extLst>
              <a:ext uri="{FF2B5EF4-FFF2-40B4-BE49-F238E27FC236}">
                <a16:creationId xmlns:a16="http://schemas.microsoft.com/office/drawing/2014/main" id="{AE816BFE-40C0-4268-88B7-0420E044C7C7}"/>
              </a:ext>
            </a:extLst>
          </p:cNvPr>
          <p:cNvSpPr>
            <a:spLocks noGrp="1"/>
          </p:cNvSpPr>
          <p:nvPr>
            <p:ph type="ftr" sz="quarter" idx="16"/>
          </p:nvPr>
        </p:nvSpPr>
        <p:spPr/>
        <p:txBody>
          <a:bodyPr/>
          <a:lstStyle/>
          <a:p>
            <a:r>
              <a:rPr lang="en-GB"/>
              <a:t>Presentation name</a:t>
            </a:r>
            <a:endParaRPr lang="en-GB" dirty="0"/>
          </a:p>
        </p:txBody>
      </p:sp>
      <p:sp>
        <p:nvSpPr>
          <p:cNvPr id="9" name="Slide Number Placeholder 8">
            <a:extLst>
              <a:ext uri="{FF2B5EF4-FFF2-40B4-BE49-F238E27FC236}">
                <a16:creationId xmlns:a16="http://schemas.microsoft.com/office/drawing/2014/main" id="{D81C3C49-28EA-4AB4-BC5C-1D8A36952F02}"/>
              </a:ext>
            </a:extLst>
          </p:cNvPr>
          <p:cNvSpPr>
            <a:spLocks noGrp="1"/>
          </p:cNvSpPr>
          <p:nvPr>
            <p:ph type="sldNum" sz="quarter" idx="17"/>
          </p:nvPr>
        </p:nvSpPr>
        <p:spPr/>
        <p:txBody>
          <a:bodyPr/>
          <a:lstStyle/>
          <a:p>
            <a:r>
              <a:rPr lang="en-GB"/>
              <a:t>Page </a:t>
            </a:r>
            <a:fld id="{C2FE92B8-3297-49BF-866E-FDAA607BBC0B}" type="slidenum">
              <a:rPr lang="en-GB" smtClean="0"/>
              <a:pPr/>
              <a:t>‹#›</a:t>
            </a:fld>
            <a:endParaRPr lang="en-GB" dirty="0"/>
          </a:p>
        </p:txBody>
      </p:sp>
    </p:spTree>
    <p:extLst>
      <p:ext uri="{BB962C8B-B14F-4D97-AF65-F5344CB8AC3E}">
        <p14:creationId xmlns:p14="http://schemas.microsoft.com/office/powerpoint/2010/main" val="1397308047"/>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20 - Header only on white 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C5EDD42-E1EF-4CE7-815D-02CFBB24B793}"/>
              </a:ext>
            </a:extLst>
          </p:cNvPr>
          <p:cNvSpPr>
            <a:spLocks noGrp="1"/>
          </p:cNvSpPr>
          <p:nvPr>
            <p:ph type="title" hasCustomPrompt="1"/>
          </p:nvPr>
        </p:nvSpPr>
        <p:spPr/>
        <p:txBody>
          <a:bodyPr/>
          <a:lstStyle>
            <a:lvl1pPr>
              <a:lnSpc>
                <a:spcPct val="100000"/>
              </a:lnSpc>
              <a:defRPr/>
            </a:lvl1pPr>
          </a:lstStyle>
          <a:p>
            <a:r>
              <a:rPr lang="en-GB" dirty="0"/>
              <a:t>Heading</a:t>
            </a:r>
          </a:p>
        </p:txBody>
      </p:sp>
      <p:sp>
        <p:nvSpPr>
          <p:cNvPr id="12" name="Text Placeholder 11">
            <a:extLst>
              <a:ext uri="{FF2B5EF4-FFF2-40B4-BE49-F238E27FC236}">
                <a16:creationId xmlns:a16="http://schemas.microsoft.com/office/drawing/2014/main" id="{90D26E02-77E8-4784-8AE0-A7F0D633EA2F}"/>
              </a:ext>
            </a:extLst>
          </p:cNvPr>
          <p:cNvSpPr>
            <a:spLocks noGrp="1"/>
          </p:cNvSpPr>
          <p:nvPr>
            <p:ph type="body" sz="quarter" idx="14" hasCustomPrompt="1"/>
          </p:nvPr>
        </p:nvSpPr>
        <p:spPr>
          <a:xfrm>
            <a:off x="695325" y="1091691"/>
            <a:ext cx="10801350" cy="345600"/>
          </a:xfrm>
        </p:spPr>
        <p:txBody>
          <a:bodyPr wrap="square"/>
          <a:lstStyle>
            <a:lvl1pPr marL="0" indent="0">
              <a:spcBef>
                <a:spcPts val="0"/>
              </a:spcBef>
              <a:buFontTx/>
              <a:buNone/>
              <a:defRPr sz="2000"/>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Sub-heading</a:t>
            </a:r>
          </a:p>
        </p:txBody>
      </p:sp>
      <p:sp>
        <p:nvSpPr>
          <p:cNvPr id="2" name="Date Placeholder 1">
            <a:extLst>
              <a:ext uri="{FF2B5EF4-FFF2-40B4-BE49-F238E27FC236}">
                <a16:creationId xmlns:a16="http://schemas.microsoft.com/office/drawing/2014/main" id="{4F036DD7-6C24-4C48-8819-0528EB4199AC}"/>
              </a:ext>
            </a:extLst>
          </p:cNvPr>
          <p:cNvSpPr>
            <a:spLocks noGrp="1"/>
          </p:cNvSpPr>
          <p:nvPr>
            <p:ph type="dt" sz="half" idx="15"/>
          </p:nvPr>
        </p:nvSpPr>
        <p:spPr/>
        <p:txBody>
          <a:bodyPr/>
          <a:lstStyle/>
          <a:p>
            <a:fld id="{D08F46E6-1BE3-4FA3-8338-96313FADC74E}" type="datetime3">
              <a:rPr lang="en-GB" smtClean="0"/>
              <a:t>24 March, 2026</a:t>
            </a:fld>
            <a:endParaRPr lang="en-GB" dirty="0"/>
          </a:p>
        </p:txBody>
      </p:sp>
      <p:sp>
        <p:nvSpPr>
          <p:cNvPr id="3" name="Footer Placeholder 2">
            <a:extLst>
              <a:ext uri="{FF2B5EF4-FFF2-40B4-BE49-F238E27FC236}">
                <a16:creationId xmlns:a16="http://schemas.microsoft.com/office/drawing/2014/main" id="{E1DD7F54-AB07-4D01-8C64-F9B2421FB583}"/>
              </a:ext>
            </a:extLst>
          </p:cNvPr>
          <p:cNvSpPr>
            <a:spLocks noGrp="1"/>
          </p:cNvSpPr>
          <p:nvPr>
            <p:ph type="ftr" sz="quarter" idx="16"/>
          </p:nvPr>
        </p:nvSpPr>
        <p:spPr/>
        <p:txBody>
          <a:bodyPr/>
          <a:lstStyle/>
          <a:p>
            <a:r>
              <a:rPr lang="en-GB"/>
              <a:t>Presentation name</a:t>
            </a:r>
            <a:endParaRPr lang="en-GB" dirty="0"/>
          </a:p>
        </p:txBody>
      </p:sp>
      <p:sp>
        <p:nvSpPr>
          <p:cNvPr id="9" name="Slide Number Placeholder 8">
            <a:extLst>
              <a:ext uri="{FF2B5EF4-FFF2-40B4-BE49-F238E27FC236}">
                <a16:creationId xmlns:a16="http://schemas.microsoft.com/office/drawing/2014/main" id="{8278BF20-C1BE-48D3-9C5C-34133B97162E}"/>
              </a:ext>
            </a:extLst>
          </p:cNvPr>
          <p:cNvSpPr>
            <a:spLocks noGrp="1"/>
          </p:cNvSpPr>
          <p:nvPr>
            <p:ph type="sldNum" sz="quarter" idx="17"/>
          </p:nvPr>
        </p:nvSpPr>
        <p:spPr/>
        <p:txBody>
          <a:bodyPr/>
          <a:lstStyle/>
          <a:p>
            <a:r>
              <a:rPr lang="en-GB"/>
              <a:t>Page </a:t>
            </a:r>
            <a:fld id="{C2FE92B8-3297-49BF-866E-FDAA607BBC0B}" type="slidenum">
              <a:rPr lang="en-GB" smtClean="0"/>
              <a:pPr/>
              <a:t>‹#›</a:t>
            </a:fld>
            <a:endParaRPr lang="en-GB" dirty="0"/>
          </a:p>
        </p:txBody>
      </p:sp>
    </p:spTree>
    <p:extLst>
      <p:ext uri="{BB962C8B-B14F-4D97-AF65-F5344CB8AC3E}">
        <p14:creationId xmlns:p14="http://schemas.microsoft.com/office/powerpoint/2010/main" val="450151947"/>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3.21 - Header only on blue 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C84D998-A0A1-427E-9E94-DE69BA2AF685}"/>
              </a:ext>
            </a:extLst>
          </p:cNvPr>
          <p:cNvSpPr/>
          <p:nvPr userDrawn="1"/>
        </p:nvSpPr>
        <p:spPr>
          <a:xfrm>
            <a:off x="0" y="0"/>
            <a:ext cx="12192000" cy="616585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itle 6">
            <a:extLst>
              <a:ext uri="{FF2B5EF4-FFF2-40B4-BE49-F238E27FC236}">
                <a16:creationId xmlns:a16="http://schemas.microsoft.com/office/drawing/2014/main" id="{CC5EDD42-E1EF-4CE7-815D-02CFBB24B793}"/>
              </a:ext>
            </a:extLst>
          </p:cNvPr>
          <p:cNvSpPr>
            <a:spLocks noGrp="1"/>
          </p:cNvSpPr>
          <p:nvPr>
            <p:ph type="title" hasCustomPrompt="1"/>
          </p:nvPr>
        </p:nvSpPr>
        <p:spPr/>
        <p:txBody>
          <a:bodyPr/>
          <a:lstStyle>
            <a:lvl1pPr>
              <a:lnSpc>
                <a:spcPct val="100000"/>
              </a:lnSpc>
              <a:defRPr>
                <a:solidFill>
                  <a:schemeClr val="bg1"/>
                </a:solidFill>
              </a:defRPr>
            </a:lvl1pPr>
          </a:lstStyle>
          <a:p>
            <a:r>
              <a:rPr lang="en-GB" dirty="0"/>
              <a:t>Heading</a:t>
            </a:r>
          </a:p>
        </p:txBody>
      </p:sp>
      <p:sp>
        <p:nvSpPr>
          <p:cNvPr id="12" name="Text Placeholder 11">
            <a:extLst>
              <a:ext uri="{FF2B5EF4-FFF2-40B4-BE49-F238E27FC236}">
                <a16:creationId xmlns:a16="http://schemas.microsoft.com/office/drawing/2014/main" id="{90D26E02-77E8-4784-8AE0-A7F0D633EA2F}"/>
              </a:ext>
            </a:extLst>
          </p:cNvPr>
          <p:cNvSpPr>
            <a:spLocks noGrp="1"/>
          </p:cNvSpPr>
          <p:nvPr>
            <p:ph type="body" sz="quarter" idx="14" hasCustomPrompt="1"/>
          </p:nvPr>
        </p:nvSpPr>
        <p:spPr>
          <a:xfrm>
            <a:off x="695325" y="1091691"/>
            <a:ext cx="10801350" cy="345600"/>
          </a:xfrm>
        </p:spPr>
        <p:txBody>
          <a:bodyPr wrap="square"/>
          <a:lstStyle>
            <a:lvl1pPr marL="0" indent="0">
              <a:spcBef>
                <a:spcPts val="0"/>
              </a:spcBef>
              <a:buFontTx/>
              <a:buNone/>
              <a:defRPr sz="2000">
                <a:solidFill>
                  <a:schemeClr val="bg1"/>
                </a:solidFill>
              </a:defRPr>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dirty="0"/>
              <a:t>Sub-heading</a:t>
            </a:r>
          </a:p>
        </p:txBody>
      </p:sp>
      <p:sp>
        <p:nvSpPr>
          <p:cNvPr id="10" name="Date Placeholder 9">
            <a:extLst>
              <a:ext uri="{FF2B5EF4-FFF2-40B4-BE49-F238E27FC236}">
                <a16:creationId xmlns:a16="http://schemas.microsoft.com/office/drawing/2014/main" id="{DC92D004-45D9-4900-8B3A-20D7F802DA48}"/>
              </a:ext>
            </a:extLst>
          </p:cNvPr>
          <p:cNvSpPr>
            <a:spLocks noGrp="1"/>
          </p:cNvSpPr>
          <p:nvPr>
            <p:ph type="dt" sz="half" idx="15"/>
          </p:nvPr>
        </p:nvSpPr>
        <p:spPr/>
        <p:txBody>
          <a:bodyPr/>
          <a:lstStyle/>
          <a:p>
            <a:fld id="{1F9DED0E-F0AB-492A-8952-1203CB654487}" type="datetime3">
              <a:rPr lang="en-GB" smtClean="0"/>
              <a:t>24 March, 2026</a:t>
            </a:fld>
            <a:endParaRPr lang="en-GB" dirty="0"/>
          </a:p>
        </p:txBody>
      </p:sp>
      <p:sp>
        <p:nvSpPr>
          <p:cNvPr id="11" name="Footer Placeholder 10">
            <a:extLst>
              <a:ext uri="{FF2B5EF4-FFF2-40B4-BE49-F238E27FC236}">
                <a16:creationId xmlns:a16="http://schemas.microsoft.com/office/drawing/2014/main" id="{9C86CA62-BFDB-4F87-A424-F5D90D166B85}"/>
              </a:ext>
            </a:extLst>
          </p:cNvPr>
          <p:cNvSpPr>
            <a:spLocks noGrp="1"/>
          </p:cNvSpPr>
          <p:nvPr>
            <p:ph type="ftr" sz="quarter" idx="16"/>
          </p:nvPr>
        </p:nvSpPr>
        <p:spPr/>
        <p:txBody>
          <a:bodyPr/>
          <a:lstStyle/>
          <a:p>
            <a:r>
              <a:rPr lang="en-GB"/>
              <a:t>Presentation name</a:t>
            </a:r>
            <a:endParaRPr lang="en-GB" dirty="0"/>
          </a:p>
        </p:txBody>
      </p:sp>
      <p:sp>
        <p:nvSpPr>
          <p:cNvPr id="13" name="Slide Number Placeholder 12">
            <a:extLst>
              <a:ext uri="{FF2B5EF4-FFF2-40B4-BE49-F238E27FC236}">
                <a16:creationId xmlns:a16="http://schemas.microsoft.com/office/drawing/2014/main" id="{2A9C68DB-004F-43DA-AAFC-81794FB395D1}"/>
              </a:ext>
            </a:extLst>
          </p:cNvPr>
          <p:cNvSpPr>
            <a:spLocks noGrp="1"/>
          </p:cNvSpPr>
          <p:nvPr>
            <p:ph type="sldNum" sz="quarter" idx="17"/>
          </p:nvPr>
        </p:nvSpPr>
        <p:spPr/>
        <p:txBody>
          <a:bodyPr/>
          <a:lstStyle/>
          <a:p>
            <a:r>
              <a:rPr lang="en-GB"/>
              <a:t>Page </a:t>
            </a:r>
            <a:fld id="{C2FE92B8-3297-49BF-866E-FDAA607BBC0B}" type="slidenum">
              <a:rPr lang="en-GB" smtClean="0"/>
              <a:pPr/>
              <a:t>‹#›</a:t>
            </a:fld>
            <a:endParaRPr lang="en-GB" dirty="0"/>
          </a:p>
        </p:txBody>
      </p:sp>
    </p:spTree>
    <p:extLst>
      <p:ext uri="{BB962C8B-B14F-4D97-AF65-F5344CB8AC3E}">
        <p14:creationId xmlns:p14="http://schemas.microsoft.com/office/powerpoint/2010/main" val="3453101483"/>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3.22 - Empty">
    <p:spTree>
      <p:nvGrpSpPr>
        <p:cNvPr id="1" name=""/>
        <p:cNvGrpSpPr/>
        <p:nvPr/>
      </p:nvGrpSpPr>
      <p:grpSpPr>
        <a:xfrm>
          <a:off x="0" y="0"/>
          <a:ext cx="0" cy="0"/>
          <a:chOff x="0" y="0"/>
          <a:chExt cx="0" cy="0"/>
        </a:xfrm>
      </p:grpSpPr>
      <p:sp>
        <p:nvSpPr>
          <p:cNvPr id="8" name="Date Placeholder 7">
            <a:extLst>
              <a:ext uri="{FF2B5EF4-FFF2-40B4-BE49-F238E27FC236}">
                <a16:creationId xmlns:a16="http://schemas.microsoft.com/office/drawing/2014/main" id="{C717F548-098C-4A84-BAE0-B9AE7935B9DB}"/>
              </a:ext>
            </a:extLst>
          </p:cNvPr>
          <p:cNvSpPr>
            <a:spLocks noGrp="1"/>
          </p:cNvSpPr>
          <p:nvPr>
            <p:ph type="dt" sz="half" idx="10"/>
          </p:nvPr>
        </p:nvSpPr>
        <p:spPr/>
        <p:txBody>
          <a:bodyPr/>
          <a:lstStyle/>
          <a:p>
            <a:fld id="{BBC98688-8316-4E08-99A7-4CF117E95DD2}" type="datetime3">
              <a:rPr lang="en-GB" smtClean="0"/>
              <a:t>24 March, 2026</a:t>
            </a:fld>
            <a:endParaRPr lang="en-GB" dirty="0"/>
          </a:p>
        </p:txBody>
      </p:sp>
      <p:sp>
        <p:nvSpPr>
          <p:cNvPr id="9" name="Footer Placeholder 8">
            <a:extLst>
              <a:ext uri="{FF2B5EF4-FFF2-40B4-BE49-F238E27FC236}">
                <a16:creationId xmlns:a16="http://schemas.microsoft.com/office/drawing/2014/main" id="{16A88127-32A8-4077-923D-55055EFBBF0E}"/>
              </a:ext>
            </a:extLst>
          </p:cNvPr>
          <p:cNvSpPr>
            <a:spLocks noGrp="1"/>
          </p:cNvSpPr>
          <p:nvPr>
            <p:ph type="ftr" sz="quarter" idx="11"/>
          </p:nvPr>
        </p:nvSpPr>
        <p:spPr/>
        <p:txBody>
          <a:bodyPr/>
          <a:lstStyle/>
          <a:p>
            <a:r>
              <a:rPr lang="en-GB"/>
              <a:t>Presentation name</a:t>
            </a:r>
            <a:endParaRPr lang="en-GB" dirty="0"/>
          </a:p>
        </p:txBody>
      </p:sp>
      <p:sp>
        <p:nvSpPr>
          <p:cNvPr id="10" name="Slide Number Placeholder 9">
            <a:extLst>
              <a:ext uri="{FF2B5EF4-FFF2-40B4-BE49-F238E27FC236}">
                <a16:creationId xmlns:a16="http://schemas.microsoft.com/office/drawing/2014/main" id="{B70096FE-52E7-40F9-B9B2-A6ED5492C3FF}"/>
              </a:ext>
            </a:extLst>
          </p:cNvPr>
          <p:cNvSpPr>
            <a:spLocks noGrp="1"/>
          </p:cNvSpPr>
          <p:nvPr>
            <p:ph type="sldNum" sz="quarter" idx="12"/>
          </p:nvPr>
        </p:nvSpPr>
        <p:spPr/>
        <p:txBody>
          <a:bodyPr/>
          <a:lstStyle/>
          <a:p>
            <a:r>
              <a:rPr lang="en-GB"/>
              <a:t>Page </a:t>
            </a:r>
            <a:fld id="{C2FE92B8-3297-49BF-866E-FDAA607BBC0B}" type="slidenum">
              <a:rPr lang="en-GB" smtClean="0"/>
              <a:pPr/>
              <a:t>‹#›</a:t>
            </a:fld>
            <a:endParaRPr lang="en-GB" dirty="0"/>
          </a:p>
        </p:txBody>
      </p:sp>
    </p:spTree>
    <p:extLst>
      <p:ext uri="{BB962C8B-B14F-4D97-AF65-F5344CB8AC3E}">
        <p14:creationId xmlns:p14="http://schemas.microsoft.com/office/powerpoint/2010/main" val="470683134"/>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3.22 – Disclaimer">
    <p:spTree>
      <p:nvGrpSpPr>
        <p:cNvPr id="1" name=""/>
        <p:cNvGrpSpPr/>
        <p:nvPr/>
      </p:nvGrpSpPr>
      <p:grpSpPr>
        <a:xfrm>
          <a:off x="0" y="0"/>
          <a:ext cx="0" cy="0"/>
          <a:chOff x="0" y="0"/>
          <a:chExt cx="0" cy="0"/>
        </a:xfrm>
      </p:grpSpPr>
      <p:sp>
        <p:nvSpPr>
          <p:cNvPr id="22" name="Date Placeholder 21">
            <a:extLst>
              <a:ext uri="{FF2B5EF4-FFF2-40B4-BE49-F238E27FC236}">
                <a16:creationId xmlns:a16="http://schemas.microsoft.com/office/drawing/2014/main" id="{0C11CC47-62A3-49D7-96FD-64C3D8615221}"/>
              </a:ext>
            </a:extLst>
          </p:cNvPr>
          <p:cNvSpPr>
            <a:spLocks noGrp="1"/>
          </p:cNvSpPr>
          <p:nvPr>
            <p:ph type="dt" sz="half" idx="18"/>
          </p:nvPr>
        </p:nvSpPr>
        <p:spPr/>
        <p:txBody>
          <a:bodyPr/>
          <a:lstStyle>
            <a:lvl1pPr>
              <a:defRPr>
                <a:solidFill>
                  <a:schemeClr val="tx1">
                    <a:alpha val="0"/>
                  </a:schemeClr>
                </a:solidFill>
              </a:defRPr>
            </a:lvl1pPr>
          </a:lstStyle>
          <a:p>
            <a:fld id="{1A2CA5C7-790A-4B5E-A7CB-5AC08A6DCD86}" type="datetime3">
              <a:rPr lang="en-GB" smtClean="0"/>
              <a:t>24 March, 2026</a:t>
            </a:fld>
            <a:endParaRPr lang="en-GB" dirty="0"/>
          </a:p>
        </p:txBody>
      </p:sp>
      <p:sp>
        <p:nvSpPr>
          <p:cNvPr id="23" name="Footer Placeholder 22">
            <a:extLst>
              <a:ext uri="{FF2B5EF4-FFF2-40B4-BE49-F238E27FC236}">
                <a16:creationId xmlns:a16="http://schemas.microsoft.com/office/drawing/2014/main" id="{384075DC-C7FC-49E3-9038-4FAE5C0F18E0}"/>
              </a:ext>
            </a:extLst>
          </p:cNvPr>
          <p:cNvSpPr>
            <a:spLocks noGrp="1"/>
          </p:cNvSpPr>
          <p:nvPr>
            <p:ph type="ftr" sz="quarter" idx="19"/>
          </p:nvPr>
        </p:nvSpPr>
        <p:spPr/>
        <p:txBody>
          <a:bodyPr/>
          <a:lstStyle>
            <a:lvl1pPr>
              <a:defRPr>
                <a:solidFill>
                  <a:schemeClr val="tx1">
                    <a:alpha val="0"/>
                  </a:schemeClr>
                </a:solidFill>
              </a:defRPr>
            </a:lvl1pPr>
          </a:lstStyle>
          <a:p>
            <a:r>
              <a:rPr lang="en-GB"/>
              <a:t>Presentation name</a:t>
            </a:r>
            <a:endParaRPr lang="en-GB" dirty="0"/>
          </a:p>
        </p:txBody>
      </p:sp>
      <p:sp>
        <p:nvSpPr>
          <p:cNvPr id="24" name="Slide Number Placeholder 23">
            <a:extLst>
              <a:ext uri="{FF2B5EF4-FFF2-40B4-BE49-F238E27FC236}">
                <a16:creationId xmlns:a16="http://schemas.microsoft.com/office/drawing/2014/main" id="{C80C7B6A-36AB-4420-A1F1-739E53B05FD1}"/>
              </a:ext>
            </a:extLst>
          </p:cNvPr>
          <p:cNvSpPr>
            <a:spLocks noGrp="1"/>
          </p:cNvSpPr>
          <p:nvPr>
            <p:ph type="sldNum" sz="quarter" idx="20"/>
          </p:nvPr>
        </p:nvSpPr>
        <p:spPr/>
        <p:txBody>
          <a:bodyPr/>
          <a:lstStyle>
            <a:lvl1pPr>
              <a:defRPr>
                <a:solidFill>
                  <a:schemeClr val="tx1">
                    <a:alpha val="0"/>
                  </a:schemeClr>
                </a:solidFill>
              </a:defRPr>
            </a:lvl1pPr>
          </a:lstStyle>
          <a:p>
            <a:r>
              <a:rPr lang="en-GB"/>
              <a:t>Page </a:t>
            </a:r>
            <a:fld id="{C2FE92B8-3297-49BF-866E-FDAA607BBC0B}" type="slidenum">
              <a:rPr lang="en-GB" smtClean="0"/>
              <a:pPr/>
              <a:t>‹#›</a:t>
            </a:fld>
            <a:endParaRPr lang="en-GB" dirty="0"/>
          </a:p>
        </p:txBody>
      </p:sp>
      <p:sp>
        <p:nvSpPr>
          <p:cNvPr id="19" name="Rectangle 18">
            <a:extLst>
              <a:ext uri="{FF2B5EF4-FFF2-40B4-BE49-F238E27FC236}">
                <a16:creationId xmlns:a16="http://schemas.microsoft.com/office/drawing/2014/main" id="{A46DF209-4A08-4759-0FEE-12F6A6C0CE63}"/>
              </a:ext>
            </a:extLst>
          </p:cNvPr>
          <p:cNvSpPr/>
          <p:nvPr userDrawn="1"/>
        </p:nvSpPr>
        <p:spPr>
          <a:xfrm>
            <a:off x="454250" y="5763670"/>
            <a:ext cx="8972919" cy="10264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lnSpc>
                <a:spcPct val="110000"/>
              </a:lnSpc>
              <a:spcBef>
                <a:spcPts val="600"/>
              </a:spcBef>
            </a:pPr>
            <a:endParaRPr lang="en-GB" sz="1600" dirty="0"/>
          </a:p>
        </p:txBody>
      </p:sp>
      <p:sp>
        <p:nvSpPr>
          <p:cNvPr id="7" name="Rectangle 6">
            <a:extLst>
              <a:ext uri="{FF2B5EF4-FFF2-40B4-BE49-F238E27FC236}">
                <a16:creationId xmlns:a16="http://schemas.microsoft.com/office/drawing/2014/main" id="{1B261975-D780-4513-BFCF-152B38AAB5B1}"/>
              </a:ext>
            </a:extLst>
          </p:cNvPr>
          <p:cNvSpPr/>
          <p:nvPr userDrawn="1"/>
        </p:nvSpPr>
        <p:spPr>
          <a:xfrm>
            <a:off x="0" y="0"/>
            <a:ext cx="12192000" cy="4932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5" name="Text Placeholder 10">
            <a:extLst>
              <a:ext uri="{FF2B5EF4-FFF2-40B4-BE49-F238E27FC236}">
                <a16:creationId xmlns:a16="http://schemas.microsoft.com/office/drawing/2014/main" id="{0701FCCB-E585-4202-BA47-9F2063D11576}"/>
              </a:ext>
            </a:extLst>
          </p:cNvPr>
          <p:cNvSpPr>
            <a:spLocks noGrp="1"/>
          </p:cNvSpPr>
          <p:nvPr>
            <p:ph type="body" sz="quarter" idx="17" hasCustomPrompt="1"/>
          </p:nvPr>
        </p:nvSpPr>
        <p:spPr>
          <a:xfrm>
            <a:off x="695325" y="1587731"/>
            <a:ext cx="8640675" cy="3073321"/>
          </a:xfrm>
        </p:spPr>
        <p:txBody>
          <a:bodyPr anchor="b" anchorCtr="0"/>
          <a:lstStyle>
            <a:lvl1pPr marL="0" indent="0">
              <a:buFontTx/>
              <a:buNone/>
              <a:defRPr sz="900"/>
            </a:lvl1pPr>
            <a:lvl2pPr marL="153988" indent="0">
              <a:buFontTx/>
              <a:buNone/>
              <a:defRPr/>
            </a:lvl2pPr>
            <a:lvl3pPr marL="339725" indent="0">
              <a:buFontTx/>
              <a:buNone/>
              <a:defRPr/>
            </a:lvl3pPr>
            <a:lvl4pPr marL="339725" indent="0">
              <a:buFontTx/>
              <a:buNone/>
              <a:defRPr/>
            </a:lvl4pPr>
            <a:lvl5pPr marL="339725" indent="0">
              <a:buFontTx/>
              <a:buNone/>
              <a:defRPr/>
            </a:lvl5pPr>
          </a:lstStyle>
          <a:p>
            <a:pPr lvl="0"/>
            <a:r>
              <a:rPr lang="en-GB"/>
              <a:t>Placeholder for disclaimer text and/or Document ID. NOTE: Copyright and trademark information are already included below and do not need to be added again.</a:t>
            </a:r>
            <a:endParaRPr lang="en-GB" dirty="0"/>
          </a:p>
        </p:txBody>
      </p:sp>
      <p:sp>
        <p:nvSpPr>
          <p:cNvPr id="3" name="TextBox 7">
            <a:extLst>
              <a:ext uri="{FF2B5EF4-FFF2-40B4-BE49-F238E27FC236}">
                <a16:creationId xmlns:a16="http://schemas.microsoft.com/office/drawing/2014/main" id="{CBB298DC-3796-92A0-871A-1B22DBA13290}"/>
              </a:ext>
            </a:extLst>
          </p:cNvPr>
          <p:cNvSpPr txBox="1"/>
          <p:nvPr userDrawn="1"/>
        </p:nvSpPr>
        <p:spPr bwMode="gray">
          <a:xfrm>
            <a:off x="712204" y="6416589"/>
            <a:ext cx="6591598" cy="144000"/>
          </a:xfrm>
          <a:prstGeom prst="rect">
            <a:avLst/>
          </a:prstGeom>
        </p:spPr>
        <p:txBody>
          <a:bodyPr vert="horz" lIns="0" tIns="0" rIns="0" bIns="0" rtlCol="0" anchor="ctr" anchorCtr="0">
            <a:noAutofit/>
          </a:bodyPr>
          <a:lstStyle>
            <a:lvl1pPr indent="0">
              <a:lnSpc>
                <a:spcPct val="120000"/>
              </a:lnSpc>
              <a:spcBef>
                <a:spcPts val="600"/>
              </a:spcBef>
              <a:buFont typeface="Arial" panose="020B0604020202020204" pitchFamily="34" charset="0"/>
              <a:buNone/>
              <a:defRPr sz="1600" b="1">
                <a:solidFill>
                  <a:schemeClr val="tx2"/>
                </a:solidFill>
              </a:defRPr>
            </a:lvl1pPr>
            <a:lvl2pPr marL="0" lvl="1" indent="0">
              <a:lnSpc>
                <a:spcPct val="120000"/>
              </a:lnSpc>
              <a:spcBef>
                <a:spcPts val="600"/>
              </a:spcBef>
              <a:buFont typeface="Arial" panose="020B0604020202020204" pitchFamily="34" charset="0"/>
              <a:buNone/>
              <a:defRPr sz="800">
                <a:solidFill>
                  <a:schemeClr val="tx2"/>
                </a:solidFill>
              </a:defRPr>
            </a:lvl2pPr>
            <a:lvl3pPr marL="219456" indent="-219456">
              <a:lnSpc>
                <a:spcPct val="100000"/>
              </a:lnSpc>
              <a:spcBef>
                <a:spcPts val="600"/>
              </a:spcBef>
              <a:buFont typeface="Arial" panose="020B0604020202020204" pitchFamily="34" charset="0"/>
              <a:buChar char="•"/>
              <a:defRPr sz="1600"/>
            </a:lvl3pPr>
            <a:lvl4pPr marL="429768" indent="-219456">
              <a:lnSpc>
                <a:spcPct val="100000"/>
              </a:lnSpc>
              <a:spcBef>
                <a:spcPts val="600"/>
              </a:spcBef>
              <a:buFont typeface="Arial" panose="020B0604020202020204" pitchFamily="34" charset="0"/>
              <a:buChar char="•"/>
              <a:defRPr sz="1400"/>
            </a:lvl4pPr>
            <a:lvl5pPr marL="649224" indent="-219456">
              <a:lnSpc>
                <a:spcPct val="100000"/>
              </a:lnSpc>
              <a:spcBef>
                <a:spcPts val="600"/>
              </a:spcBef>
              <a:buFont typeface="Arial" panose="020B0604020202020204" pitchFamily="34" charset="0"/>
              <a:buChar char="•"/>
              <a:defRPr sz="1400"/>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1" indent="0" algn="l"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GB"/>
              <a:t>© Getinge │ Getinge and                           are trademarks or registered trademarks of Getinge AB, its subsidiaries or affiliates. All rights reserved.</a:t>
            </a:r>
            <a:endParaRPr lang="en-GB" dirty="0"/>
          </a:p>
        </p:txBody>
      </p:sp>
      <p:sp>
        <p:nvSpPr>
          <p:cNvPr id="4" name="TextBox 3">
            <a:extLst>
              <a:ext uri="{FF2B5EF4-FFF2-40B4-BE49-F238E27FC236}">
                <a16:creationId xmlns:a16="http://schemas.microsoft.com/office/drawing/2014/main" id="{5785FAF3-B314-F8CA-9FD6-7174C31B3929}"/>
              </a:ext>
            </a:extLst>
          </p:cNvPr>
          <p:cNvSpPr txBox="1"/>
          <p:nvPr userDrawn="1"/>
        </p:nvSpPr>
        <p:spPr bwMode="gray">
          <a:xfrm>
            <a:off x="695326" y="5763159"/>
            <a:ext cx="8076142" cy="360852"/>
          </a:xfrm>
          <a:prstGeom prst="rect">
            <a:avLst/>
          </a:prstGeom>
        </p:spPr>
        <p:txBody>
          <a:bodyPr vert="horz" lIns="0" tIns="0" rIns="0" bIns="0" rtlCol="0">
            <a:noAutofit/>
          </a:bodyPr>
          <a:lstStyle>
            <a:lvl1pPr indent="0">
              <a:lnSpc>
                <a:spcPct val="120000"/>
              </a:lnSpc>
              <a:spcBef>
                <a:spcPts val="600"/>
              </a:spcBef>
              <a:buFont typeface="Arial" panose="020B0604020202020204" pitchFamily="34" charset="0"/>
              <a:buNone/>
              <a:defRPr sz="1600" b="1">
                <a:solidFill>
                  <a:schemeClr val="tx2"/>
                </a:solidFill>
              </a:defRPr>
            </a:lvl1pPr>
            <a:lvl2pPr marL="0" lvl="1" indent="0">
              <a:lnSpc>
                <a:spcPct val="120000"/>
              </a:lnSpc>
              <a:spcBef>
                <a:spcPts val="600"/>
              </a:spcBef>
              <a:buFont typeface="Arial" panose="020B0604020202020204" pitchFamily="34" charset="0"/>
              <a:buNone/>
              <a:defRPr sz="800">
                <a:solidFill>
                  <a:schemeClr val="tx2"/>
                </a:solidFill>
              </a:defRPr>
            </a:lvl2pPr>
            <a:lvl3pPr marL="219456" indent="-219456">
              <a:lnSpc>
                <a:spcPct val="100000"/>
              </a:lnSpc>
              <a:spcBef>
                <a:spcPts val="600"/>
              </a:spcBef>
              <a:buFont typeface="Arial" panose="020B0604020202020204" pitchFamily="34" charset="0"/>
              <a:buChar char="•"/>
              <a:defRPr sz="1600"/>
            </a:lvl3pPr>
            <a:lvl4pPr marL="429768" indent="-219456">
              <a:lnSpc>
                <a:spcPct val="100000"/>
              </a:lnSpc>
              <a:spcBef>
                <a:spcPts val="600"/>
              </a:spcBef>
              <a:buFont typeface="Arial" panose="020B0604020202020204" pitchFamily="34" charset="0"/>
              <a:buChar char="•"/>
              <a:defRPr sz="1400"/>
            </a:lvl4pPr>
            <a:lvl5pPr marL="649224" indent="-219456">
              <a:lnSpc>
                <a:spcPct val="100000"/>
              </a:lnSpc>
              <a:spcBef>
                <a:spcPts val="600"/>
              </a:spcBef>
              <a:buFont typeface="Arial" panose="020B0604020202020204" pitchFamily="34" charset="0"/>
              <a:buChar char="•"/>
              <a:defRPr sz="1400"/>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1"/>
            <a:r>
              <a:rPr lang="en-US" sz="800" dirty="0"/>
              <a:t>With a firm belief that every person and community should have access to the best possible care, Getinge provides hospitals and life science institutions with products and solutions aiming to improve clinical results and optimize workflows. The offering includes products and solutions for intensive care, cardiovascular procedures, operating rooms, sterile reprocessing and life science. Getinge employs over 10,000 people worldwide and the products are sold in more than 135 countries.</a:t>
            </a:r>
            <a:endParaRPr lang="en-GB" sz="800" dirty="0"/>
          </a:p>
        </p:txBody>
      </p:sp>
      <p:sp>
        <p:nvSpPr>
          <p:cNvPr id="5" name="TextBox 4">
            <a:extLst>
              <a:ext uri="{FF2B5EF4-FFF2-40B4-BE49-F238E27FC236}">
                <a16:creationId xmlns:a16="http://schemas.microsoft.com/office/drawing/2014/main" id="{C44887AD-4885-F0DD-4DB6-917570EB3D3A}"/>
              </a:ext>
            </a:extLst>
          </p:cNvPr>
          <p:cNvSpPr txBox="1"/>
          <p:nvPr userDrawn="1"/>
        </p:nvSpPr>
        <p:spPr bwMode="gray">
          <a:xfrm>
            <a:off x="695325" y="5154989"/>
            <a:ext cx="10801349" cy="295466"/>
          </a:xfrm>
          <a:prstGeom prst="rect">
            <a:avLst/>
          </a:prstGeom>
        </p:spPr>
        <p:txBody>
          <a:bodyPr vert="horz" lIns="0" tIns="0" rIns="0" bIns="0" rtlCol="0">
            <a:noAutofit/>
          </a:bodyPr>
          <a:lstStyle>
            <a:lvl1pPr lvl="0" indent="0">
              <a:lnSpc>
                <a:spcPct val="120000"/>
              </a:lnSpc>
              <a:spcBef>
                <a:spcPts val="600"/>
              </a:spcBef>
              <a:buFont typeface="Arial" panose="020B0604020202020204" pitchFamily="34" charset="0"/>
              <a:buNone/>
              <a:defRPr sz="1600" b="1">
                <a:solidFill>
                  <a:schemeClr val="bg1"/>
                </a:solidFill>
              </a:defRPr>
            </a:lvl1pPr>
            <a:lvl2pPr marL="0" indent="0">
              <a:lnSpc>
                <a:spcPct val="120000"/>
              </a:lnSpc>
              <a:spcBef>
                <a:spcPts val="600"/>
              </a:spcBef>
              <a:buFont typeface="Arial" panose="020B0604020202020204" pitchFamily="34" charset="0"/>
              <a:buNone/>
              <a:defRPr sz="1600"/>
            </a:lvl2pPr>
            <a:lvl3pPr marL="219456" indent="-219456">
              <a:lnSpc>
                <a:spcPct val="100000"/>
              </a:lnSpc>
              <a:spcBef>
                <a:spcPts val="600"/>
              </a:spcBef>
              <a:buFont typeface="Arial" panose="020B0604020202020204" pitchFamily="34" charset="0"/>
              <a:buChar char="•"/>
              <a:defRPr sz="1600"/>
            </a:lvl3pPr>
            <a:lvl4pPr marL="429768" indent="-219456">
              <a:lnSpc>
                <a:spcPct val="100000"/>
              </a:lnSpc>
              <a:spcBef>
                <a:spcPts val="600"/>
              </a:spcBef>
              <a:buFont typeface="Arial" panose="020B0604020202020204" pitchFamily="34" charset="0"/>
              <a:buChar char="•"/>
              <a:defRPr sz="1400"/>
            </a:lvl4pPr>
            <a:lvl5pPr marL="649224" indent="-219456">
              <a:lnSpc>
                <a:spcPct val="100000"/>
              </a:lnSpc>
              <a:spcBef>
                <a:spcPts val="600"/>
              </a:spcBef>
              <a:buFont typeface="Arial" panose="020B0604020202020204" pitchFamily="34" charset="0"/>
              <a:buChar char="•"/>
              <a:defRPr sz="1400"/>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GB" sz="1600" b="0">
                <a:solidFill>
                  <a:schemeClr val="tx2"/>
                </a:solidFill>
              </a:rPr>
              <a:t>www.getinge.com</a:t>
            </a:r>
            <a:endParaRPr lang="en-GB" sz="1600" b="0" dirty="0">
              <a:solidFill>
                <a:schemeClr val="tx2"/>
              </a:solidFill>
            </a:endParaRPr>
          </a:p>
        </p:txBody>
      </p:sp>
      <p:pic>
        <p:nvPicPr>
          <p:cNvPr id="6" name="Graphic 5">
            <a:extLst>
              <a:ext uri="{FF2B5EF4-FFF2-40B4-BE49-F238E27FC236}">
                <a16:creationId xmlns:a16="http://schemas.microsoft.com/office/drawing/2014/main" id="{A98FFAA4-7621-56BD-1A7D-7FE32EA557B6}"/>
              </a:ext>
            </a:extLst>
          </p:cNvPr>
          <p:cNvPicPr>
            <a:picLocks noChangeAspect="1"/>
          </p:cNvPicPr>
          <p:nvPr userDrawn="1"/>
        </p:nvPicPr>
        <p:blipFill>
          <a:blip r:embed="rId2" cstate="email">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98530" y="6453939"/>
            <a:ext cx="676800" cy="100267"/>
          </a:xfrm>
          <a:prstGeom prst="rect">
            <a:avLst/>
          </a:prstGeom>
        </p:spPr>
      </p:pic>
    </p:spTree>
    <p:extLst>
      <p:ext uri="{BB962C8B-B14F-4D97-AF65-F5344CB8AC3E}">
        <p14:creationId xmlns:p14="http://schemas.microsoft.com/office/powerpoint/2010/main" val="1846534329"/>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4.2 - End logo on graphic">
    <p:bg>
      <p:bgPr>
        <a:solidFill>
          <a:schemeClr val="tx2"/>
        </a:solidFill>
        <a:effectLst/>
      </p:bgPr>
    </p:bg>
    <p:spTree>
      <p:nvGrpSpPr>
        <p:cNvPr id="1" name=""/>
        <p:cNvGrpSpPr/>
        <p:nvPr/>
      </p:nvGrpSpPr>
      <p:grpSpPr>
        <a:xfrm>
          <a:off x="0" y="0"/>
          <a:ext cx="0" cy="0"/>
          <a:chOff x="0" y="0"/>
          <a:chExt cx="0" cy="0"/>
        </a:xfrm>
      </p:grpSpPr>
      <p:sp>
        <p:nvSpPr>
          <p:cNvPr id="22" name="Date Placeholder 21">
            <a:extLst>
              <a:ext uri="{FF2B5EF4-FFF2-40B4-BE49-F238E27FC236}">
                <a16:creationId xmlns:a16="http://schemas.microsoft.com/office/drawing/2014/main" id="{0C11CC47-62A3-49D7-96FD-64C3D8615221}"/>
              </a:ext>
            </a:extLst>
          </p:cNvPr>
          <p:cNvSpPr>
            <a:spLocks noGrp="1"/>
          </p:cNvSpPr>
          <p:nvPr>
            <p:ph type="dt" sz="half" idx="18"/>
          </p:nvPr>
        </p:nvSpPr>
        <p:spPr/>
        <p:txBody>
          <a:bodyPr/>
          <a:lstStyle>
            <a:lvl1pPr>
              <a:defRPr>
                <a:solidFill>
                  <a:schemeClr val="tx1">
                    <a:alpha val="0"/>
                  </a:schemeClr>
                </a:solidFill>
              </a:defRPr>
            </a:lvl1pPr>
          </a:lstStyle>
          <a:p>
            <a:fld id="{8A13A591-4E4B-45F2-908E-4E1C3B5BC5F3}" type="datetime3">
              <a:rPr lang="en-GB" smtClean="0"/>
              <a:t>24 March, 2026</a:t>
            </a:fld>
            <a:endParaRPr lang="en-GB" dirty="0"/>
          </a:p>
        </p:txBody>
      </p:sp>
      <p:sp>
        <p:nvSpPr>
          <p:cNvPr id="23" name="Footer Placeholder 22">
            <a:extLst>
              <a:ext uri="{FF2B5EF4-FFF2-40B4-BE49-F238E27FC236}">
                <a16:creationId xmlns:a16="http://schemas.microsoft.com/office/drawing/2014/main" id="{384075DC-C7FC-49E3-9038-4FAE5C0F18E0}"/>
              </a:ext>
            </a:extLst>
          </p:cNvPr>
          <p:cNvSpPr>
            <a:spLocks noGrp="1"/>
          </p:cNvSpPr>
          <p:nvPr>
            <p:ph type="ftr" sz="quarter" idx="19"/>
          </p:nvPr>
        </p:nvSpPr>
        <p:spPr/>
        <p:txBody>
          <a:bodyPr/>
          <a:lstStyle>
            <a:lvl1pPr>
              <a:defRPr>
                <a:solidFill>
                  <a:schemeClr val="tx1">
                    <a:alpha val="0"/>
                  </a:schemeClr>
                </a:solidFill>
              </a:defRPr>
            </a:lvl1pPr>
          </a:lstStyle>
          <a:p>
            <a:r>
              <a:rPr lang="en-GB"/>
              <a:t>Presentation name</a:t>
            </a:r>
            <a:endParaRPr lang="en-GB" dirty="0"/>
          </a:p>
        </p:txBody>
      </p:sp>
      <p:sp>
        <p:nvSpPr>
          <p:cNvPr id="24" name="Slide Number Placeholder 23">
            <a:extLst>
              <a:ext uri="{FF2B5EF4-FFF2-40B4-BE49-F238E27FC236}">
                <a16:creationId xmlns:a16="http://schemas.microsoft.com/office/drawing/2014/main" id="{C80C7B6A-36AB-4420-A1F1-739E53B05FD1}"/>
              </a:ext>
            </a:extLst>
          </p:cNvPr>
          <p:cNvSpPr>
            <a:spLocks noGrp="1"/>
          </p:cNvSpPr>
          <p:nvPr>
            <p:ph type="sldNum" sz="quarter" idx="20"/>
          </p:nvPr>
        </p:nvSpPr>
        <p:spPr/>
        <p:txBody>
          <a:bodyPr/>
          <a:lstStyle>
            <a:lvl1pPr>
              <a:defRPr>
                <a:solidFill>
                  <a:schemeClr val="tx1">
                    <a:alpha val="0"/>
                  </a:schemeClr>
                </a:solidFill>
              </a:defRPr>
            </a:lvl1pPr>
          </a:lstStyle>
          <a:p>
            <a:r>
              <a:rPr lang="en-GB"/>
              <a:t>Page </a:t>
            </a:r>
            <a:fld id="{C2FE92B8-3297-49BF-866E-FDAA607BBC0B}" type="slidenum">
              <a:rPr lang="en-GB" smtClean="0"/>
              <a:pPr/>
              <a:t>‹#›</a:t>
            </a:fld>
            <a:endParaRPr lang="en-GB" dirty="0"/>
          </a:p>
        </p:txBody>
      </p:sp>
      <p:pic>
        <p:nvPicPr>
          <p:cNvPr id="4" name="Picture 3" descr="A picture containing background pattern&#10;&#10;Description automatically generated">
            <a:extLst>
              <a:ext uri="{FF2B5EF4-FFF2-40B4-BE49-F238E27FC236}">
                <a16:creationId xmlns:a16="http://schemas.microsoft.com/office/drawing/2014/main" id="{F8ED0573-BB28-48D5-B972-E6FBCD82B846}"/>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grpSp>
        <p:nvGrpSpPr>
          <p:cNvPr id="5" name="Group 4">
            <a:extLst>
              <a:ext uri="{FF2B5EF4-FFF2-40B4-BE49-F238E27FC236}">
                <a16:creationId xmlns:a16="http://schemas.microsoft.com/office/drawing/2014/main" id="{180ABD6B-22ED-4494-9FF9-300160E05379}"/>
              </a:ext>
            </a:extLst>
          </p:cNvPr>
          <p:cNvGrpSpPr/>
          <p:nvPr userDrawn="1"/>
        </p:nvGrpSpPr>
        <p:grpSpPr>
          <a:xfrm>
            <a:off x="4468865" y="2604738"/>
            <a:ext cx="3258066" cy="1656113"/>
            <a:chOff x="4468865" y="2604738"/>
            <a:chExt cx="3258066" cy="1656113"/>
          </a:xfrm>
        </p:grpSpPr>
        <p:pic>
          <p:nvPicPr>
            <p:cNvPr id="19" name="Picture 18">
              <a:extLst>
                <a:ext uri="{FF2B5EF4-FFF2-40B4-BE49-F238E27FC236}">
                  <a16:creationId xmlns:a16="http://schemas.microsoft.com/office/drawing/2014/main" id="{FF1E34F8-8223-4A78-B432-3EB9EBA7525A}"/>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t="80464"/>
            <a:stretch/>
          </p:blipFill>
          <p:spPr>
            <a:xfrm>
              <a:off x="4468865" y="3935821"/>
              <a:ext cx="3254272" cy="325030"/>
            </a:xfrm>
            <a:prstGeom prst="rect">
              <a:avLst/>
            </a:prstGeom>
          </p:spPr>
        </p:pic>
        <p:pic>
          <p:nvPicPr>
            <p:cNvPr id="21" name="Graphic 20">
              <a:extLst>
                <a:ext uri="{FF2B5EF4-FFF2-40B4-BE49-F238E27FC236}">
                  <a16:creationId xmlns:a16="http://schemas.microsoft.com/office/drawing/2014/main" id="{553C90E1-7BD9-4E34-8AC3-FC945AE905C7}"/>
                </a:ext>
              </a:extLst>
            </p:cNvPr>
            <p:cNvPicPr>
              <a:picLocks noChangeAspect="1"/>
            </p:cNvPicPr>
            <p:nvPr userDrawn="1"/>
          </p:nvPicPr>
          <p:blipFill rotWithShape="1">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r="21239"/>
            <a:stretch/>
          </p:blipFill>
          <p:spPr>
            <a:xfrm>
              <a:off x="4472659" y="3323701"/>
              <a:ext cx="3254272" cy="612120"/>
            </a:xfrm>
            <a:prstGeom prst="rect">
              <a:avLst/>
            </a:prstGeom>
          </p:spPr>
        </p:pic>
        <p:pic>
          <p:nvPicPr>
            <p:cNvPr id="25" name="Graphic 24">
              <a:extLst>
                <a:ext uri="{FF2B5EF4-FFF2-40B4-BE49-F238E27FC236}">
                  <a16:creationId xmlns:a16="http://schemas.microsoft.com/office/drawing/2014/main" id="{EC88D5EE-499C-4F3A-8762-76A3B1CF8450}"/>
                </a:ext>
              </a:extLst>
            </p:cNvPr>
            <p:cNvPicPr>
              <a:picLocks noChangeAspect="1"/>
            </p:cNvPicPr>
            <p:nvPr userDrawn="1"/>
          </p:nvPicPr>
          <p:blipFill rotWithShape="1">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l="83781"/>
            <a:stretch/>
          </p:blipFill>
          <p:spPr>
            <a:xfrm>
              <a:off x="5713848" y="2604738"/>
              <a:ext cx="670155" cy="612120"/>
            </a:xfrm>
            <a:prstGeom prst="rect">
              <a:avLst/>
            </a:prstGeom>
          </p:spPr>
        </p:pic>
      </p:grpSp>
    </p:spTree>
    <p:extLst>
      <p:ext uri="{BB962C8B-B14F-4D97-AF65-F5344CB8AC3E}">
        <p14:creationId xmlns:p14="http://schemas.microsoft.com/office/powerpoint/2010/main" val="2861977752"/>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4.3 - End logo on blue">
    <p:bg>
      <p:bgPr>
        <a:solidFill>
          <a:schemeClr val="tx2"/>
        </a:solidFill>
        <a:effectLst/>
      </p:bgPr>
    </p:bg>
    <p:spTree>
      <p:nvGrpSpPr>
        <p:cNvPr id="1" name=""/>
        <p:cNvGrpSpPr/>
        <p:nvPr/>
      </p:nvGrpSpPr>
      <p:grpSpPr>
        <a:xfrm>
          <a:off x="0" y="0"/>
          <a:ext cx="0" cy="0"/>
          <a:chOff x="0" y="0"/>
          <a:chExt cx="0" cy="0"/>
        </a:xfrm>
      </p:grpSpPr>
      <p:sp>
        <p:nvSpPr>
          <p:cNvPr id="22" name="Date Placeholder 21">
            <a:extLst>
              <a:ext uri="{FF2B5EF4-FFF2-40B4-BE49-F238E27FC236}">
                <a16:creationId xmlns:a16="http://schemas.microsoft.com/office/drawing/2014/main" id="{0C11CC47-62A3-49D7-96FD-64C3D8615221}"/>
              </a:ext>
            </a:extLst>
          </p:cNvPr>
          <p:cNvSpPr>
            <a:spLocks noGrp="1"/>
          </p:cNvSpPr>
          <p:nvPr>
            <p:ph type="dt" sz="half" idx="18"/>
          </p:nvPr>
        </p:nvSpPr>
        <p:spPr/>
        <p:txBody>
          <a:bodyPr/>
          <a:lstStyle>
            <a:lvl1pPr>
              <a:defRPr>
                <a:solidFill>
                  <a:schemeClr val="tx1">
                    <a:alpha val="0"/>
                  </a:schemeClr>
                </a:solidFill>
              </a:defRPr>
            </a:lvl1pPr>
          </a:lstStyle>
          <a:p>
            <a:fld id="{6575CFC9-CF72-4FF1-A9D6-AA7E501F72D2}" type="datetime3">
              <a:rPr lang="en-GB" smtClean="0"/>
              <a:t>24 March, 2026</a:t>
            </a:fld>
            <a:endParaRPr lang="en-GB" dirty="0"/>
          </a:p>
        </p:txBody>
      </p:sp>
      <p:sp>
        <p:nvSpPr>
          <p:cNvPr id="23" name="Footer Placeholder 22">
            <a:extLst>
              <a:ext uri="{FF2B5EF4-FFF2-40B4-BE49-F238E27FC236}">
                <a16:creationId xmlns:a16="http://schemas.microsoft.com/office/drawing/2014/main" id="{384075DC-C7FC-49E3-9038-4FAE5C0F18E0}"/>
              </a:ext>
            </a:extLst>
          </p:cNvPr>
          <p:cNvSpPr>
            <a:spLocks noGrp="1"/>
          </p:cNvSpPr>
          <p:nvPr>
            <p:ph type="ftr" sz="quarter" idx="19"/>
          </p:nvPr>
        </p:nvSpPr>
        <p:spPr/>
        <p:txBody>
          <a:bodyPr/>
          <a:lstStyle>
            <a:lvl1pPr>
              <a:defRPr>
                <a:solidFill>
                  <a:schemeClr val="tx1">
                    <a:alpha val="0"/>
                  </a:schemeClr>
                </a:solidFill>
              </a:defRPr>
            </a:lvl1pPr>
          </a:lstStyle>
          <a:p>
            <a:r>
              <a:rPr lang="en-GB"/>
              <a:t>Presentation name</a:t>
            </a:r>
            <a:endParaRPr lang="en-GB" dirty="0"/>
          </a:p>
        </p:txBody>
      </p:sp>
      <p:sp>
        <p:nvSpPr>
          <p:cNvPr id="24" name="Slide Number Placeholder 23">
            <a:extLst>
              <a:ext uri="{FF2B5EF4-FFF2-40B4-BE49-F238E27FC236}">
                <a16:creationId xmlns:a16="http://schemas.microsoft.com/office/drawing/2014/main" id="{C80C7B6A-36AB-4420-A1F1-739E53B05FD1}"/>
              </a:ext>
            </a:extLst>
          </p:cNvPr>
          <p:cNvSpPr>
            <a:spLocks noGrp="1"/>
          </p:cNvSpPr>
          <p:nvPr>
            <p:ph type="sldNum" sz="quarter" idx="20"/>
          </p:nvPr>
        </p:nvSpPr>
        <p:spPr/>
        <p:txBody>
          <a:bodyPr/>
          <a:lstStyle>
            <a:lvl1pPr>
              <a:defRPr>
                <a:solidFill>
                  <a:schemeClr val="tx1">
                    <a:alpha val="0"/>
                  </a:schemeClr>
                </a:solidFill>
              </a:defRPr>
            </a:lvl1pPr>
          </a:lstStyle>
          <a:p>
            <a:r>
              <a:rPr lang="en-GB"/>
              <a:t>Page </a:t>
            </a:r>
            <a:fld id="{C2FE92B8-3297-49BF-866E-FDAA607BBC0B}" type="slidenum">
              <a:rPr lang="en-GB" smtClean="0"/>
              <a:pPr/>
              <a:t>‹#›</a:t>
            </a:fld>
            <a:endParaRPr lang="en-GB" dirty="0"/>
          </a:p>
        </p:txBody>
      </p:sp>
      <p:sp>
        <p:nvSpPr>
          <p:cNvPr id="6" name="Rectangle 5">
            <a:extLst>
              <a:ext uri="{FF2B5EF4-FFF2-40B4-BE49-F238E27FC236}">
                <a16:creationId xmlns:a16="http://schemas.microsoft.com/office/drawing/2014/main" id="{7E817851-0F05-4A24-B522-B3546C11BA73}"/>
              </a:ext>
            </a:extLst>
          </p:cNvPr>
          <p:cNvSpPr>
            <a:spLocks/>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lnSpc>
                <a:spcPct val="110000"/>
              </a:lnSpc>
              <a:spcBef>
                <a:spcPts val="1200"/>
              </a:spcBef>
            </a:pPr>
            <a:endParaRPr lang="en-GB" sz="1600" dirty="0"/>
          </a:p>
        </p:txBody>
      </p:sp>
      <p:grpSp>
        <p:nvGrpSpPr>
          <p:cNvPr id="5" name="Group 4">
            <a:extLst>
              <a:ext uri="{FF2B5EF4-FFF2-40B4-BE49-F238E27FC236}">
                <a16:creationId xmlns:a16="http://schemas.microsoft.com/office/drawing/2014/main" id="{180ABD6B-22ED-4494-9FF9-300160E05379}"/>
              </a:ext>
            </a:extLst>
          </p:cNvPr>
          <p:cNvGrpSpPr/>
          <p:nvPr userDrawn="1"/>
        </p:nvGrpSpPr>
        <p:grpSpPr>
          <a:xfrm>
            <a:off x="4468865" y="2604738"/>
            <a:ext cx="3258066" cy="1656113"/>
            <a:chOff x="4468865" y="2604738"/>
            <a:chExt cx="3258066" cy="1656113"/>
          </a:xfrm>
        </p:grpSpPr>
        <p:pic>
          <p:nvPicPr>
            <p:cNvPr id="19" name="Picture 18">
              <a:extLst>
                <a:ext uri="{FF2B5EF4-FFF2-40B4-BE49-F238E27FC236}">
                  <a16:creationId xmlns:a16="http://schemas.microsoft.com/office/drawing/2014/main" id="{FF1E34F8-8223-4A78-B432-3EB9EBA7525A}"/>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0464"/>
            <a:stretch/>
          </p:blipFill>
          <p:spPr>
            <a:xfrm>
              <a:off x="4468865" y="3935821"/>
              <a:ext cx="3254272" cy="325030"/>
            </a:xfrm>
            <a:prstGeom prst="rect">
              <a:avLst/>
            </a:prstGeom>
          </p:spPr>
        </p:pic>
        <p:pic>
          <p:nvPicPr>
            <p:cNvPr id="21" name="Graphic 20">
              <a:extLst>
                <a:ext uri="{FF2B5EF4-FFF2-40B4-BE49-F238E27FC236}">
                  <a16:creationId xmlns:a16="http://schemas.microsoft.com/office/drawing/2014/main" id="{553C90E1-7BD9-4E34-8AC3-FC945AE905C7}"/>
                </a:ext>
              </a:extLst>
            </p:cNvPr>
            <p:cNvPicPr>
              <a:picLocks noChangeAspect="1"/>
            </p:cNvPicPr>
            <p:nvPr userDrawn="1"/>
          </p:nvPicPr>
          <p:blipFill rotWithShape="1">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r="21239"/>
            <a:stretch/>
          </p:blipFill>
          <p:spPr>
            <a:xfrm>
              <a:off x="4472659" y="3323701"/>
              <a:ext cx="3254272" cy="612120"/>
            </a:xfrm>
            <a:prstGeom prst="rect">
              <a:avLst/>
            </a:prstGeom>
          </p:spPr>
        </p:pic>
        <p:pic>
          <p:nvPicPr>
            <p:cNvPr id="25" name="Graphic 24">
              <a:extLst>
                <a:ext uri="{FF2B5EF4-FFF2-40B4-BE49-F238E27FC236}">
                  <a16:creationId xmlns:a16="http://schemas.microsoft.com/office/drawing/2014/main" id="{EC88D5EE-499C-4F3A-8762-76A3B1CF8450}"/>
                </a:ext>
              </a:extLst>
            </p:cNvPr>
            <p:cNvPicPr>
              <a:picLocks noChangeAspect="1"/>
            </p:cNvPicPr>
            <p:nvPr userDrawn="1"/>
          </p:nvPicPr>
          <p:blipFill rotWithShape="1">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l="83781"/>
            <a:stretch/>
          </p:blipFill>
          <p:spPr>
            <a:xfrm>
              <a:off x="5713848" y="2604738"/>
              <a:ext cx="670155" cy="612120"/>
            </a:xfrm>
            <a:prstGeom prst="rect">
              <a:avLst/>
            </a:prstGeom>
          </p:spPr>
        </p:pic>
      </p:grpSp>
    </p:spTree>
    <p:extLst>
      <p:ext uri="{BB962C8B-B14F-4D97-AF65-F5344CB8AC3E}">
        <p14:creationId xmlns:p14="http://schemas.microsoft.com/office/powerpoint/2010/main" val="2194073324"/>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5.1 – Report for long text, white 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C5EDD42-E1EF-4CE7-815D-02CFBB24B793}"/>
              </a:ext>
            </a:extLst>
          </p:cNvPr>
          <p:cNvSpPr>
            <a:spLocks noGrp="1"/>
          </p:cNvSpPr>
          <p:nvPr>
            <p:ph type="title" hasCustomPrompt="1"/>
          </p:nvPr>
        </p:nvSpPr>
        <p:spPr/>
        <p:txBody>
          <a:bodyPr anchor="t" anchorCtr="0"/>
          <a:lstStyle>
            <a:lvl1pPr>
              <a:lnSpc>
                <a:spcPct val="100000"/>
              </a:lnSpc>
              <a:defRPr/>
            </a:lvl1pPr>
          </a:lstStyle>
          <a:p>
            <a:r>
              <a:rPr lang="en-GB" dirty="0"/>
              <a:t>Heading</a:t>
            </a:r>
          </a:p>
        </p:txBody>
      </p:sp>
      <p:sp>
        <p:nvSpPr>
          <p:cNvPr id="2" name="Date Placeholder 1">
            <a:extLst>
              <a:ext uri="{FF2B5EF4-FFF2-40B4-BE49-F238E27FC236}">
                <a16:creationId xmlns:a16="http://schemas.microsoft.com/office/drawing/2014/main" id="{3A63870A-33B4-4320-BF1B-F61B9E7A1A02}"/>
              </a:ext>
            </a:extLst>
          </p:cNvPr>
          <p:cNvSpPr>
            <a:spLocks noGrp="1"/>
          </p:cNvSpPr>
          <p:nvPr>
            <p:ph type="dt" sz="half" idx="16"/>
          </p:nvPr>
        </p:nvSpPr>
        <p:spPr/>
        <p:txBody>
          <a:bodyPr/>
          <a:lstStyle/>
          <a:p>
            <a:fld id="{4F2DC977-4E24-4195-9D64-2EFEAF9D834B}" type="datetime3">
              <a:rPr lang="en-GB" smtClean="0"/>
              <a:t>24 March, 2026</a:t>
            </a:fld>
            <a:endParaRPr lang="en-GB" dirty="0"/>
          </a:p>
        </p:txBody>
      </p:sp>
      <p:sp>
        <p:nvSpPr>
          <p:cNvPr id="3" name="Footer Placeholder 2">
            <a:extLst>
              <a:ext uri="{FF2B5EF4-FFF2-40B4-BE49-F238E27FC236}">
                <a16:creationId xmlns:a16="http://schemas.microsoft.com/office/drawing/2014/main" id="{729EC4F1-52AB-4D7A-BF66-E0D9AD4A2F7D}"/>
              </a:ext>
            </a:extLst>
          </p:cNvPr>
          <p:cNvSpPr>
            <a:spLocks noGrp="1"/>
          </p:cNvSpPr>
          <p:nvPr>
            <p:ph type="ftr" sz="quarter" idx="17"/>
          </p:nvPr>
        </p:nvSpPr>
        <p:spPr/>
        <p:txBody>
          <a:bodyPr/>
          <a:lstStyle/>
          <a:p>
            <a:r>
              <a:rPr lang="en-GB"/>
              <a:t>Presentation name</a:t>
            </a:r>
            <a:endParaRPr lang="en-GB" dirty="0"/>
          </a:p>
        </p:txBody>
      </p:sp>
      <p:sp>
        <p:nvSpPr>
          <p:cNvPr id="9" name="Slide Number Placeholder 8">
            <a:extLst>
              <a:ext uri="{FF2B5EF4-FFF2-40B4-BE49-F238E27FC236}">
                <a16:creationId xmlns:a16="http://schemas.microsoft.com/office/drawing/2014/main" id="{87E2D947-F5A5-4887-9229-668EB882D1F4}"/>
              </a:ext>
            </a:extLst>
          </p:cNvPr>
          <p:cNvSpPr>
            <a:spLocks noGrp="1"/>
          </p:cNvSpPr>
          <p:nvPr>
            <p:ph type="sldNum" sz="quarter" idx="18"/>
          </p:nvPr>
        </p:nvSpPr>
        <p:spPr/>
        <p:txBody>
          <a:bodyPr/>
          <a:lstStyle/>
          <a:p>
            <a:r>
              <a:rPr lang="en-GB"/>
              <a:t>Page </a:t>
            </a:r>
            <a:fld id="{C2FE92B8-3297-49BF-866E-FDAA607BBC0B}" type="slidenum">
              <a:rPr lang="en-GB" smtClean="0"/>
              <a:pPr/>
              <a:t>‹#›</a:t>
            </a:fld>
            <a:endParaRPr lang="en-GB" dirty="0"/>
          </a:p>
        </p:txBody>
      </p:sp>
      <p:sp>
        <p:nvSpPr>
          <p:cNvPr id="5" name="Text Placeholder 4">
            <a:extLst>
              <a:ext uri="{FF2B5EF4-FFF2-40B4-BE49-F238E27FC236}">
                <a16:creationId xmlns:a16="http://schemas.microsoft.com/office/drawing/2014/main" id="{8B865DFC-4A96-44F1-7F55-FB08AA95A4BA}"/>
              </a:ext>
            </a:extLst>
          </p:cNvPr>
          <p:cNvSpPr>
            <a:spLocks noGrp="1"/>
          </p:cNvSpPr>
          <p:nvPr>
            <p:ph type="body" sz="quarter" idx="21"/>
          </p:nvPr>
        </p:nvSpPr>
        <p:spPr>
          <a:xfrm>
            <a:off x="695325" y="1249326"/>
            <a:ext cx="10801350" cy="4772062"/>
          </a:xfrm>
        </p:spPr>
        <p:txBody>
          <a:bodyPr numCol="2" spcCol="360000"/>
          <a:lstStyle>
            <a:lvl1pPr marL="0" indent="0">
              <a:buFontTx/>
              <a:buNone/>
              <a:defRPr sz="1000"/>
            </a:lvl1pPr>
            <a:lvl2pPr marL="153987" indent="0">
              <a:buNone/>
              <a:defRPr sz="1000"/>
            </a:lvl2pPr>
            <a:lvl3pPr marL="425450" indent="-136525">
              <a:defRPr sz="1000"/>
            </a:lvl3pPr>
            <a:lvl4pPr marL="425450" indent="-136525">
              <a:defRPr sz="1000"/>
            </a:lvl4pPr>
            <a:lvl5pPr marL="425450" indent="-136525">
              <a:defRPr sz="1000"/>
            </a:lvl5pPr>
          </a:lstStyle>
          <a:p>
            <a:pPr lvl="0"/>
            <a:r>
              <a:rPr lang="en-US"/>
              <a:t>Click to edit Master text styles</a:t>
            </a:r>
          </a:p>
        </p:txBody>
      </p:sp>
    </p:spTree>
    <p:extLst>
      <p:ext uri="{BB962C8B-B14F-4D97-AF65-F5344CB8AC3E}">
        <p14:creationId xmlns:p14="http://schemas.microsoft.com/office/powerpoint/2010/main" val="933525839"/>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extLst>
    <p:ext uri="{DCECCB84-F9BA-43D5-87BE-67443E8EF086}">
      <p15:sldGuideLst xmlns:p15="http://schemas.microsoft.com/office/powerpoint/2012/main">
        <p15:guide id="1" pos="5881" userDrawn="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44045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image" Target="../media/image1.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1BEFCB-1703-40D7-823E-D3D10D02B6E1}"/>
              </a:ext>
            </a:extLst>
          </p:cNvPr>
          <p:cNvSpPr>
            <a:spLocks noGrp="1"/>
          </p:cNvSpPr>
          <p:nvPr>
            <p:ph type="title"/>
          </p:nvPr>
        </p:nvSpPr>
        <p:spPr>
          <a:xfrm>
            <a:off x="696000" y="412225"/>
            <a:ext cx="10800000" cy="676800"/>
          </a:xfrm>
          <a:prstGeom prst="rect">
            <a:avLst/>
          </a:prstGeom>
        </p:spPr>
        <p:txBody>
          <a:bodyPr vert="horz" wrap="square" lIns="0" tIns="0" rIns="0" bIns="0" rtlCol="0" anchor="b" anchorCtr="0">
            <a:noAutofit/>
          </a:bodyPr>
          <a:lstStyle/>
          <a:p>
            <a:r>
              <a:rPr lang="en-US"/>
              <a:t>Click to edit Master title style</a:t>
            </a:r>
            <a:endParaRPr lang="en-GB" dirty="0"/>
          </a:p>
        </p:txBody>
      </p:sp>
      <p:sp>
        <p:nvSpPr>
          <p:cNvPr id="3" name="Text Placeholder 2">
            <a:extLst>
              <a:ext uri="{FF2B5EF4-FFF2-40B4-BE49-F238E27FC236}">
                <a16:creationId xmlns:a16="http://schemas.microsoft.com/office/drawing/2014/main" id="{FF1E75D1-892C-4CE0-8ADF-3BD83D62DA06}"/>
              </a:ext>
            </a:extLst>
          </p:cNvPr>
          <p:cNvSpPr>
            <a:spLocks noGrp="1"/>
          </p:cNvSpPr>
          <p:nvPr>
            <p:ph type="body" idx="1"/>
          </p:nvPr>
        </p:nvSpPr>
        <p:spPr>
          <a:xfrm>
            <a:off x="696000" y="1773238"/>
            <a:ext cx="8640000" cy="424815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Slide Number Placeholder 5">
            <a:extLst>
              <a:ext uri="{FF2B5EF4-FFF2-40B4-BE49-F238E27FC236}">
                <a16:creationId xmlns:a16="http://schemas.microsoft.com/office/drawing/2014/main" id="{3AE92548-6F34-4BEB-9EEC-237F04117089}"/>
              </a:ext>
            </a:extLst>
          </p:cNvPr>
          <p:cNvSpPr>
            <a:spLocks noGrp="1"/>
          </p:cNvSpPr>
          <p:nvPr>
            <p:ph type="sldNum" sz="quarter" idx="4"/>
          </p:nvPr>
        </p:nvSpPr>
        <p:spPr>
          <a:xfrm>
            <a:off x="696000" y="6559200"/>
            <a:ext cx="8640000" cy="108000"/>
          </a:xfrm>
          <a:prstGeom prst="rect">
            <a:avLst/>
          </a:prstGeom>
        </p:spPr>
        <p:txBody>
          <a:bodyPr vert="horz" lIns="0" tIns="0" rIns="0" bIns="0" rtlCol="0" anchor="ctr"/>
          <a:lstStyle>
            <a:lvl1pPr algn="l">
              <a:defRPr sz="800">
                <a:solidFill>
                  <a:schemeClr val="tx1"/>
                </a:solidFill>
              </a:defRPr>
            </a:lvl1pPr>
          </a:lstStyle>
          <a:p>
            <a:r>
              <a:rPr lang="en-GB"/>
              <a:t>Page </a:t>
            </a:r>
            <a:fld id="{C2FE92B8-3297-49BF-866E-FDAA607BBC0B}" type="slidenum">
              <a:rPr lang="en-GB" smtClean="0"/>
              <a:pPr/>
              <a:t>‹#›</a:t>
            </a:fld>
            <a:endParaRPr lang="en-GB" dirty="0"/>
          </a:p>
        </p:txBody>
      </p:sp>
      <p:pic>
        <p:nvPicPr>
          <p:cNvPr id="9" name="Graphic 8">
            <a:extLst>
              <a:ext uri="{FF2B5EF4-FFF2-40B4-BE49-F238E27FC236}">
                <a16:creationId xmlns:a16="http://schemas.microsoft.com/office/drawing/2014/main" id="{500DC82A-268B-4885-A9AC-C6141D40A658}"/>
              </a:ext>
            </a:extLst>
          </p:cNvPr>
          <p:cNvPicPr>
            <a:picLocks noChangeAspect="1"/>
          </p:cNvPicPr>
          <p:nvPr userDrawn="1"/>
        </p:nvPicPr>
        <p:blipFill>
          <a:blip r:embed="rId34">
            <a:extLst>
              <a:ext uri="{28A0092B-C50C-407E-A947-70E740481C1C}">
                <a14:useLocalDpi xmlns:a14="http://schemas.microsoft.com/office/drawing/2010/main" val="0"/>
              </a:ext>
              <a:ext uri="{96DAC541-7B7A-43D3-8B79-37D633B846F1}">
                <asvg:svgBlip xmlns:asvg="http://schemas.microsoft.com/office/drawing/2016/SVG/main" r:embed="rId35"/>
              </a:ext>
            </a:extLst>
          </a:blip>
          <a:stretch>
            <a:fillRect/>
          </a:stretch>
        </p:blipFill>
        <p:spPr>
          <a:xfrm>
            <a:off x="9673500" y="6372000"/>
            <a:ext cx="1822500" cy="270000"/>
          </a:xfrm>
          <a:prstGeom prst="rect">
            <a:avLst/>
          </a:prstGeom>
        </p:spPr>
      </p:pic>
      <p:sp>
        <p:nvSpPr>
          <p:cNvPr id="4" name="Date Placeholder 3">
            <a:extLst>
              <a:ext uri="{FF2B5EF4-FFF2-40B4-BE49-F238E27FC236}">
                <a16:creationId xmlns:a16="http://schemas.microsoft.com/office/drawing/2014/main" id="{8725914E-FFAE-4B21-95D3-7621191EF0FF}"/>
              </a:ext>
            </a:extLst>
          </p:cNvPr>
          <p:cNvSpPr>
            <a:spLocks noGrp="1"/>
          </p:cNvSpPr>
          <p:nvPr>
            <p:ph type="dt" sz="half" idx="2"/>
          </p:nvPr>
        </p:nvSpPr>
        <p:spPr>
          <a:xfrm>
            <a:off x="696000" y="6256800"/>
            <a:ext cx="8640000" cy="108000"/>
          </a:xfrm>
          <a:prstGeom prst="rect">
            <a:avLst/>
          </a:prstGeom>
        </p:spPr>
        <p:txBody>
          <a:bodyPr vert="horz" lIns="0" tIns="0" rIns="0" bIns="0" rtlCol="0" anchor="ctr"/>
          <a:lstStyle>
            <a:lvl1pPr algn="l">
              <a:defRPr sz="800">
                <a:solidFill>
                  <a:schemeClr val="tx1"/>
                </a:solidFill>
              </a:defRPr>
            </a:lvl1pPr>
          </a:lstStyle>
          <a:p>
            <a:fld id="{C2F8EDA5-EB72-41BD-988D-61D35C89EC94}" type="datetime3">
              <a:rPr lang="en-GB" smtClean="0"/>
              <a:t>24 March, 2026</a:t>
            </a:fld>
            <a:endParaRPr lang="en-GB" dirty="0"/>
          </a:p>
        </p:txBody>
      </p:sp>
      <p:sp>
        <p:nvSpPr>
          <p:cNvPr id="5" name="Footer Placeholder 4">
            <a:extLst>
              <a:ext uri="{FF2B5EF4-FFF2-40B4-BE49-F238E27FC236}">
                <a16:creationId xmlns:a16="http://schemas.microsoft.com/office/drawing/2014/main" id="{BE22E0C0-BD49-4D7F-9769-374A393C029D}"/>
              </a:ext>
            </a:extLst>
          </p:cNvPr>
          <p:cNvSpPr>
            <a:spLocks noGrp="1"/>
          </p:cNvSpPr>
          <p:nvPr>
            <p:ph type="ftr" sz="quarter" idx="3"/>
          </p:nvPr>
        </p:nvSpPr>
        <p:spPr>
          <a:xfrm>
            <a:off x="696000" y="6408000"/>
            <a:ext cx="8640000" cy="108000"/>
          </a:xfrm>
          <a:prstGeom prst="rect">
            <a:avLst/>
          </a:prstGeom>
        </p:spPr>
        <p:txBody>
          <a:bodyPr vert="horz" lIns="0" tIns="0" rIns="0" bIns="0" rtlCol="0" anchor="ctr"/>
          <a:lstStyle>
            <a:lvl1pPr algn="l">
              <a:defRPr sz="800">
                <a:solidFill>
                  <a:schemeClr val="tx1"/>
                </a:solidFill>
              </a:defRPr>
            </a:lvl1pPr>
          </a:lstStyle>
          <a:p>
            <a:r>
              <a:rPr lang="en-GB"/>
              <a:t>Presentation name</a:t>
            </a:r>
            <a:endParaRPr lang="en-GB" dirty="0"/>
          </a:p>
        </p:txBody>
      </p:sp>
    </p:spTree>
    <p:extLst>
      <p:ext uri="{BB962C8B-B14F-4D97-AF65-F5344CB8AC3E}">
        <p14:creationId xmlns:p14="http://schemas.microsoft.com/office/powerpoint/2010/main" val="1454511840"/>
      </p:ext>
    </p:extLst>
  </p:cSld>
  <p:clrMap bg1="lt1" tx1="dk1" bg2="lt2" tx2="dk2" accent1="accent1" accent2="accent2" accent3="accent3" accent4="accent4" accent5="accent5" accent6="accent6" hlink="hlink" folHlink="folHlink"/>
  <p:sldLayoutIdLst>
    <p:sldLayoutId id="2147483660" r:id="rId1"/>
    <p:sldLayoutId id="2147483661" r:id="rId2"/>
    <p:sldLayoutId id="2147483690" r:id="rId3"/>
    <p:sldLayoutId id="2147483651" r:id="rId4"/>
    <p:sldLayoutId id="2147483666" r:id="rId5"/>
    <p:sldLayoutId id="2147483650" r:id="rId6"/>
    <p:sldLayoutId id="2147483664" r:id="rId7"/>
    <p:sldLayoutId id="2147483663" r:id="rId8"/>
    <p:sldLayoutId id="2147483667" r:id="rId9"/>
    <p:sldLayoutId id="2147483668" r:id="rId10"/>
    <p:sldLayoutId id="2147483669" r:id="rId11"/>
    <p:sldLayoutId id="2147483670" r:id="rId12"/>
    <p:sldLayoutId id="2147483674" r:id="rId13"/>
    <p:sldLayoutId id="2147483675" r:id="rId14"/>
    <p:sldLayoutId id="2147483676" r:id="rId15"/>
    <p:sldLayoutId id="2147483677" r:id="rId16"/>
    <p:sldLayoutId id="2147483678" r:id="rId17"/>
    <p:sldLayoutId id="2147483679" r:id="rId18"/>
    <p:sldLayoutId id="2147483680" r:id="rId19"/>
    <p:sldLayoutId id="2147483671" r:id="rId20"/>
    <p:sldLayoutId id="2147483682" r:id="rId21"/>
    <p:sldLayoutId id="2147483685" r:id="rId22"/>
    <p:sldLayoutId id="2147483686" r:id="rId23"/>
    <p:sldLayoutId id="2147483672" r:id="rId24"/>
    <p:sldLayoutId id="2147483687" r:id="rId25"/>
    <p:sldLayoutId id="2147483673" r:id="rId26"/>
    <p:sldLayoutId id="2147483655" r:id="rId27"/>
    <p:sldLayoutId id="2147483693" r:id="rId28"/>
    <p:sldLayoutId id="2147483689" r:id="rId29"/>
    <p:sldLayoutId id="2147483691" r:id="rId30"/>
    <p:sldLayoutId id="2147483692" r:id="rId31"/>
    <p:sldLayoutId id="2147483694" r:id="rId32"/>
  </p:sldLayoutIdLst>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hf hdr="0" dt="0"/>
  <p:txStyles>
    <p:titleStyle>
      <a:lvl1pPr algn="l" defTabSz="914400" rtl="0" eaLnBrk="1" latinLnBrk="0" hangingPunct="1">
        <a:lnSpc>
          <a:spcPct val="90000"/>
        </a:lnSpc>
        <a:spcBef>
          <a:spcPct val="0"/>
        </a:spcBef>
        <a:buNone/>
        <a:defRPr sz="2400" b="1" kern="1200">
          <a:solidFill>
            <a:schemeClr val="tx2"/>
          </a:solidFill>
          <a:latin typeface="+mj-lt"/>
          <a:ea typeface="+mj-ea"/>
          <a:cs typeface="+mj-cs"/>
        </a:defRPr>
      </a:lvl1pPr>
    </p:titleStyle>
    <p:bodyStyle>
      <a:lvl1pPr marL="146050" indent="-146050" algn="l" defTabSz="914400" rtl="0" eaLnBrk="1" latinLnBrk="0" hangingPunct="1">
        <a:lnSpc>
          <a:spcPct val="110000"/>
        </a:lnSpc>
        <a:spcBef>
          <a:spcPts val="600"/>
        </a:spcBef>
        <a:buFont typeface="Arial" panose="020B0604020202020204" pitchFamily="34" charset="0"/>
        <a:buChar char="•"/>
        <a:defRPr sz="1600" kern="1200">
          <a:solidFill>
            <a:schemeClr val="tx1"/>
          </a:solidFill>
          <a:latin typeface="+mn-lt"/>
          <a:ea typeface="+mn-ea"/>
          <a:cs typeface="+mn-cs"/>
        </a:defRPr>
      </a:lvl1pPr>
      <a:lvl2pPr marL="334963" indent="-180975"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2pPr>
      <a:lvl3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3pPr>
      <a:lvl4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4pPr>
      <a:lvl5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38" userDrawn="1">
          <p15:clr>
            <a:srgbClr val="F26B43"/>
          </p15:clr>
        </p15:guide>
        <p15:guide id="2" pos="3840" userDrawn="1">
          <p15:clr>
            <a:srgbClr val="F26B43"/>
          </p15:clr>
        </p15:guide>
        <p15:guide id="3" pos="7242" userDrawn="1">
          <p15:clr>
            <a:srgbClr val="F26B43"/>
          </p15:clr>
        </p15:guide>
        <p15:guide id="4" orient="horz" pos="1117" userDrawn="1">
          <p15:clr>
            <a:srgbClr val="F26B43"/>
          </p15:clr>
        </p15:guide>
        <p15:guide id="5" orient="horz" pos="3793" userDrawn="1">
          <p15:clr>
            <a:srgbClr val="F26B43"/>
          </p15:clr>
        </p15:guide>
        <p15:guide id="6" orient="horz" pos="686" userDrawn="1">
          <p15:clr>
            <a:srgbClr val="F26B43"/>
          </p15:clr>
        </p15:guide>
        <p15:guide id="7" orient="horz" pos="388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3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microsoft.com/office/2007/relationships/hdphoto" Target="../media/hdphoto2.wdp"/></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2.xml"/></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a:t>Th</a:t>
            </a:r>
            <a:r>
              <a:rPr lang="sv-SE" dirty="0"/>
              <a:t>e </a:t>
            </a:r>
            <a:r>
              <a:rPr lang="sv-SE" dirty="0" err="1"/>
              <a:t>one</a:t>
            </a:r>
            <a:r>
              <a:rPr lang="sv-SE" dirty="0"/>
              <a:t> mode</a:t>
            </a:r>
            <a:r>
              <a:rPr dirty="0"/>
              <a:t> Ventilator</a:t>
            </a:r>
          </a:p>
          <a:p>
            <a:r>
              <a:rPr dirty="0"/>
              <a:t>Control Architecture</a:t>
            </a:r>
          </a:p>
        </p:txBody>
      </p:sp>
      <p:sp>
        <p:nvSpPr>
          <p:cNvPr id="3" name="Subtitle 2"/>
          <p:cNvSpPr>
            <a:spLocks noGrp="1"/>
          </p:cNvSpPr>
          <p:nvPr>
            <p:ph type="subTitle" idx="1"/>
          </p:nvPr>
        </p:nvSpPr>
        <p:spPr/>
        <p:txBody>
          <a:bodyPr/>
          <a:lstStyle/>
          <a:p>
            <a:r>
              <a:rPr dirty="0"/>
              <a:t>A modular, setpoint-driven approach</a:t>
            </a:r>
          </a:p>
        </p:txBody>
      </p:sp>
      <p:sp>
        <p:nvSpPr>
          <p:cNvPr id="4" name="Text Placeholder 3"/>
          <p:cNvSpPr>
            <a:spLocks noGrp="1"/>
          </p:cNvSpPr>
          <p:nvPr>
            <p:ph type="body" sz="quarter" idx="13"/>
          </p:nvPr>
        </p:nvSpPr>
        <p:spPr/>
        <p:txBody>
          <a:bodyPr/>
          <a:lstStyle/>
          <a:p>
            <a:r>
              <a:rPr lang="sv-SE" dirty="0"/>
              <a:t>Åke L</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845819" y="2428337"/>
            <a:ext cx="6158204" cy="975360"/>
          </a:xfrm>
          <a:prstGeom prst="rect">
            <a:avLst/>
          </a:prstGeom>
          <a:solidFill>
            <a:srgbClr val="3B82F6"/>
          </a:solidFill>
          <a:ln w="25400">
            <a:solidFill>
              <a:srgbClr val="1E2761"/>
            </a:solidFill>
            <a:prstDash val="solid"/>
          </a:ln>
        </p:spPr>
        <p:txBody>
          <a:bodyPr/>
          <a:lstStyle/>
          <a:p>
            <a:endParaRPr lang="sv-SE" sz="2400"/>
          </a:p>
        </p:txBody>
      </p:sp>
      <p:sp>
        <p:nvSpPr>
          <p:cNvPr id="4" name="Text 2"/>
          <p:cNvSpPr/>
          <p:nvPr/>
        </p:nvSpPr>
        <p:spPr>
          <a:xfrm>
            <a:off x="-301846" y="2428337"/>
            <a:ext cx="8534400" cy="609600"/>
          </a:xfrm>
          <a:prstGeom prst="rect">
            <a:avLst/>
          </a:prstGeom>
          <a:noFill/>
          <a:ln/>
        </p:spPr>
        <p:txBody>
          <a:bodyPr wrap="square" lIns="1693" tIns="1693" rIns="1693" bIns="1693" rtlCol="0" anchor="t"/>
          <a:lstStyle/>
          <a:p>
            <a:pPr algn="ctr"/>
            <a:r>
              <a:rPr lang="en-US" sz="2400" b="1" dirty="0">
                <a:solidFill>
                  <a:srgbClr val="FFFFFF"/>
                </a:solidFill>
              </a:rPr>
              <a:t>Layer 3: High-Level Controller (HLC)</a:t>
            </a:r>
            <a:endParaRPr lang="en-US" sz="2400" dirty="0"/>
          </a:p>
        </p:txBody>
      </p:sp>
      <p:sp>
        <p:nvSpPr>
          <p:cNvPr id="5" name="Text 3"/>
          <p:cNvSpPr/>
          <p:nvPr/>
        </p:nvSpPr>
        <p:spPr>
          <a:xfrm>
            <a:off x="-301846" y="2851361"/>
            <a:ext cx="8534400" cy="365760"/>
          </a:xfrm>
          <a:prstGeom prst="rect">
            <a:avLst/>
          </a:prstGeom>
          <a:noFill/>
          <a:ln/>
        </p:spPr>
        <p:txBody>
          <a:bodyPr wrap="square" lIns="1693" tIns="1693" rIns="1693" bIns="1693" rtlCol="0" anchor="t"/>
          <a:lstStyle/>
          <a:p>
            <a:pPr algn="ctr"/>
            <a:r>
              <a:rPr lang="en-US" sz="1867" dirty="0">
                <a:solidFill>
                  <a:srgbClr val="FFFFFF"/>
                </a:solidFill>
              </a:rPr>
              <a:t>8-state ventilation mode control</a:t>
            </a:r>
            <a:endParaRPr lang="en-US" sz="1867" dirty="0"/>
          </a:p>
        </p:txBody>
      </p:sp>
      <p:sp>
        <p:nvSpPr>
          <p:cNvPr id="6" name="Shape 4"/>
          <p:cNvSpPr/>
          <p:nvPr/>
        </p:nvSpPr>
        <p:spPr>
          <a:xfrm>
            <a:off x="845819" y="3667070"/>
            <a:ext cx="6158204" cy="975360"/>
          </a:xfrm>
          <a:prstGeom prst="rect">
            <a:avLst/>
          </a:prstGeom>
          <a:solidFill>
            <a:srgbClr val="CADCFC"/>
          </a:solidFill>
          <a:ln w="25400">
            <a:solidFill>
              <a:srgbClr val="1E2761"/>
            </a:solidFill>
            <a:prstDash val="solid"/>
          </a:ln>
        </p:spPr>
        <p:txBody>
          <a:bodyPr/>
          <a:lstStyle/>
          <a:p>
            <a:endParaRPr lang="sv-SE" sz="2400"/>
          </a:p>
        </p:txBody>
      </p:sp>
      <p:sp>
        <p:nvSpPr>
          <p:cNvPr id="7" name="Text 5"/>
          <p:cNvSpPr/>
          <p:nvPr/>
        </p:nvSpPr>
        <p:spPr>
          <a:xfrm>
            <a:off x="-301846" y="3667070"/>
            <a:ext cx="8534400" cy="609600"/>
          </a:xfrm>
          <a:prstGeom prst="rect">
            <a:avLst/>
          </a:prstGeom>
          <a:noFill/>
          <a:ln/>
        </p:spPr>
        <p:txBody>
          <a:bodyPr wrap="square" lIns="1693" tIns="1693" rIns="1693" bIns="1693" rtlCol="0" anchor="t"/>
          <a:lstStyle/>
          <a:p>
            <a:pPr algn="ctr"/>
            <a:r>
              <a:rPr lang="en-US" sz="2400" b="1" dirty="0">
                <a:solidFill>
                  <a:srgbClr val="1E2761"/>
                </a:solidFill>
              </a:rPr>
              <a:t>Layer 2: Low-Level Controller (LLC)</a:t>
            </a:r>
            <a:endParaRPr lang="en-US" sz="2400" dirty="0"/>
          </a:p>
        </p:txBody>
      </p:sp>
      <p:sp>
        <p:nvSpPr>
          <p:cNvPr id="8" name="Text 6"/>
          <p:cNvSpPr/>
          <p:nvPr/>
        </p:nvSpPr>
        <p:spPr>
          <a:xfrm>
            <a:off x="-301846" y="4096009"/>
            <a:ext cx="8534400" cy="609600"/>
          </a:xfrm>
          <a:prstGeom prst="rect">
            <a:avLst/>
          </a:prstGeom>
          <a:noFill/>
          <a:ln/>
        </p:spPr>
        <p:txBody>
          <a:bodyPr wrap="square" lIns="1693" tIns="1693" rIns="1693" bIns="1693" rtlCol="0" anchor="t"/>
          <a:lstStyle/>
          <a:p>
            <a:pPr algn="ctr"/>
            <a:r>
              <a:rPr lang="en-US" sz="1867" dirty="0">
                <a:solidFill>
                  <a:srgbClr val="1E2761"/>
                </a:solidFill>
              </a:rPr>
              <a:t>Breathing phase control (insufflation/exsufflation)</a:t>
            </a:r>
            <a:endParaRPr lang="en-US" sz="1867" dirty="0"/>
          </a:p>
        </p:txBody>
      </p:sp>
      <p:sp>
        <p:nvSpPr>
          <p:cNvPr id="9" name="Shape 7"/>
          <p:cNvSpPr/>
          <p:nvPr/>
        </p:nvSpPr>
        <p:spPr>
          <a:xfrm>
            <a:off x="845819" y="5065599"/>
            <a:ext cx="6158204" cy="864387"/>
          </a:xfrm>
          <a:prstGeom prst="rect">
            <a:avLst/>
          </a:prstGeom>
          <a:solidFill>
            <a:srgbClr val="FFFFFF"/>
          </a:solidFill>
          <a:ln w="25400">
            <a:solidFill>
              <a:srgbClr val="1E2761"/>
            </a:solidFill>
            <a:prstDash val="solid"/>
          </a:ln>
        </p:spPr>
        <p:txBody>
          <a:bodyPr/>
          <a:lstStyle/>
          <a:p>
            <a:endParaRPr lang="sv-SE" sz="2400"/>
          </a:p>
        </p:txBody>
      </p:sp>
      <p:sp>
        <p:nvSpPr>
          <p:cNvPr id="10" name="Text 8"/>
          <p:cNvSpPr/>
          <p:nvPr/>
        </p:nvSpPr>
        <p:spPr>
          <a:xfrm>
            <a:off x="-301846" y="5065599"/>
            <a:ext cx="8534400" cy="609600"/>
          </a:xfrm>
          <a:prstGeom prst="rect">
            <a:avLst/>
          </a:prstGeom>
          <a:noFill/>
          <a:ln/>
        </p:spPr>
        <p:txBody>
          <a:bodyPr wrap="square" lIns="1693" tIns="1693" rIns="1693" bIns="1693" rtlCol="0" anchor="t"/>
          <a:lstStyle/>
          <a:p>
            <a:pPr algn="ctr"/>
            <a:r>
              <a:rPr lang="en-US" sz="2400" b="1" dirty="0">
                <a:solidFill>
                  <a:srgbClr val="1E2761"/>
                </a:solidFill>
              </a:rPr>
              <a:t>Layer 1: PID Controllers</a:t>
            </a:r>
            <a:endParaRPr lang="en-US" sz="2400" dirty="0"/>
          </a:p>
        </p:txBody>
      </p:sp>
      <p:sp>
        <p:nvSpPr>
          <p:cNvPr id="11" name="Text 9"/>
          <p:cNvSpPr/>
          <p:nvPr/>
        </p:nvSpPr>
        <p:spPr>
          <a:xfrm>
            <a:off x="-301846" y="5480037"/>
            <a:ext cx="8534400" cy="609600"/>
          </a:xfrm>
          <a:prstGeom prst="rect">
            <a:avLst/>
          </a:prstGeom>
          <a:noFill/>
          <a:ln/>
        </p:spPr>
        <p:txBody>
          <a:bodyPr wrap="square" lIns="1693" tIns="1693" rIns="1693" bIns="1693" rtlCol="0" anchor="t"/>
          <a:lstStyle/>
          <a:p>
            <a:pPr algn="ctr"/>
            <a:r>
              <a:rPr lang="en-US" sz="1867" dirty="0">
                <a:solidFill>
                  <a:srgbClr val="1E2761"/>
                </a:solidFill>
              </a:rPr>
              <a:t>Actuator control (O2, Air, Exp Valve, Blower)</a:t>
            </a:r>
            <a:endParaRPr lang="en-US" sz="1867" dirty="0"/>
          </a:p>
        </p:txBody>
      </p:sp>
      <p:sp>
        <p:nvSpPr>
          <p:cNvPr id="12" name="Shape 10"/>
          <p:cNvSpPr/>
          <p:nvPr/>
        </p:nvSpPr>
        <p:spPr>
          <a:xfrm>
            <a:off x="3599594" y="3397782"/>
            <a:ext cx="731520" cy="243840"/>
          </a:xfrm>
          <a:prstGeom prst="downArrow">
            <a:avLst/>
          </a:prstGeom>
          <a:solidFill>
            <a:srgbClr val="1E2761"/>
          </a:solidFill>
          <a:ln/>
        </p:spPr>
        <p:txBody>
          <a:bodyPr/>
          <a:lstStyle/>
          <a:p>
            <a:endParaRPr lang="sv-SE" sz="2400"/>
          </a:p>
        </p:txBody>
      </p:sp>
      <p:sp>
        <p:nvSpPr>
          <p:cNvPr id="13" name="Shape 11"/>
          <p:cNvSpPr/>
          <p:nvPr/>
        </p:nvSpPr>
        <p:spPr>
          <a:xfrm>
            <a:off x="3599594" y="4753403"/>
            <a:ext cx="731520" cy="243840"/>
          </a:xfrm>
          <a:prstGeom prst="downArrow">
            <a:avLst/>
          </a:prstGeom>
          <a:solidFill>
            <a:srgbClr val="1E2761"/>
          </a:solidFill>
          <a:ln/>
        </p:spPr>
        <p:txBody>
          <a:bodyPr/>
          <a:lstStyle/>
          <a:p>
            <a:endParaRPr lang="sv-SE" sz="2400"/>
          </a:p>
        </p:txBody>
      </p:sp>
      <p:sp>
        <p:nvSpPr>
          <p:cNvPr id="14" name="Text 12"/>
          <p:cNvSpPr/>
          <p:nvPr/>
        </p:nvSpPr>
        <p:spPr>
          <a:xfrm>
            <a:off x="609600" y="6096000"/>
            <a:ext cx="10972800" cy="487680"/>
          </a:xfrm>
          <a:prstGeom prst="rect">
            <a:avLst/>
          </a:prstGeom>
          <a:noFill/>
          <a:ln/>
        </p:spPr>
        <p:txBody>
          <a:bodyPr wrap="square" rtlCol="0" anchor="ctr"/>
          <a:lstStyle/>
          <a:p>
            <a:pPr algn="ctr"/>
            <a:r>
              <a:rPr lang="en-US" sz="1867" i="1" dirty="0">
                <a:solidFill>
                  <a:srgbClr val="4B5563"/>
                </a:solidFill>
              </a:rPr>
              <a:t>Control Philosophy: Indirect control through setpoint manipulation</a:t>
            </a:r>
            <a:endParaRPr lang="en-US" sz="1867" dirty="0"/>
          </a:p>
        </p:txBody>
      </p:sp>
      <p:sp>
        <p:nvSpPr>
          <p:cNvPr id="15" name="Shape 1">
            <a:extLst>
              <a:ext uri="{FF2B5EF4-FFF2-40B4-BE49-F238E27FC236}">
                <a16:creationId xmlns:a16="http://schemas.microsoft.com/office/drawing/2014/main" id="{E8EF1341-494B-0E0D-A0B6-F228029EA795}"/>
              </a:ext>
            </a:extLst>
          </p:cNvPr>
          <p:cNvSpPr/>
          <p:nvPr/>
        </p:nvSpPr>
        <p:spPr>
          <a:xfrm>
            <a:off x="845819" y="1213281"/>
            <a:ext cx="6158204" cy="901089"/>
          </a:xfrm>
          <a:prstGeom prst="rect">
            <a:avLst/>
          </a:prstGeom>
          <a:solidFill>
            <a:schemeClr val="accent1">
              <a:lumMod val="25000"/>
              <a:lumOff val="75000"/>
            </a:schemeClr>
          </a:solidFill>
          <a:ln w="25400">
            <a:solidFill>
              <a:schemeClr val="bg1">
                <a:lumMod val="50000"/>
              </a:schemeClr>
            </a:solidFill>
            <a:prstDash val="sysDot"/>
          </a:ln>
        </p:spPr>
        <p:txBody>
          <a:bodyPr/>
          <a:lstStyle/>
          <a:p>
            <a:endParaRPr lang="sv-SE" sz="2400"/>
          </a:p>
        </p:txBody>
      </p:sp>
      <p:sp>
        <p:nvSpPr>
          <p:cNvPr id="16" name="Text 2">
            <a:extLst>
              <a:ext uri="{FF2B5EF4-FFF2-40B4-BE49-F238E27FC236}">
                <a16:creationId xmlns:a16="http://schemas.microsoft.com/office/drawing/2014/main" id="{2BE0BB08-A60F-543C-BC21-0A4418E0BCE8}"/>
              </a:ext>
            </a:extLst>
          </p:cNvPr>
          <p:cNvSpPr/>
          <p:nvPr/>
        </p:nvSpPr>
        <p:spPr>
          <a:xfrm>
            <a:off x="-301846" y="1213281"/>
            <a:ext cx="8534400" cy="609600"/>
          </a:xfrm>
          <a:prstGeom prst="rect">
            <a:avLst/>
          </a:prstGeom>
          <a:noFill/>
          <a:ln/>
        </p:spPr>
        <p:txBody>
          <a:bodyPr wrap="square" lIns="1693" tIns="1693" rIns="1693" bIns="1693" rtlCol="0" anchor="t"/>
          <a:lstStyle/>
          <a:p>
            <a:pPr algn="ctr"/>
            <a:r>
              <a:rPr lang="en-US" sz="2400" b="1" dirty="0">
                <a:solidFill>
                  <a:srgbClr val="FFFFFF"/>
                </a:solidFill>
              </a:rPr>
              <a:t>Layer 4: UI</a:t>
            </a:r>
            <a:endParaRPr lang="en-US" sz="2400" dirty="0"/>
          </a:p>
        </p:txBody>
      </p:sp>
      <p:sp>
        <p:nvSpPr>
          <p:cNvPr id="17" name="Text 3">
            <a:extLst>
              <a:ext uri="{FF2B5EF4-FFF2-40B4-BE49-F238E27FC236}">
                <a16:creationId xmlns:a16="http://schemas.microsoft.com/office/drawing/2014/main" id="{B020A0AC-ECE5-228F-7CFC-16337F7505DE}"/>
              </a:ext>
            </a:extLst>
          </p:cNvPr>
          <p:cNvSpPr/>
          <p:nvPr/>
        </p:nvSpPr>
        <p:spPr>
          <a:xfrm>
            <a:off x="-301846" y="1636305"/>
            <a:ext cx="8534400" cy="365760"/>
          </a:xfrm>
          <a:prstGeom prst="rect">
            <a:avLst/>
          </a:prstGeom>
          <a:noFill/>
          <a:ln/>
        </p:spPr>
        <p:txBody>
          <a:bodyPr wrap="square" lIns="1693" tIns="1693" rIns="1693" bIns="1693" rtlCol="0" anchor="t"/>
          <a:lstStyle/>
          <a:p>
            <a:pPr algn="ctr"/>
            <a:r>
              <a:rPr lang="en-US" sz="1867" dirty="0">
                <a:solidFill>
                  <a:srgbClr val="FFFFFF"/>
                </a:solidFill>
              </a:rPr>
              <a:t>Equation solver from RR, I:E, Vt to parameters</a:t>
            </a:r>
            <a:endParaRPr lang="en-US" sz="1867" dirty="0"/>
          </a:p>
        </p:txBody>
      </p:sp>
      <p:sp>
        <p:nvSpPr>
          <p:cNvPr id="18" name="Shape 10">
            <a:extLst>
              <a:ext uri="{FF2B5EF4-FFF2-40B4-BE49-F238E27FC236}">
                <a16:creationId xmlns:a16="http://schemas.microsoft.com/office/drawing/2014/main" id="{592E32D2-5BA1-B9C3-654C-3653058CA656}"/>
              </a:ext>
            </a:extLst>
          </p:cNvPr>
          <p:cNvSpPr/>
          <p:nvPr/>
        </p:nvSpPr>
        <p:spPr>
          <a:xfrm>
            <a:off x="3599594" y="2182726"/>
            <a:ext cx="731520" cy="243840"/>
          </a:xfrm>
          <a:prstGeom prst="downArrow">
            <a:avLst/>
          </a:prstGeom>
          <a:solidFill>
            <a:srgbClr val="1E2761"/>
          </a:solidFill>
          <a:ln/>
        </p:spPr>
        <p:txBody>
          <a:bodyPr/>
          <a:lstStyle/>
          <a:p>
            <a:endParaRPr lang="sv-SE" sz="2400"/>
          </a:p>
        </p:txBody>
      </p:sp>
      <p:sp>
        <p:nvSpPr>
          <p:cNvPr id="19" name="Title 1">
            <a:extLst>
              <a:ext uri="{FF2B5EF4-FFF2-40B4-BE49-F238E27FC236}">
                <a16:creationId xmlns:a16="http://schemas.microsoft.com/office/drawing/2014/main" id="{9EA515C6-C41F-5D90-CFA7-E57139074A2B}"/>
              </a:ext>
            </a:extLst>
          </p:cNvPr>
          <p:cNvSpPr txBox="1">
            <a:spLocks/>
          </p:cNvSpPr>
          <p:nvPr/>
        </p:nvSpPr>
        <p:spPr>
          <a:xfrm>
            <a:off x="696000" y="412225"/>
            <a:ext cx="10800000" cy="676800"/>
          </a:xfrm>
          <a:prstGeom prst="rect">
            <a:avLst/>
          </a:prstGeom>
        </p:spPr>
        <p:txBody>
          <a:bodyPr/>
          <a:lstStyle>
            <a:lvl1pPr algn="l" defTabSz="914400" rtl="0" eaLnBrk="1" latinLnBrk="0" hangingPunct="1">
              <a:lnSpc>
                <a:spcPct val="90000"/>
              </a:lnSpc>
              <a:spcBef>
                <a:spcPct val="0"/>
              </a:spcBef>
              <a:buNone/>
              <a:defRPr sz="2400" b="1" kern="1200">
                <a:solidFill>
                  <a:schemeClr val="tx2"/>
                </a:solidFill>
                <a:latin typeface="+mj-lt"/>
                <a:ea typeface="+mj-ea"/>
                <a:cs typeface="+mj-cs"/>
              </a:defRPr>
            </a:lvl1pPr>
          </a:lstStyle>
          <a:p>
            <a:r>
              <a:rPr lang="sv-SE" dirty="0" err="1"/>
              <a:t>Architecture</a:t>
            </a:r>
            <a:r>
              <a:rPr lang="sv-SE" dirty="0"/>
              <a:t> </a:t>
            </a:r>
            <a:r>
              <a:rPr lang="sv-SE" dirty="0" err="1"/>
              <a:t>Overview</a:t>
            </a:r>
            <a:endParaRPr lang="sv-SE" dirty="0"/>
          </a:p>
        </p:txBody>
      </p:sp>
      <p:sp>
        <p:nvSpPr>
          <p:cNvPr id="2" name="Shape 1">
            <a:extLst>
              <a:ext uri="{FF2B5EF4-FFF2-40B4-BE49-F238E27FC236}">
                <a16:creationId xmlns:a16="http://schemas.microsoft.com/office/drawing/2014/main" id="{30C3D2EB-877C-DC69-7379-7569A25EBD9E}"/>
              </a:ext>
            </a:extLst>
          </p:cNvPr>
          <p:cNvSpPr/>
          <p:nvPr/>
        </p:nvSpPr>
        <p:spPr>
          <a:xfrm>
            <a:off x="7104172" y="1892863"/>
            <a:ext cx="2653625" cy="975360"/>
          </a:xfrm>
          <a:prstGeom prst="rect">
            <a:avLst/>
          </a:prstGeom>
          <a:solidFill>
            <a:schemeClr val="accent1">
              <a:lumMod val="25000"/>
              <a:lumOff val="75000"/>
            </a:schemeClr>
          </a:solidFill>
          <a:ln w="25400">
            <a:solidFill>
              <a:schemeClr val="bg1">
                <a:lumMod val="50000"/>
              </a:schemeClr>
            </a:solidFill>
            <a:prstDash val="sysDot"/>
          </a:ln>
        </p:spPr>
        <p:txBody>
          <a:bodyPr/>
          <a:lstStyle/>
          <a:p>
            <a:endParaRPr lang="sv-SE" sz="2400" dirty="0"/>
          </a:p>
        </p:txBody>
      </p:sp>
      <p:sp>
        <p:nvSpPr>
          <p:cNvPr id="20" name="Text 2">
            <a:extLst>
              <a:ext uri="{FF2B5EF4-FFF2-40B4-BE49-F238E27FC236}">
                <a16:creationId xmlns:a16="http://schemas.microsoft.com/office/drawing/2014/main" id="{9D1360BD-938D-687A-D1D1-D6CCF21559DD}"/>
              </a:ext>
            </a:extLst>
          </p:cNvPr>
          <p:cNvSpPr/>
          <p:nvPr/>
        </p:nvSpPr>
        <p:spPr>
          <a:xfrm>
            <a:off x="7122211" y="1960637"/>
            <a:ext cx="2635585" cy="721009"/>
          </a:xfrm>
          <a:prstGeom prst="rect">
            <a:avLst/>
          </a:prstGeom>
          <a:noFill/>
          <a:ln/>
        </p:spPr>
        <p:txBody>
          <a:bodyPr wrap="square" lIns="1693" tIns="1693" rIns="1693" bIns="1693" rtlCol="0" anchor="t"/>
          <a:lstStyle/>
          <a:p>
            <a:pPr algn="ctr"/>
            <a:r>
              <a:rPr lang="en-US" sz="2400" b="1" dirty="0" err="1">
                <a:solidFill>
                  <a:srgbClr val="FFFFFF"/>
                </a:solidFill>
              </a:rPr>
              <a:t>Maneuvres</a:t>
            </a:r>
            <a:endParaRPr lang="en-US" sz="2400" b="1" dirty="0">
              <a:solidFill>
                <a:srgbClr val="FFFFFF"/>
              </a:solidFill>
            </a:endParaRPr>
          </a:p>
          <a:p>
            <a:pPr algn="ctr"/>
            <a:r>
              <a:rPr lang="en-US" sz="2000" b="1" dirty="0">
                <a:solidFill>
                  <a:srgbClr val="FFFFFF"/>
                </a:solidFill>
              </a:rPr>
              <a:t>(intermittent change)</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Architecture Overview</a:t>
            </a:r>
          </a:p>
        </p:txBody>
      </p:sp>
      <p:sp>
        <p:nvSpPr>
          <p:cNvPr id="3" name="Text Placeholder 2"/>
          <p:cNvSpPr>
            <a:spLocks noGrp="1"/>
          </p:cNvSpPr>
          <p:nvPr>
            <p:ph type="body" sz="quarter" idx="14"/>
          </p:nvPr>
        </p:nvSpPr>
        <p:spPr/>
        <p:txBody>
          <a:bodyPr/>
          <a:lstStyle/>
          <a:p>
            <a:r>
              <a:rPr dirty="0"/>
              <a:t>Three-layer hierarchy</a:t>
            </a:r>
          </a:p>
          <a:p>
            <a:pPr lvl="1"/>
            <a:r>
              <a:rPr dirty="0"/>
              <a:t>Layer 1 — Actuator Layer:  fast PID loops for individual valves and blower</a:t>
            </a:r>
          </a:p>
          <a:p>
            <a:pPr lvl="1"/>
            <a:r>
              <a:rPr dirty="0"/>
              <a:t>Layer 2 — LLC:  breathing phase state machine (insufflation / exsufflation)</a:t>
            </a:r>
          </a:p>
          <a:p>
            <a:pPr lvl="1"/>
            <a:r>
              <a:rPr dirty="0"/>
              <a:t>Layer 3 — HLC:  ventilation mode logic, 8-state cycle</a:t>
            </a:r>
            <a:endParaRPr lang="sv-SE" dirty="0"/>
          </a:p>
          <a:p>
            <a:pPr lvl="1"/>
            <a:r>
              <a:rPr lang="fr-FR" dirty="0"/>
              <a:t>Layer 4 — UI:  Conversion User settings to </a:t>
            </a:r>
            <a:r>
              <a:rPr lang="fr-FR" dirty="0" err="1"/>
              <a:t>generic</a:t>
            </a:r>
            <a:r>
              <a:rPr lang="fr-FR" dirty="0"/>
              <a:t> </a:t>
            </a:r>
            <a:r>
              <a:rPr lang="fr-FR" dirty="0" err="1"/>
              <a:t>parameter</a:t>
            </a:r>
            <a:r>
              <a:rPr lang="fr-FR" dirty="0"/>
              <a:t> interface, </a:t>
            </a:r>
            <a:r>
              <a:rPr lang="fr-FR" dirty="0" err="1"/>
              <a:t>equation</a:t>
            </a:r>
            <a:r>
              <a:rPr lang="fr-FR" dirty="0"/>
              <a:t> </a:t>
            </a:r>
            <a:r>
              <a:rPr lang="fr-FR" dirty="0" err="1"/>
              <a:t>solving</a:t>
            </a:r>
            <a:endParaRPr lang="fr-FR" dirty="0"/>
          </a:p>
          <a:p>
            <a:endParaRPr dirty="0"/>
          </a:p>
          <a:p>
            <a:r>
              <a:rPr dirty="0"/>
              <a:t>Core philosophy:  indirect control through setpoint manipulation</a:t>
            </a:r>
          </a:p>
          <a:p>
            <a:pPr lvl="1"/>
            <a:r>
              <a:rPr dirty="0"/>
              <a:t>Higher layers never issue explicit commands — they change setpoints only</a:t>
            </a:r>
          </a:p>
          <a:p>
            <a:pPr lvl="1"/>
            <a:r>
              <a:rPr dirty="0"/>
              <a:t>Lower layers react automatically when trigger conditions are met</a:t>
            </a:r>
          </a:p>
          <a:p>
            <a:endParaRPr dirty="0"/>
          </a:p>
          <a:p>
            <a:r>
              <a:rPr dirty="0"/>
              <a:t>Update rates</a:t>
            </a:r>
          </a:p>
          <a:p>
            <a:pPr lvl="1"/>
            <a:r>
              <a:rPr dirty="0"/>
              <a:t>Layer 1:  100</a:t>
            </a:r>
            <a:r>
              <a:rPr lang="sv-SE" dirty="0"/>
              <a:t> </a:t>
            </a:r>
            <a:r>
              <a:rPr dirty="0"/>
              <a:t>–</a:t>
            </a:r>
            <a:r>
              <a:rPr lang="sv-SE" dirty="0"/>
              <a:t> &gt; </a:t>
            </a:r>
            <a:r>
              <a:rPr dirty="0"/>
              <a:t>1000 Hz     Layer 2:  ~100 Hz     Layer 3:  10</a:t>
            </a:r>
            <a:r>
              <a:rPr lang="sv-SE" dirty="0"/>
              <a:t> </a:t>
            </a:r>
            <a:r>
              <a:rPr dirty="0"/>
              <a:t>–</a:t>
            </a:r>
            <a:r>
              <a:rPr lang="sv-SE" dirty="0"/>
              <a:t> </a:t>
            </a:r>
            <a:r>
              <a:rPr dirty="0"/>
              <a:t>50 Hz</a:t>
            </a:r>
            <a:r>
              <a:rPr lang="sv-SE" dirty="0"/>
              <a:t>	</a:t>
            </a:r>
            <a:r>
              <a:rPr lang="sv-SE" dirty="0" err="1"/>
              <a:t>Layer</a:t>
            </a:r>
            <a:r>
              <a:rPr lang="sv-SE" dirty="0"/>
              <a:t> 4: </a:t>
            </a:r>
            <a:r>
              <a:rPr lang="sv-SE" dirty="0" err="1"/>
              <a:t>User</a:t>
            </a:r>
            <a:r>
              <a:rPr lang="sv-SE" dirty="0"/>
              <a:t> events</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87680"/>
            <a:ext cx="10972800" cy="609600"/>
          </a:xfrm>
          <a:prstGeom prst="rect">
            <a:avLst/>
          </a:prstGeom>
          <a:noFill/>
          <a:ln/>
        </p:spPr>
        <p:txBody>
          <a:bodyPr wrap="square" rtlCol="0" anchor="ctr"/>
          <a:lstStyle/>
          <a:p>
            <a:r>
              <a:rPr lang="en-US" sz="4800" b="1" dirty="0">
                <a:solidFill>
                  <a:srgbClr val="1E2761"/>
                </a:solidFill>
                <a:latin typeface="Arial" pitchFamily="34" charset="0"/>
                <a:ea typeface="Arial" pitchFamily="34" charset="-122"/>
                <a:cs typeface="Arial" pitchFamily="34" charset="-120"/>
              </a:rPr>
              <a:t>Layer 1: PID Controllers</a:t>
            </a:r>
            <a:endParaRPr lang="en-US" sz="4800" dirty="0"/>
          </a:p>
        </p:txBody>
      </p:sp>
      <p:sp>
        <p:nvSpPr>
          <p:cNvPr id="3" name="Shape 1"/>
          <p:cNvSpPr/>
          <p:nvPr/>
        </p:nvSpPr>
        <p:spPr>
          <a:xfrm>
            <a:off x="975360" y="1828800"/>
            <a:ext cx="2438400" cy="1463040"/>
          </a:xfrm>
          <a:prstGeom prst="rect">
            <a:avLst/>
          </a:prstGeom>
          <a:solidFill>
            <a:srgbClr val="FFFFFF"/>
          </a:solidFill>
          <a:ln w="25400">
            <a:solidFill>
              <a:srgbClr val="1E2761"/>
            </a:solidFill>
            <a:prstDash val="solid"/>
          </a:ln>
        </p:spPr>
        <p:txBody>
          <a:bodyPr/>
          <a:lstStyle/>
          <a:p>
            <a:endParaRPr lang="sv-SE" sz="2400"/>
          </a:p>
        </p:txBody>
      </p:sp>
      <p:sp>
        <p:nvSpPr>
          <p:cNvPr id="4" name="Text 2"/>
          <p:cNvSpPr/>
          <p:nvPr/>
        </p:nvSpPr>
        <p:spPr>
          <a:xfrm>
            <a:off x="975360" y="1828800"/>
            <a:ext cx="2438400" cy="609600"/>
          </a:xfrm>
          <a:prstGeom prst="rect">
            <a:avLst/>
          </a:prstGeom>
          <a:noFill/>
          <a:ln/>
        </p:spPr>
        <p:txBody>
          <a:bodyPr wrap="square" rtlCol="0" anchor="ctr"/>
          <a:lstStyle/>
          <a:p>
            <a:pPr algn="ctr"/>
            <a:r>
              <a:rPr lang="en-US" sz="2133" b="1" dirty="0">
                <a:solidFill>
                  <a:srgbClr val="1E2761"/>
                </a:solidFill>
              </a:rPr>
              <a:t>O2 Flow</a:t>
            </a:r>
            <a:endParaRPr lang="en-US" sz="2133" dirty="0"/>
          </a:p>
        </p:txBody>
      </p:sp>
      <p:sp>
        <p:nvSpPr>
          <p:cNvPr id="5" name="Text 3"/>
          <p:cNvSpPr/>
          <p:nvPr/>
        </p:nvSpPr>
        <p:spPr>
          <a:xfrm>
            <a:off x="975360" y="2438400"/>
            <a:ext cx="2438400" cy="853440"/>
          </a:xfrm>
          <a:prstGeom prst="rect">
            <a:avLst/>
          </a:prstGeom>
          <a:noFill/>
          <a:ln/>
        </p:spPr>
        <p:txBody>
          <a:bodyPr wrap="square" rtlCol="0" anchor="t"/>
          <a:lstStyle/>
          <a:p>
            <a:pPr algn="ctr"/>
            <a:r>
              <a:rPr lang="en-US" sz="1467" dirty="0">
                <a:solidFill>
                  <a:srgbClr val="4B5563"/>
                </a:solidFill>
              </a:rPr>
              <a:t>Controls oxygen flow rate</a:t>
            </a:r>
            <a:endParaRPr lang="en-US" sz="1467" dirty="0"/>
          </a:p>
        </p:txBody>
      </p:sp>
      <p:sp>
        <p:nvSpPr>
          <p:cNvPr id="6" name="Shape 4"/>
          <p:cNvSpPr/>
          <p:nvPr/>
        </p:nvSpPr>
        <p:spPr>
          <a:xfrm>
            <a:off x="3779520" y="1828800"/>
            <a:ext cx="2438400" cy="1463040"/>
          </a:xfrm>
          <a:prstGeom prst="rect">
            <a:avLst/>
          </a:prstGeom>
          <a:solidFill>
            <a:srgbClr val="FFFFFF"/>
          </a:solidFill>
          <a:ln w="25400">
            <a:solidFill>
              <a:srgbClr val="1E2761"/>
            </a:solidFill>
            <a:prstDash val="solid"/>
          </a:ln>
        </p:spPr>
        <p:txBody>
          <a:bodyPr/>
          <a:lstStyle/>
          <a:p>
            <a:endParaRPr lang="sv-SE" sz="2400"/>
          </a:p>
        </p:txBody>
      </p:sp>
      <p:sp>
        <p:nvSpPr>
          <p:cNvPr id="7" name="Text 5"/>
          <p:cNvSpPr/>
          <p:nvPr/>
        </p:nvSpPr>
        <p:spPr>
          <a:xfrm>
            <a:off x="3779520" y="1828800"/>
            <a:ext cx="2438400" cy="609600"/>
          </a:xfrm>
          <a:prstGeom prst="rect">
            <a:avLst/>
          </a:prstGeom>
          <a:noFill/>
          <a:ln/>
        </p:spPr>
        <p:txBody>
          <a:bodyPr wrap="square" rtlCol="0" anchor="ctr"/>
          <a:lstStyle/>
          <a:p>
            <a:pPr algn="ctr"/>
            <a:r>
              <a:rPr lang="en-US" sz="2133" b="1" dirty="0">
                <a:solidFill>
                  <a:srgbClr val="1E2761"/>
                </a:solidFill>
              </a:rPr>
              <a:t>Air Flow</a:t>
            </a:r>
            <a:endParaRPr lang="en-US" sz="2133" dirty="0"/>
          </a:p>
        </p:txBody>
      </p:sp>
      <p:sp>
        <p:nvSpPr>
          <p:cNvPr id="8" name="Text 6"/>
          <p:cNvSpPr/>
          <p:nvPr/>
        </p:nvSpPr>
        <p:spPr>
          <a:xfrm>
            <a:off x="3779520" y="2438400"/>
            <a:ext cx="2438400" cy="853440"/>
          </a:xfrm>
          <a:prstGeom prst="rect">
            <a:avLst/>
          </a:prstGeom>
          <a:noFill/>
          <a:ln/>
        </p:spPr>
        <p:txBody>
          <a:bodyPr wrap="square" rtlCol="0" anchor="t"/>
          <a:lstStyle/>
          <a:p>
            <a:pPr algn="ctr"/>
            <a:r>
              <a:rPr lang="en-US" sz="1467" dirty="0">
                <a:solidFill>
                  <a:srgbClr val="4B5563"/>
                </a:solidFill>
              </a:rPr>
              <a:t>Controls air flow rate</a:t>
            </a:r>
            <a:endParaRPr lang="en-US" sz="1467" dirty="0"/>
          </a:p>
        </p:txBody>
      </p:sp>
      <p:sp>
        <p:nvSpPr>
          <p:cNvPr id="9" name="Shape 7"/>
          <p:cNvSpPr/>
          <p:nvPr/>
        </p:nvSpPr>
        <p:spPr>
          <a:xfrm>
            <a:off x="6583680" y="1828800"/>
            <a:ext cx="2438400" cy="1463040"/>
          </a:xfrm>
          <a:prstGeom prst="rect">
            <a:avLst/>
          </a:prstGeom>
          <a:solidFill>
            <a:srgbClr val="FFFFFF"/>
          </a:solidFill>
          <a:ln w="25400">
            <a:solidFill>
              <a:srgbClr val="1E2761"/>
            </a:solidFill>
            <a:prstDash val="solid"/>
          </a:ln>
        </p:spPr>
        <p:txBody>
          <a:bodyPr/>
          <a:lstStyle/>
          <a:p>
            <a:endParaRPr lang="sv-SE" sz="2400"/>
          </a:p>
        </p:txBody>
      </p:sp>
      <p:sp>
        <p:nvSpPr>
          <p:cNvPr id="10" name="Text 8"/>
          <p:cNvSpPr/>
          <p:nvPr/>
        </p:nvSpPr>
        <p:spPr>
          <a:xfrm>
            <a:off x="6583680" y="1828800"/>
            <a:ext cx="2438400" cy="609600"/>
          </a:xfrm>
          <a:prstGeom prst="rect">
            <a:avLst/>
          </a:prstGeom>
          <a:noFill/>
          <a:ln/>
        </p:spPr>
        <p:txBody>
          <a:bodyPr wrap="square" rtlCol="0" anchor="ctr"/>
          <a:lstStyle/>
          <a:p>
            <a:pPr algn="ctr"/>
            <a:r>
              <a:rPr lang="en-US" sz="2133" b="1" dirty="0">
                <a:solidFill>
                  <a:srgbClr val="1E2761"/>
                </a:solidFill>
              </a:rPr>
              <a:t>Exp Valve</a:t>
            </a:r>
            <a:endParaRPr lang="en-US" sz="2133" dirty="0"/>
          </a:p>
        </p:txBody>
      </p:sp>
      <p:sp>
        <p:nvSpPr>
          <p:cNvPr id="11" name="Text 9"/>
          <p:cNvSpPr/>
          <p:nvPr/>
        </p:nvSpPr>
        <p:spPr>
          <a:xfrm>
            <a:off x="6583680" y="2438400"/>
            <a:ext cx="2438400" cy="853440"/>
          </a:xfrm>
          <a:prstGeom prst="rect">
            <a:avLst/>
          </a:prstGeom>
          <a:noFill/>
          <a:ln/>
        </p:spPr>
        <p:txBody>
          <a:bodyPr wrap="square" rtlCol="0" anchor="t"/>
          <a:lstStyle/>
          <a:p>
            <a:pPr algn="ctr"/>
            <a:r>
              <a:rPr lang="en-US" sz="1467" dirty="0">
                <a:solidFill>
                  <a:srgbClr val="4B5563"/>
                </a:solidFill>
              </a:rPr>
              <a:t>Controls expiratory pressure</a:t>
            </a:r>
            <a:endParaRPr lang="en-US" sz="1467" dirty="0"/>
          </a:p>
        </p:txBody>
      </p:sp>
      <p:sp>
        <p:nvSpPr>
          <p:cNvPr id="12" name="Shape 10"/>
          <p:cNvSpPr/>
          <p:nvPr/>
        </p:nvSpPr>
        <p:spPr>
          <a:xfrm>
            <a:off x="9387840" y="1828800"/>
            <a:ext cx="2438400" cy="1463040"/>
          </a:xfrm>
          <a:prstGeom prst="rect">
            <a:avLst/>
          </a:prstGeom>
          <a:solidFill>
            <a:srgbClr val="FFFFFF"/>
          </a:solidFill>
          <a:ln w="25400">
            <a:solidFill>
              <a:srgbClr val="1E2761"/>
            </a:solidFill>
            <a:prstDash val="solid"/>
          </a:ln>
        </p:spPr>
        <p:txBody>
          <a:bodyPr/>
          <a:lstStyle/>
          <a:p>
            <a:endParaRPr lang="sv-SE" sz="2400"/>
          </a:p>
        </p:txBody>
      </p:sp>
      <p:sp>
        <p:nvSpPr>
          <p:cNvPr id="13" name="Text 11"/>
          <p:cNvSpPr/>
          <p:nvPr/>
        </p:nvSpPr>
        <p:spPr>
          <a:xfrm>
            <a:off x="9387840" y="1828800"/>
            <a:ext cx="2438400" cy="609600"/>
          </a:xfrm>
          <a:prstGeom prst="rect">
            <a:avLst/>
          </a:prstGeom>
          <a:noFill/>
          <a:ln/>
        </p:spPr>
        <p:txBody>
          <a:bodyPr wrap="square" rtlCol="0" anchor="ctr"/>
          <a:lstStyle/>
          <a:p>
            <a:pPr algn="ctr"/>
            <a:r>
              <a:rPr lang="en-US" sz="2133" b="1" dirty="0">
                <a:solidFill>
                  <a:srgbClr val="1E2761"/>
                </a:solidFill>
              </a:rPr>
              <a:t>Blower</a:t>
            </a:r>
            <a:endParaRPr lang="en-US" sz="2133" dirty="0"/>
          </a:p>
        </p:txBody>
      </p:sp>
      <p:sp>
        <p:nvSpPr>
          <p:cNvPr id="14" name="Text 12"/>
          <p:cNvSpPr/>
          <p:nvPr/>
        </p:nvSpPr>
        <p:spPr>
          <a:xfrm>
            <a:off x="9387840" y="2438400"/>
            <a:ext cx="2438400" cy="853440"/>
          </a:xfrm>
          <a:prstGeom prst="rect">
            <a:avLst/>
          </a:prstGeom>
          <a:noFill/>
          <a:ln/>
        </p:spPr>
        <p:txBody>
          <a:bodyPr wrap="square" rtlCol="0" anchor="t"/>
          <a:lstStyle/>
          <a:p>
            <a:pPr algn="ctr"/>
            <a:r>
              <a:rPr lang="en-US" sz="1467" dirty="0">
                <a:solidFill>
                  <a:srgbClr val="4B5563"/>
                </a:solidFill>
              </a:rPr>
              <a:t>Controls blower flow rate</a:t>
            </a:r>
            <a:endParaRPr lang="en-US" sz="1467" dirty="0"/>
          </a:p>
        </p:txBody>
      </p:sp>
      <p:sp>
        <p:nvSpPr>
          <p:cNvPr id="15" name="Text 13"/>
          <p:cNvSpPr/>
          <p:nvPr/>
        </p:nvSpPr>
        <p:spPr>
          <a:xfrm>
            <a:off x="975360" y="3901440"/>
            <a:ext cx="10241280" cy="2194560"/>
          </a:xfrm>
          <a:prstGeom prst="rect">
            <a:avLst/>
          </a:prstGeom>
          <a:noFill/>
          <a:ln/>
        </p:spPr>
        <p:txBody>
          <a:bodyPr wrap="square" rtlCol="0" anchor="ctr"/>
          <a:lstStyle/>
          <a:p>
            <a:pPr marL="457189" indent="-457189">
              <a:buSzPct val="100000"/>
              <a:buChar char="•"/>
            </a:pPr>
            <a:r>
              <a:rPr lang="en-US" sz="2133" b="1" dirty="0">
                <a:solidFill>
                  <a:srgbClr val="4B5563"/>
                </a:solidFill>
              </a:rPr>
              <a:t>Characteristics:</a:t>
            </a:r>
            <a:endParaRPr lang="en-US" sz="1867" dirty="0"/>
          </a:p>
          <a:p>
            <a:r>
              <a:rPr lang="en-US" sz="1867" dirty="0">
                <a:solidFill>
                  <a:srgbClr val="4B5563"/>
                </a:solidFill>
              </a:rPr>
              <a:t>Independent operation</a:t>
            </a:r>
            <a:endParaRPr lang="en-US" sz="1867" dirty="0"/>
          </a:p>
          <a:p>
            <a:r>
              <a:rPr lang="en-US" sz="1867" dirty="0">
                <a:solidFill>
                  <a:srgbClr val="4B5563"/>
                </a:solidFill>
              </a:rPr>
              <a:t>Sensor scaling and linearization</a:t>
            </a:r>
            <a:endParaRPr lang="en-US" sz="1867" dirty="0"/>
          </a:p>
          <a:p>
            <a:r>
              <a:rPr lang="en-US" sz="1867" dirty="0">
                <a:solidFill>
                  <a:srgbClr val="4B5563"/>
                </a:solidFill>
              </a:rPr>
              <a:t>Receives setpoints from LLC</a:t>
            </a:r>
            <a:endParaRPr lang="en-US" sz="1867" dirty="0"/>
          </a:p>
          <a:p>
            <a:r>
              <a:rPr lang="en-US" sz="1867" dirty="0">
                <a:solidFill>
                  <a:srgbClr val="4B5563"/>
                </a:solidFill>
              </a:rPr>
              <a:t>Fast, stable control loops</a:t>
            </a:r>
            <a:endParaRPr lang="en-US" sz="1867"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Layer 1: Actuator Controllers</a:t>
            </a:r>
          </a:p>
        </p:txBody>
      </p:sp>
      <p:sp>
        <p:nvSpPr>
          <p:cNvPr id="3" name="Text Placeholder 2"/>
          <p:cNvSpPr>
            <a:spLocks noGrp="1"/>
          </p:cNvSpPr>
          <p:nvPr>
            <p:ph type="body" sz="quarter" idx="14"/>
          </p:nvPr>
        </p:nvSpPr>
        <p:spPr/>
        <p:txBody>
          <a:bodyPr/>
          <a:lstStyle/>
          <a:p>
            <a:r>
              <a:rPr dirty="0"/>
              <a:t>Four independent PID controllers</a:t>
            </a:r>
          </a:p>
          <a:p>
            <a:pPr lvl="1"/>
            <a:r>
              <a:rPr dirty="0"/>
              <a:t>O2 Flow Controller        —  controls O2 valve</a:t>
            </a:r>
          </a:p>
          <a:p>
            <a:pPr lvl="1"/>
            <a:r>
              <a:rPr dirty="0"/>
              <a:t>Air Flow Controller       —  controls air valve, handles </a:t>
            </a:r>
            <a:r>
              <a:rPr dirty="0" err="1"/>
              <a:t>linearisation</a:t>
            </a:r>
            <a:r>
              <a:rPr dirty="0"/>
              <a:t> tables</a:t>
            </a:r>
          </a:p>
          <a:p>
            <a:pPr lvl="1"/>
            <a:r>
              <a:rPr dirty="0"/>
              <a:t>Expiratory Valve Controller —  controls exp pressure / valve position</a:t>
            </a:r>
          </a:p>
          <a:p>
            <a:pPr lvl="1"/>
            <a:r>
              <a:rPr dirty="0"/>
              <a:t>Blower Flow Controller    —  controls blower flow rate</a:t>
            </a:r>
          </a:p>
          <a:p>
            <a:endParaRPr dirty="0"/>
          </a:p>
          <a:p>
            <a:r>
              <a:rPr dirty="0"/>
              <a:t>Key characteristics</a:t>
            </a:r>
          </a:p>
          <a:p>
            <a:pPr lvl="1"/>
            <a:r>
              <a:rPr dirty="0"/>
              <a:t>Each controller operates independently at the highest loop rate</a:t>
            </a:r>
          </a:p>
          <a:p>
            <a:pPr lvl="1"/>
            <a:r>
              <a:rPr dirty="0"/>
              <a:t>Handles sensor &amp; actuator non-linearities via piecewise lookup tables</a:t>
            </a:r>
          </a:p>
          <a:p>
            <a:pPr lvl="1"/>
            <a:r>
              <a:rPr dirty="0"/>
              <a:t>No knowledge of breathing phases or ventilation modes</a:t>
            </a:r>
          </a:p>
          <a:p>
            <a:pPr lvl="1"/>
            <a:r>
              <a:rPr dirty="0"/>
              <a:t>All setpoints received from LLC — outputs go directly to hardware drivers</a:t>
            </a:r>
            <a:endParaRPr lang="sv-SE" dirty="0"/>
          </a:p>
          <a:p>
            <a:r>
              <a:rPr lang="en-US" dirty="0"/>
              <a:t>Responsibilities</a:t>
            </a:r>
          </a:p>
          <a:p>
            <a:pPr lvl="1"/>
            <a:r>
              <a:rPr lang="en-US" dirty="0"/>
              <a:t>Sensor scaling and compensation</a:t>
            </a:r>
          </a:p>
          <a:p>
            <a:pPr lvl="1"/>
            <a:r>
              <a:rPr lang="en-US" dirty="0"/>
              <a:t>Actuator linearization</a:t>
            </a:r>
          </a:p>
          <a:p>
            <a:pPr lvl="1"/>
            <a:r>
              <a:rPr lang="en-US" dirty="0"/>
              <a:t>Setpoint tracking with PID (or more advanced) control</a:t>
            </a:r>
          </a:p>
          <a:p>
            <a:pPr lvl="1"/>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5A6A7-71AC-7F7E-84E7-BD95468977E2}"/>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81B8890-283C-0276-44C3-FC018D92ACD6}"/>
              </a:ext>
            </a:extLst>
          </p:cNvPr>
          <p:cNvSpPr/>
          <p:nvPr/>
        </p:nvSpPr>
        <p:spPr>
          <a:xfrm>
            <a:off x="609600" y="487680"/>
            <a:ext cx="10972800" cy="609600"/>
          </a:xfrm>
          <a:prstGeom prst="rect">
            <a:avLst/>
          </a:prstGeom>
          <a:noFill/>
          <a:ln/>
        </p:spPr>
        <p:txBody>
          <a:bodyPr wrap="square" rtlCol="0" anchor="ctr"/>
          <a:lstStyle/>
          <a:p>
            <a:r>
              <a:rPr lang="en-US" sz="4800" b="1" dirty="0">
                <a:solidFill>
                  <a:srgbClr val="1E2761"/>
                </a:solidFill>
                <a:latin typeface="Arial" pitchFamily="34" charset="0"/>
                <a:ea typeface="Arial" pitchFamily="34" charset="-122"/>
                <a:cs typeface="Arial" pitchFamily="34" charset="-120"/>
              </a:rPr>
              <a:t>Layer 1: PID Controllers</a:t>
            </a:r>
            <a:endParaRPr lang="en-US" sz="4800" dirty="0"/>
          </a:p>
        </p:txBody>
      </p:sp>
      <p:pic>
        <p:nvPicPr>
          <p:cNvPr id="17" name="Picture 16" descr="A graph of a voltage&#10;&#10;AI-generated content may be incorrect.">
            <a:extLst>
              <a:ext uri="{FF2B5EF4-FFF2-40B4-BE49-F238E27FC236}">
                <a16:creationId xmlns:a16="http://schemas.microsoft.com/office/drawing/2014/main" id="{B98A2D84-A630-7087-A1FC-A6F9024B67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33851" y="1195516"/>
            <a:ext cx="7373026" cy="5662484"/>
          </a:xfrm>
          <a:prstGeom prst="rect">
            <a:avLst/>
          </a:prstGeom>
        </p:spPr>
      </p:pic>
    </p:spTree>
    <p:extLst>
      <p:ext uri="{BB962C8B-B14F-4D97-AF65-F5344CB8AC3E}">
        <p14:creationId xmlns:p14="http://schemas.microsoft.com/office/powerpoint/2010/main" val="23400254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Layer 2</a:t>
            </a:r>
          </a:p>
        </p:txBody>
      </p:sp>
      <p:sp>
        <p:nvSpPr>
          <p:cNvPr id="3" name="Text Placeholder 2"/>
          <p:cNvSpPr>
            <a:spLocks noGrp="1"/>
          </p:cNvSpPr>
          <p:nvPr>
            <p:ph type="body" idx="1"/>
          </p:nvPr>
        </p:nvSpPr>
        <p:spPr/>
        <p:txBody>
          <a:bodyPr/>
          <a:lstStyle/>
          <a:p>
            <a:r>
              <a:t>Low-Level Controller (LLC)</a:t>
            </a:r>
          </a:p>
          <a:p>
            <a:r>
              <a:t>Breathing Phase Control</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1B582-95CC-C1DA-85A4-272C12E9C4A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CF64895-7C7D-AFBD-4D56-24E3EFCF73B7}"/>
              </a:ext>
            </a:extLst>
          </p:cNvPr>
          <p:cNvSpPr>
            <a:spLocks noGrp="1"/>
          </p:cNvSpPr>
          <p:nvPr>
            <p:ph type="title"/>
          </p:nvPr>
        </p:nvSpPr>
        <p:spPr/>
        <p:txBody>
          <a:bodyPr/>
          <a:lstStyle/>
          <a:p>
            <a:r>
              <a:rPr dirty="0"/>
              <a:t>LLC – </a:t>
            </a:r>
          </a:p>
        </p:txBody>
      </p:sp>
      <p:sp>
        <p:nvSpPr>
          <p:cNvPr id="4" name="Text Placeholder 3">
            <a:extLst>
              <a:ext uri="{FF2B5EF4-FFF2-40B4-BE49-F238E27FC236}">
                <a16:creationId xmlns:a16="http://schemas.microsoft.com/office/drawing/2014/main" id="{94B89605-BED9-805A-369D-B7363F16CB6F}"/>
              </a:ext>
            </a:extLst>
          </p:cNvPr>
          <p:cNvSpPr>
            <a:spLocks noGrp="1"/>
          </p:cNvSpPr>
          <p:nvPr>
            <p:ph type="body" sz="quarter" idx="14"/>
          </p:nvPr>
        </p:nvSpPr>
        <p:spPr/>
        <p:txBody>
          <a:bodyPr/>
          <a:lstStyle/>
          <a:p>
            <a:r>
              <a:rPr lang="sv-SE" dirty="0" err="1"/>
              <a:t>Pressure</a:t>
            </a:r>
            <a:r>
              <a:rPr lang="sv-SE" dirty="0"/>
              <a:t> and </a:t>
            </a:r>
            <a:r>
              <a:rPr lang="sv-SE" dirty="0" err="1"/>
              <a:t>flow</a:t>
            </a:r>
            <a:r>
              <a:rPr lang="sv-SE" dirty="0"/>
              <a:t> </a:t>
            </a:r>
            <a:r>
              <a:rPr lang="sv-SE" dirty="0" err="1"/>
              <a:t>control</a:t>
            </a:r>
            <a:r>
              <a:rPr lang="sv-SE" dirty="0"/>
              <a:t> </a:t>
            </a:r>
            <a:r>
              <a:rPr lang="sv-SE" dirty="0" err="1"/>
              <a:t>are</a:t>
            </a:r>
            <a:r>
              <a:rPr lang="sv-SE" dirty="0"/>
              <a:t> end-</a:t>
            </a:r>
            <a:r>
              <a:rPr lang="sv-SE" dirty="0" err="1"/>
              <a:t>points</a:t>
            </a:r>
            <a:r>
              <a:rPr lang="sv-SE" dirty="0"/>
              <a:t> on a </a:t>
            </a:r>
            <a:r>
              <a:rPr lang="sv-SE" dirty="0" err="1"/>
              <a:t>continous</a:t>
            </a:r>
            <a:r>
              <a:rPr lang="sv-SE" dirty="0"/>
              <a:t> </a:t>
            </a:r>
            <a:r>
              <a:rPr lang="sv-SE" dirty="0" err="1"/>
              <a:t>scale</a:t>
            </a:r>
            <a:endParaRPr dirty="0"/>
          </a:p>
        </p:txBody>
      </p:sp>
      <p:pic>
        <p:nvPicPr>
          <p:cNvPr id="5" name="Picture 4" descr="A diagram of a circuit diagram&#10;&#10;AI-generated content may be incorrect.">
            <a:extLst>
              <a:ext uri="{FF2B5EF4-FFF2-40B4-BE49-F238E27FC236}">
                <a16:creationId xmlns:a16="http://schemas.microsoft.com/office/drawing/2014/main" id="{6648022C-0D73-782B-2165-B592E946307D}"/>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Effect>
                      <a14:brightnessContrast bright="-8000" contrast="-10000"/>
                    </a14:imgEffect>
                  </a14:imgLayer>
                </a14:imgProps>
              </a:ext>
              <a:ext uri="{28A0092B-C50C-407E-A947-70E740481C1C}">
                <a14:useLocalDpi xmlns:a14="http://schemas.microsoft.com/office/drawing/2010/main" val="0"/>
              </a:ext>
            </a:extLst>
          </a:blip>
          <a:srcRect l="14036" t="2479" r="13018" b="2567"/>
          <a:stretch>
            <a:fillRect/>
          </a:stretch>
        </p:blipFill>
        <p:spPr>
          <a:xfrm rot="16200000">
            <a:off x="3381543" y="-1248927"/>
            <a:ext cx="4882181" cy="10254617"/>
          </a:xfrm>
          <a:prstGeom prst="rect">
            <a:avLst/>
          </a:prstGeom>
        </p:spPr>
      </p:pic>
      <p:sp>
        <p:nvSpPr>
          <p:cNvPr id="9" name="Content Placeholder 3">
            <a:extLst>
              <a:ext uri="{FF2B5EF4-FFF2-40B4-BE49-F238E27FC236}">
                <a16:creationId xmlns:a16="http://schemas.microsoft.com/office/drawing/2014/main" id="{B5AD494E-203B-670E-EA87-8623A5E99812}"/>
              </a:ext>
            </a:extLst>
          </p:cNvPr>
          <p:cNvSpPr txBox="1">
            <a:spLocks/>
          </p:cNvSpPr>
          <p:nvPr/>
        </p:nvSpPr>
        <p:spPr>
          <a:xfrm>
            <a:off x="1875900" y="3246023"/>
            <a:ext cx="1650541" cy="503154"/>
          </a:xfrm>
          <a:prstGeom prst="rect">
            <a:avLst/>
          </a:prstGeom>
        </p:spPr>
        <p:txBody>
          <a:bodyPr vert="horz" lIns="0" tIns="0" rIns="0" bIns="0" rtlCol="0">
            <a:noAutofit/>
          </a:bodyPr>
          <a:lstStyle>
            <a:lvl1pPr marL="146050" indent="-146050" algn="l" defTabSz="914400" rtl="0" eaLnBrk="1" latinLnBrk="0" hangingPunct="1">
              <a:lnSpc>
                <a:spcPct val="110000"/>
              </a:lnSpc>
              <a:spcBef>
                <a:spcPts val="600"/>
              </a:spcBef>
              <a:buFont typeface="Arial" panose="020B0604020202020204" pitchFamily="34" charset="0"/>
              <a:buChar char="•"/>
              <a:defRPr sz="1600" kern="1200">
                <a:solidFill>
                  <a:schemeClr val="tx1"/>
                </a:solidFill>
                <a:latin typeface="+mn-lt"/>
                <a:ea typeface="+mn-ea"/>
                <a:cs typeface="+mn-cs"/>
              </a:defRPr>
            </a:lvl1pPr>
            <a:lvl2pPr marL="334963" indent="-180975"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2pPr>
            <a:lvl3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3pPr>
            <a:lvl4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4pPr>
            <a:lvl5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dirty="0"/>
              <a:t>Flow control</a:t>
            </a:r>
            <a:endParaRPr lang="en-US" dirty="0"/>
          </a:p>
        </p:txBody>
      </p:sp>
      <p:sp>
        <p:nvSpPr>
          <p:cNvPr id="10" name="Content Placeholder 3">
            <a:extLst>
              <a:ext uri="{FF2B5EF4-FFF2-40B4-BE49-F238E27FC236}">
                <a16:creationId xmlns:a16="http://schemas.microsoft.com/office/drawing/2014/main" id="{EBB629AD-4345-798B-0935-90C1A0CB5922}"/>
              </a:ext>
            </a:extLst>
          </p:cNvPr>
          <p:cNvSpPr txBox="1">
            <a:spLocks/>
          </p:cNvSpPr>
          <p:nvPr/>
        </p:nvSpPr>
        <p:spPr>
          <a:xfrm>
            <a:off x="4029363" y="3246023"/>
            <a:ext cx="2066637" cy="503154"/>
          </a:xfrm>
          <a:prstGeom prst="rect">
            <a:avLst/>
          </a:prstGeom>
        </p:spPr>
        <p:txBody>
          <a:bodyPr vert="horz" lIns="0" tIns="0" rIns="0" bIns="0" rtlCol="0">
            <a:noAutofit/>
          </a:bodyPr>
          <a:lstStyle>
            <a:lvl1pPr marL="146050" indent="-146050" algn="l" defTabSz="914400" rtl="0" eaLnBrk="1" latinLnBrk="0" hangingPunct="1">
              <a:lnSpc>
                <a:spcPct val="110000"/>
              </a:lnSpc>
              <a:spcBef>
                <a:spcPts val="600"/>
              </a:spcBef>
              <a:buFont typeface="Arial" panose="020B0604020202020204" pitchFamily="34" charset="0"/>
              <a:buChar char="•"/>
              <a:defRPr sz="1600" kern="1200">
                <a:solidFill>
                  <a:schemeClr val="tx1"/>
                </a:solidFill>
                <a:latin typeface="+mn-lt"/>
                <a:ea typeface="+mn-ea"/>
                <a:cs typeface="+mn-cs"/>
              </a:defRPr>
            </a:lvl1pPr>
            <a:lvl2pPr marL="334963" indent="-180975"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2pPr>
            <a:lvl3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3pPr>
            <a:lvl4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4pPr>
            <a:lvl5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dirty="0"/>
              <a:t>Pressure limited Flow control</a:t>
            </a:r>
            <a:endParaRPr lang="en-US" dirty="0"/>
          </a:p>
        </p:txBody>
      </p:sp>
      <p:sp>
        <p:nvSpPr>
          <p:cNvPr id="11" name="Content Placeholder 3">
            <a:extLst>
              <a:ext uri="{FF2B5EF4-FFF2-40B4-BE49-F238E27FC236}">
                <a16:creationId xmlns:a16="http://schemas.microsoft.com/office/drawing/2014/main" id="{598E8D9F-07F4-8E7C-C359-74BC86280F1D}"/>
              </a:ext>
            </a:extLst>
          </p:cNvPr>
          <p:cNvSpPr txBox="1">
            <a:spLocks/>
          </p:cNvSpPr>
          <p:nvPr/>
        </p:nvSpPr>
        <p:spPr>
          <a:xfrm>
            <a:off x="6551583" y="3246023"/>
            <a:ext cx="2066637" cy="503154"/>
          </a:xfrm>
          <a:prstGeom prst="rect">
            <a:avLst/>
          </a:prstGeom>
        </p:spPr>
        <p:txBody>
          <a:bodyPr vert="horz" lIns="0" tIns="0" rIns="0" bIns="0" rtlCol="0">
            <a:noAutofit/>
          </a:bodyPr>
          <a:lstStyle>
            <a:lvl1pPr marL="146050" indent="-146050" algn="l" defTabSz="914400" rtl="0" eaLnBrk="1" latinLnBrk="0" hangingPunct="1">
              <a:lnSpc>
                <a:spcPct val="110000"/>
              </a:lnSpc>
              <a:spcBef>
                <a:spcPts val="600"/>
              </a:spcBef>
              <a:buFont typeface="Arial" panose="020B0604020202020204" pitchFamily="34" charset="0"/>
              <a:buChar char="•"/>
              <a:defRPr sz="1600" kern="1200">
                <a:solidFill>
                  <a:schemeClr val="tx1"/>
                </a:solidFill>
                <a:latin typeface="+mn-lt"/>
                <a:ea typeface="+mn-ea"/>
                <a:cs typeface="+mn-cs"/>
              </a:defRPr>
            </a:lvl1pPr>
            <a:lvl2pPr marL="334963" indent="-180975"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2pPr>
            <a:lvl3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3pPr>
            <a:lvl4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4pPr>
            <a:lvl5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dirty="0"/>
              <a:t>Flow limited Pressure control</a:t>
            </a:r>
            <a:endParaRPr lang="en-US" dirty="0"/>
          </a:p>
        </p:txBody>
      </p:sp>
      <p:sp>
        <p:nvSpPr>
          <p:cNvPr id="12" name="Content Placeholder 3">
            <a:extLst>
              <a:ext uri="{FF2B5EF4-FFF2-40B4-BE49-F238E27FC236}">
                <a16:creationId xmlns:a16="http://schemas.microsoft.com/office/drawing/2014/main" id="{49EB6644-7F5B-05E2-A8AE-5C1A5250BF63}"/>
              </a:ext>
            </a:extLst>
          </p:cNvPr>
          <p:cNvSpPr txBox="1">
            <a:spLocks/>
          </p:cNvSpPr>
          <p:nvPr/>
        </p:nvSpPr>
        <p:spPr>
          <a:xfrm>
            <a:off x="8525163" y="3246023"/>
            <a:ext cx="1921857" cy="503154"/>
          </a:xfrm>
          <a:prstGeom prst="rect">
            <a:avLst/>
          </a:prstGeom>
        </p:spPr>
        <p:txBody>
          <a:bodyPr vert="horz" lIns="0" tIns="0" rIns="0" bIns="0" rtlCol="0">
            <a:noAutofit/>
          </a:bodyPr>
          <a:lstStyle>
            <a:lvl1pPr marL="146050" indent="-146050" algn="l" defTabSz="914400" rtl="0" eaLnBrk="1" latinLnBrk="0" hangingPunct="1">
              <a:lnSpc>
                <a:spcPct val="110000"/>
              </a:lnSpc>
              <a:spcBef>
                <a:spcPts val="600"/>
              </a:spcBef>
              <a:buFont typeface="Arial" panose="020B0604020202020204" pitchFamily="34" charset="0"/>
              <a:buChar char="•"/>
              <a:defRPr sz="1600" kern="1200">
                <a:solidFill>
                  <a:schemeClr val="tx1"/>
                </a:solidFill>
                <a:latin typeface="+mn-lt"/>
                <a:ea typeface="+mn-ea"/>
                <a:cs typeface="+mn-cs"/>
              </a:defRPr>
            </a:lvl1pPr>
            <a:lvl2pPr marL="334963" indent="-180975"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2pPr>
            <a:lvl3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3pPr>
            <a:lvl4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4pPr>
            <a:lvl5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dirty="0"/>
              <a:t>Pressure control</a:t>
            </a:r>
            <a:endParaRPr lang="en-US" dirty="0"/>
          </a:p>
        </p:txBody>
      </p:sp>
      <p:sp>
        <p:nvSpPr>
          <p:cNvPr id="13" name="Content Placeholder 3">
            <a:extLst>
              <a:ext uri="{FF2B5EF4-FFF2-40B4-BE49-F238E27FC236}">
                <a16:creationId xmlns:a16="http://schemas.microsoft.com/office/drawing/2014/main" id="{3AE94BCC-8E3A-DCC0-02DE-59583D57D56F}"/>
              </a:ext>
            </a:extLst>
          </p:cNvPr>
          <p:cNvSpPr txBox="1">
            <a:spLocks/>
          </p:cNvSpPr>
          <p:nvPr/>
        </p:nvSpPr>
        <p:spPr>
          <a:xfrm rot="16200000">
            <a:off x="613076" y="3626804"/>
            <a:ext cx="1111328" cy="503154"/>
          </a:xfrm>
          <a:prstGeom prst="rect">
            <a:avLst/>
          </a:prstGeom>
        </p:spPr>
        <p:txBody>
          <a:bodyPr vert="horz" lIns="0" tIns="0" rIns="0" bIns="0" rtlCol="0">
            <a:noAutofit/>
          </a:bodyPr>
          <a:lstStyle>
            <a:lvl1pPr marL="146050" indent="-146050" algn="l" defTabSz="914400" rtl="0" eaLnBrk="1" latinLnBrk="0" hangingPunct="1">
              <a:lnSpc>
                <a:spcPct val="110000"/>
              </a:lnSpc>
              <a:spcBef>
                <a:spcPts val="600"/>
              </a:spcBef>
              <a:buFont typeface="Arial" panose="020B0604020202020204" pitchFamily="34" charset="0"/>
              <a:buChar char="•"/>
              <a:defRPr sz="1600" kern="1200">
                <a:solidFill>
                  <a:schemeClr val="tx1"/>
                </a:solidFill>
                <a:latin typeface="+mn-lt"/>
                <a:ea typeface="+mn-ea"/>
                <a:cs typeface="+mn-cs"/>
              </a:defRPr>
            </a:lvl1pPr>
            <a:lvl2pPr marL="334963" indent="-180975"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2pPr>
            <a:lvl3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3pPr>
            <a:lvl4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4pPr>
            <a:lvl5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t>Pressure</a:t>
            </a:r>
            <a:endParaRPr lang="en-US" dirty="0"/>
          </a:p>
        </p:txBody>
      </p:sp>
      <p:sp>
        <p:nvSpPr>
          <p:cNvPr id="14" name="Content Placeholder 3">
            <a:extLst>
              <a:ext uri="{FF2B5EF4-FFF2-40B4-BE49-F238E27FC236}">
                <a16:creationId xmlns:a16="http://schemas.microsoft.com/office/drawing/2014/main" id="{09054A8B-7776-319E-C833-9DAEF098610B}"/>
              </a:ext>
            </a:extLst>
          </p:cNvPr>
          <p:cNvSpPr txBox="1">
            <a:spLocks/>
          </p:cNvSpPr>
          <p:nvPr/>
        </p:nvSpPr>
        <p:spPr>
          <a:xfrm rot="16200000">
            <a:off x="613076" y="5265104"/>
            <a:ext cx="1111328" cy="503154"/>
          </a:xfrm>
          <a:prstGeom prst="rect">
            <a:avLst/>
          </a:prstGeom>
        </p:spPr>
        <p:txBody>
          <a:bodyPr vert="horz" lIns="0" tIns="0" rIns="0" bIns="0" rtlCol="0">
            <a:noAutofit/>
          </a:bodyPr>
          <a:lstStyle>
            <a:lvl1pPr marL="146050" indent="-146050" algn="l" defTabSz="914400" rtl="0" eaLnBrk="1" latinLnBrk="0" hangingPunct="1">
              <a:lnSpc>
                <a:spcPct val="110000"/>
              </a:lnSpc>
              <a:spcBef>
                <a:spcPts val="600"/>
              </a:spcBef>
              <a:buFont typeface="Arial" panose="020B0604020202020204" pitchFamily="34" charset="0"/>
              <a:buChar char="•"/>
              <a:defRPr sz="1600" kern="1200">
                <a:solidFill>
                  <a:schemeClr val="tx1"/>
                </a:solidFill>
                <a:latin typeface="+mn-lt"/>
                <a:ea typeface="+mn-ea"/>
                <a:cs typeface="+mn-cs"/>
              </a:defRPr>
            </a:lvl1pPr>
            <a:lvl2pPr marL="334963" indent="-180975"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2pPr>
            <a:lvl3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3pPr>
            <a:lvl4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4pPr>
            <a:lvl5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t>Flow</a:t>
            </a:r>
            <a:endParaRPr lang="en-US" dirty="0"/>
          </a:p>
        </p:txBody>
      </p:sp>
    </p:spTree>
    <p:extLst>
      <p:ext uri="{BB962C8B-B14F-4D97-AF65-F5344CB8AC3E}">
        <p14:creationId xmlns:p14="http://schemas.microsoft.com/office/powerpoint/2010/main" val="28142024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B21217-1BF1-DBDD-BDE7-1012367222B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C08C12C-6253-A3AD-AFC1-F33888D1B56F}"/>
              </a:ext>
            </a:extLst>
          </p:cNvPr>
          <p:cNvSpPr>
            <a:spLocks noGrp="1"/>
          </p:cNvSpPr>
          <p:nvPr>
            <p:ph type="title"/>
          </p:nvPr>
        </p:nvSpPr>
        <p:spPr/>
        <p:txBody>
          <a:bodyPr/>
          <a:lstStyle/>
          <a:p>
            <a:r>
              <a:t>LLC – Parameters (Set by HLC)</a:t>
            </a:r>
          </a:p>
        </p:txBody>
      </p:sp>
      <p:sp>
        <p:nvSpPr>
          <p:cNvPr id="4" name="Text Placeholder 3">
            <a:extLst>
              <a:ext uri="{FF2B5EF4-FFF2-40B4-BE49-F238E27FC236}">
                <a16:creationId xmlns:a16="http://schemas.microsoft.com/office/drawing/2014/main" id="{D9AA4338-A196-4C9F-EABC-919484876F1E}"/>
              </a:ext>
            </a:extLst>
          </p:cNvPr>
          <p:cNvSpPr>
            <a:spLocks noGrp="1"/>
          </p:cNvSpPr>
          <p:nvPr>
            <p:ph type="body" sz="quarter" idx="14"/>
          </p:nvPr>
        </p:nvSpPr>
        <p:spPr/>
        <p:txBody>
          <a:bodyPr/>
          <a:lstStyle/>
          <a:p>
            <a:r>
              <a:t>All parameters written by HLC – no explicit commands</a:t>
            </a:r>
          </a:p>
        </p:txBody>
      </p:sp>
      <p:pic>
        <p:nvPicPr>
          <p:cNvPr id="8" name="Content Placeholder 7" descr="A diagram of a diagram&#10;&#10;AI-generated content may be incorrect.">
            <a:extLst>
              <a:ext uri="{FF2B5EF4-FFF2-40B4-BE49-F238E27FC236}">
                <a16:creationId xmlns:a16="http://schemas.microsoft.com/office/drawing/2014/main" id="{0C56E929-4EAA-2217-2A14-B62B13610673}"/>
              </a:ext>
            </a:extLst>
          </p:cNvPr>
          <p:cNvPicPr>
            <a:picLocks noGrp="1" noChangeAspect="1"/>
          </p:cNvPicPr>
          <p:nvPr>
            <p:ph sz="quarter" idx="18"/>
          </p:nvPr>
        </p:nvPicPr>
        <p:blipFill>
          <a:blip r:embed="rId3">
            <a:extLst>
              <a:ext uri="{BEBA8EAE-BF5A-486C-A8C5-ECC9F3942E4B}">
                <a14:imgProps xmlns:a14="http://schemas.microsoft.com/office/drawing/2010/main">
                  <a14:imgLayer r:embed="rId4">
                    <a14:imgEffect>
                      <a14:brightnessContrast bright="13000" contrast="66000"/>
                    </a14:imgEffect>
                  </a14:imgLayer>
                </a14:imgProps>
              </a:ext>
              <a:ext uri="{28A0092B-C50C-407E-A947-70E740481C1C}">
                <a14:useLocalDpi xmlns:a14="http://schemas.microsoft.com/office/drawing/2010/main" val="0"/>
              </a:ext>
            </a:extLst>
          </a:blip>
          <a:srcRect l="5177" t="15936" r="5641" b="6005"/>
          <a:stretch>
            <a:fillRect/>
          </a:stretch>
        </p:blipFill>
        <p:spPr>
          <a:xfrm>
            <a:off x="695325" y="1731145"/>
            <a:ext cx="6254976" cy="4106185"/>
          </a:xfrm>
        </p:spPr>
      </p:pic>
      <p:sp>
        <p:nvSpPr>
          <p:cNvPr id="9" name="Content Placeholder 3">
            <a:extLst>
              <a:ext uri="{FF2B5EF4-FFF2-40B4-BE49-F238E27FC236}">
                <a16:creationId xmlns:a16="http://schemas.microsoft.com/office/drawing/2014/main" id="{C9D998C6-217C-4EB2-D93D-8A57C12BDCCE}"/>
              </a:ext>
            </a:extLst>
          </p:cNvPr>
          <p:cNvSpPr txBox="1">
            <a:spLocks/>
          </p:cNvSpPr>
          <p:nvPr/>
        </p:nvSpPr>
        <p:spPr>
          <a:xfrm>
            <a:off x="7709359" y="2164589"/>
            <a:ext cx="3156909" cy="2135781"/>
          </a:xfrm>
          <a:prstGeom prst="rect">
            <a:avLst/>
          </a:prstGeom>
        </p:spPr>
        <p:txBody>
          <a:bodyPr vert="horz" lIns="0" tIns="0" rIns="0" bIns="0" rtlCol="0">
            <a:noAutofit/>
          </a:bodyPr>
          <a:lstStyle>
            <a:lvl1pPr marL="146050" indent="-146050" algn="l" defTabSz="914400" rtl="0" eaLnBrk="1" latinLnBrk="0" hangingPunct="1">
              <a:lnSpc>
                <a:spcPct val="110000"/>
              </a:lnSpc>
              <a:spcBef>
                <a:spcPts val="600"/>
              </a:spcBef>
              <a:buFont typeface="Arial" panose="020B0604020202020204" pitchFamily="34" charset="0"/>
              <a:buChar char="•"/>
              <a:defRPr sz="1600" kern="1200">
                <a:solidFill>
                  <a:schemeClr val="tx1"/>
                </a:solidFill>
                <a:latin typeface="+mn-lt"/>
                <a:ea typeface="+mn-ea"/>
                <a:cs typeface="+mn-cs"/>
              </a:defRPr>
            </a:lvl1pPr>
            <a:lvl2pPr marL="334963" indent="-180975"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2pPr>
            <a:lvl3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3pPr>
            <a:lvl4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4pPr>
            <a:lvl5pPr marL="498475" indent="-158750" algn="l" defTabSz="914400" rtl="0" eaLnBrk="1" latinLnBrk="0" hangingPunct="1">
              <a:lnSpc>
                <a:spcPct val="110000"/>
              </a:lnSpc>
              <a:spcBef>
                <a:spcPts val="6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dirty="0"/>
              <a:t>LLC settings</a:t>
            </a:r>
          </a:p>
          <a:p>
            <a:pPr lvl="1"/>
            <a:r>
              <a:rPr lang="en-US" dirty="0"/>
              <a:t>FiO2</a:t>
            </a:r>
          </a:p>
          <a:p>
            <a:pPr lvl="1"/>
            <a:r>
              <a:rPr lang="en-US" dirty="0" err="1"/>
              <a:t>PawSet</a:t>
            </a:r>
            <a:endParaRPr lang="en-US" dirty="0"/>
          </a:p>
          <a:p>
            <a:pPr lvl="1"/>
            <a:r>
              <a:rPr lang="en-US" dirty="0" err="1"/>
              <a:t>FlowSet</a:t>
            </a:r>
            <a:endParaRPr lang="en-US" dirty="0"/>
          </a:p>
          <a:p>
            <a:pPr lvl="1"/>
            <a:endParaRPr lang="en-US" dirty="0"/>
          </a:p>
          <a:p>
            <a:pPr lvl="1"/>
            <a:r>
              <a:rPr lang="en-US" dirty="0"/>
              <a:t>Flow/Press Trigger</a:t>
            </a:r>
          </a:p>
          <a:p>
            <a:pPr lvl="1"/>
            <a:r>
              <a:rPr lang="en-US" dirty="0" err="1"/>
              <a:t>FlowBias</a:t>
            </a:r>
            <a:endParaRPr lang="en-US" dirty="0"/>
          </a:p>
        </p:txBody>
      </p:sp>
    </p:spTree>
    <p:extLst>
      <p:ext uri="{BB962C8B-B14F-4D97-AF65-F5344CB8AC3E}">
        <p14:creationId xmlns:p14="http://schemas.microsoft.com/office/powerpoint/2010/main" val="24645890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LLC – Breathing Phase States</a:t>
            </a:r>
          </a:p>
        </p:txBody>
      </p:sp>
      <p:sp>
        <p:nvSpPr>
          <p:cNvPr id="3" name="Text Placeholder 2"/>
          <p:cNvSpPr>
            <a:spLocks noGrp="1"/>
          </p:cNvSpPr>
          <p:nvPr>
            <p:ph type="body" sz="quarter" idx="14"/>
          </p:nvPr>
        </p:nvSpPr>
        <p:spPr/>
        <p:txBody>
          <a:bodyPr/>
          <a:lstStyle/>
          <a:p>
            <a:r>
              <a:rPr lang="en-US" noProof="0" dirty="0"/>
              <a:t>Two alternating states controlled by setpoints and triggers</a:t>
            </a:r>
          </a:p>
        </p:txBody>
      </p:sp>
      <p:sp>
        <p:nvSpPr>
          <p:cNvPr id="4" name="Content Placeholder 3"/>
          <p:cNvSpPr>
            <a:spLocks noGrp="1"/>
          </p:cNvSpPr>
          <p:nvPr>
            <p:ph sz="quarter" idx="19"/>
          </p:nvPr>
        </p:nvSpPr>
        <p:spPr>
          <a:xfrm>
            <a:off x="696000" y="1773238"/>
            <a:ext cx="5219326" cy="2273417"/>
          </a:xfrm>
        </p:spPr>
        <p:txBody>
          <a:bodyPr/>
          <a:lstStyle/>
          <a:p>
            <a:r>
              <a:rPr lang="en-US" b="1" noProof="0" dirty="0"/>
              <a:t>Insufflation</a:t>
            </a:r>
          </a:p>
          <a:p>
            <a:pPr lvl="1"/>
            <a:r>
              <a:rPr lang="en-US" noProof="0" dirty="0"/>
              <a:t>Controls airway pressure by inspiratory flow control using FiO2, </a:t>
            </a:r>
            <a:r>
              <a:rPr lang="en-US" noProof="0" dirty="0" err="1"/>
              <a:t>PawSet</a:t>
            </a:r>
            <a:r>
              <a:rPr lang="en-US" noProof="0" dirty="0"/>
              <a:t> and max flow limit</a:t>
            </a:r>
          </a:p>
          <a:p>
            <a:pPr lvl="2"/>
            <a:r>
              <a:rPr lang="en-US" noProof="0" dirty="0"/>
              <a:t>Delivers pressure/flow to patient</a:t>
            </a:r>
          </a:p>
          <a:p>
            <a:pPr lvl="2"/>
            <a:r>
              <a:rPr lang="en-US" noProof="0" dirty="0"/>
              <a:t>Maintains target inspiratory pressure given a set flow limitation</a:t>
            </a:r>
          </a:p>
          <a:p>
            <a:pPr lvl="2"/>
            <a:r>
              <a:rPr lang="en-US" noProof="0" dirty="0"/>
              <a:t>Controls flow using O₂ and Air flow controllers</a:t>
            </a:r>
          </a:p>
          <a:p>
            <a:pPr lvl="1"/>
            <a:r>
              <a:rPr lang="en-US" noProof="0" dirty="0"/>
              <a:t>(Exp valve could be used for pressure limitation)</a:t>
            </a:r>
          </a:p>
        </p:txBody>
      </p:sp>
      <p:sp>
        <p:nvSpPr>
          <p:cNvPr id="5" name="Content Placeholder 4"/>
          <p:cNvSpPr>
            <a:spLocks noGrp="1"/>
          </p:cNvSpPr>
          <p:nvPr>
            <p:ph sz="quarter" idx="20"/>
          </p:nvPr>
        </p:nvSpPr>
        <p:spPr>
          <a:xfrm>
            <a:off x="6277349" y="1773238"/>
            <a:ext cx="5219326" cy="2692230"/>
          </a:xfrm>
        </p:spPr>
        <p:txBody>
          <a:bodyPr/>
          <a:lstStyle/>
          <a:p>
            <a:r>
              <a:rPr lang="en-US" b="1" noProof="0" dirty="0"/>
              <a:t>Exsufflation (Expiration)</a:t>
            </a:r>
          </a:p>
          <a:p>
            <a:pPr lvl="1"/>
            <a:r>
              <a:rPr lang="en-US" noProof="0" dirty="0"/>
              <a:t>Controls airway pressure using expiratory valve and bias flow</a:t>
            </a:r>
          </a:p>
          <a:p>
            <a:pPr lvl="2"/>
            <a:r>
              <a:rPr lang="en-US" noProof="0" dirty="0"/>
              <a:t>Releases pressure/flow from patient</a:t>
            </a:r>
          </a:p>
          <a:p>
            <a:pPr lvl="2"/>
            <a:r>
              <a:rPr lang="en-US" noProof="0" dirty="0"/>
              <a:t>Controls pressure using expiratory valve</a:t>
            </a:r>
          </a:p>
          <a:p>
            <a:pPr lvl="2"/>
            <a:r>
              <a:rPr lang="en-US" noProof="0" dirty="0"/>
              <a:t>Maintains PEEP (baseline pressure)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8"/>
          </p:nvPr>
        </p:nvSpPr>
        <p:spPr/>
        <p:txBody>
          <a:bodyPr/>
          <a:lstStyle/>
          <a:p>
            <a:r>
              <a:rPr dirty="0" err="1"/>
              <a:t>FiO</a:t>
            </a:r>
            <a:r>
              <a:rPr dirty="0"/>
              <a:t>₂ – Fraction of inspired oxygen (0.21 – 1.0)</a:t>
            </a:r>
          </a:p>
          <a:p>
            <a:r>
              <a:rPr lang="sv-SE" dirty="0"/>
              <a:t>Set </a:t>
            </a:r>
            <a:r>
              <a:rPr lang="sv-SE" dirty="0" err="1"/>
              <a:t>Airway</a:t>
            </a:r>
            <a:r>
              <a:rPr lang="sv-SE" dirty="0"/>
              <a:t> </a:t>
            </a:r>
            <a:r>
              <a:rPr dirty="0"/>
              <a:t>Pressure – Target during insufflation</a:t>
            </a:r>
            <a:endParaRPr lang="sv-SE" dirty="0"/>
          </a:p>
          <a:p>
            <a:r>
              <a:rPr lang="en-US" dirty="0"/>
              <a:t>Max Inspiratory Flow – Maximum allowed inspiratory flow</a:t>
            </a:r>
          </a:p>
          <a:p>
            <a:endParaRPr lang="sv-SE" dirty="0"/>
          </a:p>
          <a:p>
            <a:r>
              <a:rPr lang="sv-SE" dirty="0"/>
              <a:t>Set </a:t>
            </a:r>
            <a:r>
              <a:rPr lang="sv-SE" dirty="0" err="1"/>
              <a:t>Airway</a:t>
            </a:r>
            <a:r>
              <a:rPr lang="sv-SE" dirty="0"/>
              <a:t> </a:t>
            </a:r>
            <a:r>
              <a:rPr lang="sv-SE" dirty="0" err="1"/>
              <a:t>Pressure</a:t>
            </a:r>
            <a:r>
              <a:rPr dirty="0"/>
              <a:t> (</a:t>
            </a:r>
            <a:r>
              <a:rPr lang="sv-SE" dirty="0" err="1"/>
              <a:t>derived</a:t>
            </a:r>
            <a:r>
              <a:rPr lang="sv-SE" dirty="0"/>
              <a:t> from </a:t>
            </a:r>
            <a:r>
              <a:rPr dirty="0"/>
              <a:t>PEEP</a:t>
            </a:r>
            <a:r>
              <a:rPr lang="sv-SE" dirty="0"/>
              <a:t> by HLC</a:t>
            </a:r>
            <a:r>
              <a:rPr dirty="0"/>
              <a:t>) – Target during exsufflation</a:t>
            </a:r>
          </a:p>
          <a:p>
            <a:r>
              <a:rPr dirty="0"/>
              <a:t>Bias Flow – Continuous flow during exsufflation</a:t>
            </a:r>
          </a:p>
          <a:p>
            <a:endParaRPr lang="sv-SE" dirty="0"/>
          </a:p>
          <a:p>
            <a:r>
              <a:rPr dirty="0"/>
              <a:t>Flow</a:t>
            </a:r>
            <a:r>
              <a:rPr lang="sv-SE" dirty="0"/>
              <a:t>/</a:t>
            </a:r>
            <a:r>
              <a:rPr lang="sv-SE" dirty="0" err="1"/>
              <a:t>Pressure</a:t>
            </a:r>
            <a:r>
              <a:rPr lang="sv-SE" dirty="0"/>
              <a:t> </a:t>
            </a:r>
            <a:r>
              <a:rPr dirty="0"/>
              <a:t>Trigger Threshold</a:t>
            </a:r>
            <a:r>
              <a:rPr lang="sv-SE" dirty="0"/>
              <a:t>s</a:t>
            </a:r>
            <a:r>
              <a:rPr dirty="0"/>
              <a:t> – Detects patient effort</a:t>
            </a:r>
            <a:endParaRPr lang="sv-SE" dirty="0"/>
          </a:p>
          <a:p>
            <a:endParaRPr lang="sv-SE" dirty="0"/>
          </a:p>
          <a:p>
            <a:endParaRPr lang="sv-SE" dirty="0"/>
          </a:p>
          <a:p>
            <a:r>
              <a:rPr lang="sv-SE" dirty="0" err="1"/>
              <a:t>There</a:t>
            </a:r>
            <a:r>
              <a:rPr lang="sv-SE" dirty="0"/>
              <a:t> </a:t>
            </a:r>
            <a:r>
              <a:rPr lang="sv-SE" dirty="0" err="1"/>
              <a:t>might</a:t>
            </a:r>
            <a:r>
              <a:rPr lang="sv-SE" dirty="0"/>
              <a:t> be a </a:t>
            </a:r>
            <a:r>
              <a:rPr lang="sv-SE" dirty="0" err="1"/>
              <a:t>separate</a:t>
            </a:r>
            <a:r>
              <a:rPr lang="sv-SE" dirty="0"/>
              <a:t> absolute </a:t>
            </a:r>
            <a:r>
              <a:rPr lang="sv-SE" dirty="0" err="1"/>
              <a:t>pressure</a:t>
            </a:r>
            <a:r>
              <a:rPr lang="sv-SE" dirty="0"/>
              <a:t> limit </a:t>
            </a:r>
            <a:r>
              <a:rPr lang="sv-SE" dirty="0" err="1"/>
              <a:t>forcing</a:t>
            </a:r>
            <a:r>
              <a:rPr lang="sv-SE" dirty="0"/>
              <a:t> =&gt; </a:t>
            </a:r>
            <a:r>
              <a:rPr lang="sv-SE" dirty="0" err="1"/>
              <a:t>Exsufflation</a:t>
            </a:r>
            <a:r>
              <a:rPr lang="sv-SE" dirty="0"/>
              <a:t> </a:t>
            </a:r>
            <a:r>
              <a:rPr lang="sv-SE" dirty="0" err="1"/>
              <a:t>state</a:t>
            </a:r>
            <a:endParaRPr dirty="0"/>
          </a:p>
        </p:txBody>
      </p:sp>
      <p:sp>
        <p:nvSpPr>
          <p:cNvPr id="3" name="Title 2"/>
          <p:cNvSpPr>
            <a:spLocks noGrp="1"/>
          </p:cNvSpPr>
          <p:nvPr>
            <p:ph type="title"/>
          </p:nvPr>
        </p:nvSpPr>
        <p:spPr/>
        <p:txBody>
          <a:bodyPr/>
          <a:lstStyle/>
          <a:p>
            <a:r>
              <a:t>LLC – Parameters (Set by HLC)</a:t>
            </a:r>
          </a:p>
        </p:txBody>
      </p:sp>
      <p:sp>
        <p:nvSpPr>
          <p:cNvPr id="4" name="Text Placeholder 3"/>
          <p:cNvSpPr>
            <a:spLocks noGrp="1"/>
          </p:cNvSpPr>
          <p:nvPr>
            <p:ph type="body" sz="quarter" idx="14"/>
          </p:nvPr>
        </p:nvSpPr>
        <p:spPr/>
        <p:txBody>
          <a:bodyPr/>
          <a:lstStyle/>
          <a:p>
            <a:r>
              <a:t>All parameters written by HLC – no explicit commands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LLC – Transitions &amp; Communication</a:t>
            </a:r>
          </a:p>
        </p:txBody>
      </p:sp>
      <p:sp>
        <p:nvSpPr>
          <p:cNvPr id="3" name="Text Placeholder 2"/>
          <p:cNvSpPr>
            <a:spLocks noGrp="1"/>
          </p:cNvSpPr>
          <p:nvPr>
            <p:ph type="body" sz="quarter" idx="14"/>
          </p:nvPr>
        </p:nvSpPr>
        <p:spPr/>
        <p:txBody>
          <a:bodyPr/>
          <a:lstStyle/>
          <a:p>
            <a:r>
              <a:t>Purely reactive controller – no explicit commands from HLC</a:t>
            </a:r>
          </a:p>
        </p:txBody>
      </p:sp>
      <p:sp>
        <p:nvSpPr>
          <p:cNvPr id="4" name="Content Placeholder 3"/>
          <p:cNvSpPr>
            <a:spLocks noGrp="1"/>
          </p:cNvSpPr>
          <p:nvPr>
            <p:ph sz="quarter" idx="19"/>
          </p:nvPr>
        </p:nvSpPr>
        <p:spPr/>
        <p:txBody>
          <a:bodyPr/>
          <a:lstStyle/>
          <a:p>
            <a:r>
              <a:rPr b="1" dirty="0"/>
              <a:t>State Transitions</a:t>
            </a:r>
          </a:p>
          <a:p>
            <a:pPr lvl="1"/>
            <a:r>
              <a:rPr b="1" dirty="0"/>
              <a:t>Patient Effort Detection</a:t>
            </a:r>
          </a:p>
          <a:p>
            <a:pPr lvl="2"/>
            <a:r>
              <a:rPr dirty="0"/>
              <a:t>Monitors flow &amp; pressure vs trigger thresholds</a:t>
            </a:r>
          </a:p>
          <a:p>
            <a:pPr lvl="2"/>
            <a:r>
              <a:rPr dirty="0"/>
              <a:t>Inspiratory effort → triggers insufflation</a:t>
            </a:r>
          </a:p>
          <a:p>
            <a:pPr lvl="2"/>
            <a:r>
              <a:rPr dirty="0"/>
              <a:t>Expiratory effort → triggers exsufflation</a:t>
            </a:r>
          </a:p>
          <a:p>
            <a:pPr lvl="1"/>
            <a:r>
              <a:rPr b="1" dirty="0"/>
              <a:t>Setpoint-Induced Transitions</a:t>
            </a:r>
          </a:p>
          <a:p>
            <a:pPr lvl="2"/>
            <a:r>
              <a:rPr dirty="0"/>
              <a:t>HLC modifies setpoints → trigger criteria fulfilled</a:t>
            </a:r>
            <a:endParaRPr lang="sv-SE" dirty="0"/>
          </a:p>
          <a:p>
            <a:pPr lvl="2"/>
            <a:r>
              <a:rPr lang="sv-SE" dirty="0"/>
              <a:t>Patient </a:t>
            </a:r>
            <a:endParaRPr dirty="0"/>
          </a:p>
          <a:p>
            <a:pPr lvl="2"/>
            <a:r>
              <a:rPr dirty="0"/>
              <a:t>Example: HLC sets PEEP</a:t>
            </a:r>
            <a:r>
              <a:rPr lang="sv-SE" dirty="0"/>
              <a:t> = 5</a:t>
            </a:r>
            <a:r>
              <a:rPr dirty="0"/>
              <a:t> </a:t>
            </a:r>
            <a:r>
              <a:rPr dirty="0" err="1"/>
              <a:t>cmH₂O</a:t>
            </a:r>
            <a:r>
              <a:rPr dirty="0"/>
              <a:t> → LLC shifts to exsufflation</a:t>
            </a:r>
          </a:p>
        </p:txBody>
      </p:sp>
      <p:sp>
        <p:nvSpPr>
          <p:cNvPr id="5" name="Content Placeholder 4"/>
          <p:cNvSpPr>
            <a:spLocks noGrp="1"/>
          </p:cNvSpPr>
          <p:nvPr>
            <p:ph sz="quarter" idx="20"/>
          </p:nvPr>
        </p:nvSpPr>
        <p:spPr/>
        <p:txBody>
          <a:bodyPr/>
          <a:lstStyle/>
          <a:p>
            <a:r>
              <a:rPr b="1"/>
              <a:t>Signals to HLC</a:t>
            </a:r>
          </a:p>
          <a:p>
            <a:pPr lvl="1"/>
            <a:r>
              <a:t>State change events (insuff ↔ exsuff)</a:t>
            </a:r>
          </a:p>
          <a:p>
            <a:pPr lvl="1"/>
            <a:r>
              <a:t>Measured tidal volume (integrated flow)</a:t>
            </a:r>
          </a:p>
          <a:p>
            <a:pPr lvl="1"/>
            <a:r>
              <a:t>Pressure limit events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BE58D-BF11-283A-DF72-953254ADCE1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87E744-4879-415C-13F0-78F6A721B4CA}"/>
              </a:ext>
            </a:extLst>
          </p:cNvPr>
          <p:cNvSpPr>
            <a:spLocks noGrp="1"/>
          </p:cNvSpPr>
          <p:nvPr>
            <p:ph sz="quarter" idx="18"/>
          </p:nvPr>
        </p:nvSpPr>
        <p:spPr/>
        <p:txBody>
          <a:bodyPr/>
          <a:lstStyle/>
          <a:p>
            <a:r>
              <a:rPr lang="sv-SE" dirty="0" err="1"/>
              <a:t>Pressure</a:t>
            </a:r>
            <a:r>
              <a:rPr lang="sv-SE" dirty="0"/>
              <a:t> support </a:t>
            </a:r>
            <a:r>
              <a:rPr lang="sv-SE" dirty="0" err="1"/>
              <a:t>cycle</a:t>
            </a:r>
            <a:r>
              <a:rPr lang="sv-SE" dirty="0"/>
              <a:t> off</a:t>
            </a:r>
          </a:p>
          <a:p>
            <a:r>
              <a:rPr lang="sv-SE" dirty="0"/>
              <a:t>B2B </a:t>
            </a:r>
            <a:r>
              <a:rPr lang="sv-SE" dirty="0" err="1"/>
              <a:t>tidal</a:t>
            </a:r>
            <a:r>
              <a:rPr lang="sv-SE" dirty="0"/>
              <a:t> </a:t>
            </a:r>
            <a:r>
              <a:rPr lang="sv-SE" dirty="0" err="1"/>
              <a:t>volume</a:t>
            </a:r>
            <a:r>
              <a:rPr lang="sv-SE" dirty="0"/>
              <a:t> </a:t>
            </a:r>
            <a:r>
              <a:rPr lang="sv-SE" dirty="0" err="1"/>
              <a:t>control</a:t>
            </a:r>
            <a:endParaRPr lang="sv-SE" dirty="0"/>
          </a:p>
          <a:p>
            <a:r>
              <a:rPr lang="sv-SE" dirty="0"/>
              <a:t>UI parameter </a:t>
            </a:r>
            <a:r>
              <a:rPr lang="sv-SE" dirty="0" err="1"/>
              <a:t>equation</a:t>
            </a:r>
            <a:r>
              <a:rPr lang="sv-SE" dirty="0"/>
              <a:t> </a:t>
            </a:r>
            <a:r>
              <a:rPr lang="sv-SE" dirty="0" err="1"/>
              <a:t>solving</a:t>
            </a:r>
            <a:endParaRPr dirty="0"/>
          </a:p>
        </p:txBody>
      </p:sp>
      <p:sp>
        <p:nvSpPr>
          <p:cNvPr id="3" name="Title 2">
            <a:extLst>
              <a:ext uri="{FF2B5EF4-FFF2-40B4-BE49-F238E27FC236}">
                <a16:creationId xmlns:a16="http://schemas.microsoft.com/office/drawing/2014/main" id="{9907EA22-019E-B356-3830-C967A2FE256F}"/>
              </a:ext>
            </a:extLst>
          </p:cNvPr>
          <p:cNvSpPr>
            <a:spLocks noGrp="1"/>
          </p:cNvSpPr>
          <p:nvPr>
            <p:ph type="title"/>
          </p:nvPr>
        </p:nvSpPr>
        <p:spPr/>
        <p:txBody>
          <a:bodyPr/>
          <a:lstStyle/>
          <a:p>
            <a:r>
              <a:rPr lang="sv-SE" dirty="0"/>
              <a:t>OK, </a:t>
            </a:r>
            <a:r>
              <a:rPr lang="sv-SE" dirty="0" err="1"/>
              <a:t>todays</a:t>
            </a:r>
            <a:r>
              <a:rPr lang="sv-SE" dirty="0"/>
              <a:t> presentation </a:t>
            </a:r>
            <a:r>
              <a:rPr lang="sv-SE" dirty="0" err="1"/>
              <a:t>will</a:t>
            </a:r>
            <a:r>
              <a:rPr lang="sv-SE" dirty="0"/>
              <a:t> </a:t>
            </a:r>
            <a:r>
              <a:rPr lang="sv-SE" dirty="0" err="1"/>
              <a:t>likely</a:t>
            </a:r>
            <a:r>
              <a:rPr lang="sv-SE" dirty="0"/>
              <a:t> not touch:</a:t>
            </a:r>
            <a:endParaRPr dirty="0"/>
          </a:p>
        </p:txBody>
      </p:sp>
      <p:sp>
        <p:nvSpPr>
          <p:cNvPr id="4" name="Text Placeholder 3">
            <a:extLst>
              <a:ext uri="{FF2B5EF4-FFF2-40B4-BE49-F238E27FC236}">
                <a16:creationId xmlns:a16="http://schemas.microsoft.com/office/drawing/2014/main" id="{F7846C64-0B68-D9E8-524F-B3EE85F79BFD}"/>
              </a:ext>
            </a:extLst>
          </p:cNvPr>
          <p:cNvSpPr>
            <a:spLocks noGrp="1"/>
          </p:cNvSpPr>
          <p:nvPr>
            <p:ph type="body" sz="quarter" idx="14"/>
          </p:nvPr>
        </p:nvSpPr>
        <p:spPr/>
        <p:txBody>
          <a:bodyPr/>
          <a:lstStyle/>
          <a:p>
            <a:endParaRPr dirty="0"/>
          </a:p>
        </p:txBody>
      </p:sp>
    </p:spTree>
    <p:extLst>
      <p:ext uri="{BB962C8B-B14F-4D97-AF65-F5344CB8AC3E}">
        <p14:creationId xmlns:p14="http://schemas.microsoft.com/office/powerpoint/2010/main" val="39757732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Layer 3</a:t>
            </a:r>
          </a:p>
        </p:txBody>
      </p:sp>
      <p:sp>
        <p:nvSpPr>
          <p:cNvPr id="3" name="Text Placeholder 2"/>
          <p:cNvSpPr>
            <a:spLocks noGrp="1"/>
          </p:cNvSpPr>
          <p:nvPr>
            <p:ph type="body" idx="1"/>
          </p:nvPr>
        </p:nvSpPr>
        <p:spPr/>
        <p:txBody>
          <a:bodyPr/>
          <a:lstStyle/>
          <a:p>
            <a:r>
              <a:rPr dirty="0"/>
              <a:t>High-Level Controller (HLC)</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87680"/>
            <a:ext cx="5486400" cy="609600"/>
          </a:xfrm>
          <a:prstGeom prst="rect">
            <a:avLst/>
          </a:prstGeom>
          <a:noFill/>
          <a:ln/>
        </p:spPr>
        <p:txBody>
          <a:bodyPr wrap="square" rtlCol="0" anchor="ctr"/>
          <a:lstStyle/>
          <a:p>
            <a:r>
              <a:rPr lang="en-US" sz="2400" b="1" dirty="0">
                <a:solidFill>
                  <a:schemeClr val="tx2"/>
                </a:solidFill>
                <a:latin typeface="+mj-lt"/>
                <a:ea typeface="+mj-ea"/>
                <a:cs typeface="+mj-cs"/>
              </a:rPr>
              <a:t>Layer 3: High-Level Controller, HLC</a:t>
            </a:r>
          </a:p>
        </p:txBody>
      </p:sp>
      <p:sp>
        <p:nvSpPr>
          <p:cNvPr id="3" name="Text 1"/>
          <p:cNvSpPr/>
          <p:nvPr/>
        </p:nvSpPr>
        <p:spPr>
          <a:xfrm>
            <a:off x="609600" y="1097280"/>
            <a:ext cx="10972800" cy="365760"/>
          </a:xfrm>
          <a:prstGeom prst="rect">
            <a:avLst/>
          </a:prstGeom>
          <a:noFill/>
          <a:ln/>
        </p:spPr>
        <p:txBody>
          <a:bodyPr wrap="square" rtlCol="0" anchor="ctr"/>
          <a:lstStyle/>
          <a:p>
            <a:r>
              <a:rPr lang="en-US" sz="2000" dirty="0"/>
              <a:t>8-State Sequential State Machine</a:t>
            </a:r>
          </a:p>
        </p:txBody>
      </p:sp>
      <p:sp>
        <p:nvSpPr>
          <p:cNvPr id="4" name="Text 2"/>
          <p:cNvSpPr/>
          <p:nvPr/>
        </p:nvSpPr>
        <p:spPr>
          <a:xfrm>
            <a:off x="1188425" y="1707886"/>
            <a:ext cx="4876800" cy="365760"/>
          </a:xfrm>
          <a:prstGeom prst="rect">
            <a:avLst/>
          </a:prstGeom>
          <a:noFill/>
          <a:ln/>
        </p:spPr>
        <p:txBody>
          <a:bodyPr wrap="square" rtlCol="0" anchor="ctr"/>
          <a:lstStyle/>
          <a:p>
            <a:r>
              <a:rPr lang="en-US" sz="2133" b="1" dirty="0">
                <a:solidFill>
                  <a:srgbClr val="1E2761"/>
                </a:solidFill>
              </a:rPr>
              <a:t>Inspiration Sequence</a:t>
            </a:r>
            <a:endParaRPr lang="en-US" sz="2133" dirty="0"/>
          </a:p>
        </p:txBody>
      </p:sp>
      <p:sp>
        <p:nvSpPr>
          <p:cNvPr id="5" name="Shape 3"/>
          <p:cNvSpPr/>
          <p:nvPr/>
        </p:nvSpPr>
        <p:spPr>
          <a:xfrm>
            <a:off x="1188426" y="2195566"/>
            <a:ext cx="3330310" cy="731520"/>
          </a:xfrm>
          <a:prstGeom prst="rect">
            <a:avLst/>
          </a:prstGeom>
          <a:solidFill>
            <a:srgbClr val="3B82F6"/>
          </a:solidFill>
          <a:ln w="12700">
            <a:solidFill>
              <a:srgbClr val="1E2761"/>
            </a:solidFill>
            <a:prstDash val="solid"/>
          </a:ln>
        </p:spPr>
        <p:txBody>
          <a:bodyPr/>
          <a:lstStyle/>
          <a:p>
            <a:endParaRPr lang="sv-SE" sz="2400"/>
          </a:p>
        </p:txBody>
      </p:sp>
      <p:sp>
        <p:nvSpPr>
          <p:cNvPr id="6" name="Text 4"/>
          <p:cNvSpPr/>
          <p:nvPr/>
        </p:nvSpPr>
        <p:spPr>
          <a:xfrm>
            <a:off x="1310345" y="2256526"/>
            <a:ext cx="4632960" cy="304800"/>
          </a:xfrm>
          <a:prstGeom prst="rect">
            <a:avLst/>
          </a:prstGeom>
          <a:noFill/>
          <a:ln/>
        </p:spPr>
        <p:txBody>
          <a:bodyPr wrap="square" rtlCol="0" anchor="ctr"/>
          <a:lstStyle/>
          <a:p>
            <a:r>
              <a:rPr lang="en-US" sz="1733" b="1" dirty="0">
                <a:solidFill>
                  <a:srgbClr val="FFFFFF"/>
                </a:solidFill>
              </a:rPr>
              <a:t>1. Non-triggerable</a:t>
            </a:r>
            <a:endParaRPr lang="en-US" sz="1733" dirty="0"/>
          </a:p>
        </p:txBody>
      </p:sp>
      <p:sp>
        <p:nvSpPr>
          <p:cNvPr id="7" name="Text 5"/>
          <p:cNvSpPr/>
          <p:nvPr/>
        </p:nvSpPr>
        <p:spPr>
          <a:xfrm>
            <a:off x="1310345" y="2561326"/>
            <a:ext cx="4632960" cy="304800"/>
          </a:xfrm>
          <a:prstGeom prst="rect">
            <a:avLst/>
          </a:prstGeom>
          <a:noFill/>
          <a:ln/>
        </p:spPr>
        <p:txBody>
          <a:bodyPr wrap="square" rtlCol="0" anchor="ctr"/>
          <a:lstStyle/>
          <a:p>
            <a:r>
              <a:rPr lang="en-US" sz="1467" dirty="0">
                <a:solidFill>
                  <a:srgbClr val="FFFFFF"/>
                </a:solidFill>
              </a:rPr>
              <a:t>Fixed mandatory breath</a:t>
            </a:r>
            <a:endParaRPr lang="en-US" sz="1467" dirty="0"/>
          </a:p>
        </p:txBody>
      </p:sp>
      <p:sp>
        <p:nvSpPr>
          <p:cNvPr id="9" name="Shape 7"/>
          <p:cNvSpPr/>
          <p:nvPr/>
        </p:nvSpPr>
        <p:spPr>
          <a:xfrm>
            <a:off x="1188426" y="3170926"/>
            <a:ext cx="3330310" cy="731520"/>
          </a:xfrm>
          <a:prstGeom prst="rect">
            <a:avLst/>
          </a:prstGeom>
          <a:solidFill>
            <a:srgbClr val="3B82F6"/>
          </a:solidFill>
          <a:ln w="12700">
            <a:solidFill>
              <a:srgbClr val="1E2761"/>
            </a:solidFill>
            <a:prstDash val="solid"/>
          </a:ln>
        </p:spPr>
        <p:txBody>
          <a:bodyPr/>
          <a:lstStyle/>
          <a:p>
            <a:endParaRPr lang="sv-SE" sz="2400"/>
          </a:p>
        </p:txBody>
      </p:sp>
      <p:sp>
        <p:nvSpPr>
          <p:cNvPr id="10" name="Text 8"/>
          <p:cNvSpPr/>
          <p:nvPr/>
        </p:nvSpPr>
        <p:spPr>
          <a:xfrm>
            <a:off x="1310345" y="3231886"/>
            <a:ext cx="4632960" cy="304800"/>
          </a:xfrm>
          <a:prstGeom prst="rect">
            <a:avLst/>
          </a:prstGeom>
          <a:noFill/>
          <a:ln/>
        </p:spPr>
        <p:txBody>
          <a:bodyPr wrap="square" rtlCol="0" anchor="ctr"/>
          <a:lstStyle/>
          <a:p>
            <a:r>
              <a:rPr lang="en-US" sz="1733" b="1" dirty="0">
                <a:solidFill>
                  <a:srgbClr val="FFFFFF"/>
                </a:solidFill>
              </a:rPr>
              <a:t>2. Support</a:t>
            </a:r>
            <a:endParaRPr lang="en-US" sz="1733" dirty="0"/>
          </a:p>
        </p:txBody>
      </p:sp>
      <p:sp>
        <p:nvSpPr>
          <p:cNvPr id="11" name="Text 9"/>
          <p:cNvSpPr/>
          <p:nvPr/>
        </p:nvSpPr>
        <p:spPr>
          <a:xfrm>
            <a:off x="1310345" y="3536686"/>
            <a:ext cx="4632960" cy="304800"/>
          </a:xfrm>
          <a:prstGeom prst="rect">
            <a:avLst/>
          </a:prstGeom>
          <a:noFill/>
          <a:ln/>
        </p:spPr>
        <p:txBody>
          <a:bodyPr wrap="square" rtlCol="0" anchor="ctr"/>
          <a:lstStyle/>
          <a:p>
            <a:r>
              <a:rPr lang="en-US" sz="1467" dirty="0">
                <a:solidFill>
                  <a:srgbClr val="FFFFFF"/>
                </a:solidFill>
              </a:rPr>
              <a:t>Patient can trigger pressure support</a:t>
            </a:r>
            <a:endParaRPr lang="en-US" sz="1467" dirty="0"/>
          </a:p>
        </p:txBody>
      </p:sp>
      <p:sp>
        <p:nvSpPr>
          <p:cNvPr id="13" name="Shape 11"/>
          <p:cNvSpPr/>
          <p:nvPr/>
        </p:nvSpPr>
        <p:spPr>
          <a:xfrm>
            <a:off x="1188426" y="4146286"/>
            <a:ext cx="3330310" cy="731520"/>
          </a:xfrm>
          <a:prstGeom prst="rect">
            <a:avLst/>
          </a:prstGeom>
          <a:solidFill>
            <a:srgbClr val="3B82F6"/>
          </a:solidFill>
          <a:ln w="12700">
            <a:solidFill>
              <a:srgbClr val="1E2761"/>
            </a:solidFill>
            <a:prstDash val="solid"/>
          </a:ln>
        </p:spPr>
        <p:txBody>
          <a:bodyPr/>
          <a:lstStyle/>
          <a:p>
            <a:endParaRPr lang="sv-SE" sz="2400"/>
          </a:p>
        </p:txBody>
      </p:sp>
      <p:sp>
        <p:nvSpPr>
          <p:cNvPr id="14" name="Text 12"/>
          <p:cNvSpPr/>
          <p:nvPr/>
        </p:nvSpPr>
        <p:spPr>
          <a:xfrm>
            <a:off x="1310345" y="4207246"/>
            <a:ext cx="4632960" cy="304800"/>
          </a:xfrm>
          <a:prstGeom prst="rect">
            <a:avLst/>
          </a:prstGeom>
          <a:noFill/>
          <a:ln/>
        </p:spPr>
        <p:txBody>
          <a:bodyPr wrap="square" rtlCol="0" anchor="ctr"/>
          <a:lstStyle/>
          <a:p>
            <a:r>
              <a:rPr lang="en-US" sz="1733" b="1" dirty="0">
                <a:solidFill>
                  <a:srgbClr val="FFFFFF"/>
                </a:solidFill>
              </a:rPr>
              <a:t>3. Synch</a:t>
            </a:r>
            <a:endParaRPr lang="en-US" sz="1733" dirty="0"/>
          </a:p>
        </p:txBody>
      </p:sp>
      <p:sp>
        <p:nvSpPr>
          <p:cNvPr id="15" name="Text 13"/>
          <p:cNvSpPr/>
          <p:nvPr/>
        </p:nvSpPr>
        <p:spPr>
          <a:xfrm>
            <a:off x="1310345" y="4512046"/>
            <a:ext cx="4632960" cy="304800"/>
          </a:xfrm>
          <a:prstGeom prst="rect">
            <a:avLst/>
          </a:prstGeom>
          <a:noFill/>
          <a:ln/>
        </p:spPr>
        <p:txBody>
          <a:bodyPr wrap="square" rtlCol="0" anchor="ctr"/>
          <a:lstStyle/>
          <a:p>
            <a:r>
              <a:rPr lang="en-US" sz="1467" dirty="0">
                <a:solidFill>
                  <a:srgbClr val="FFFFFF"/>
                </a:solidFill>
              </a:rPr>
              <a:t>Patient-synchronized transition</a:t>
            </a:r>
            <a:endParaRPr lang="en-US" sz="1467" dirty="0"/>
          </a:p>
        </p:txBody>
      </p:sp>
      <p:grpSp>
        <p:nvGrpSpPr>
          <p:cNvPr id="44" name="Group 43">
            <a:extLst>
              <a:ext uri="{FF2B5EF4-FFF2-40B4-BE49-F238E27FC236}">
                <a16:creationId xmlns:a16="http://schemas.microsoft.com/office/drawing/2014/main" id="{FC2D5DCA-B174-BDDE-1A74-7F2A88E36DA4}"/>
              </a:ext>
            </a:extLst>
          </p:cNvPr>
          <p:cNvGrpSpPr/>
          <p:nvPr/>
        </p:nvGrpSpPr>
        <p:grpSpPr>
          <a:xfrm>
            <a:off x="2648496" y="2951470"/>
            <a:ext cx="365760" cy="2133600"/>
            <a:chOff x="2648498" y="2950464"/>
            <a:chExt cx="365760" cy="2133600"/>
          </a:xfrm>
        </p:grpSpPr>
        <p:sp>
          <p:nvSpPr>
            <p:cNvPr id="8" name="Shape 6"/>
            <p:cNvSpPr/>
            <p:nvPr/>
          </p:nvSpPr>
          <p:spPr>
            <a:xfrm>
              <a:off x="2648498" y="2950464"/>
              <a:ext cx="365760" cy="182880"/>
            </a:xfrm>
            <a:prstGeom prst="downArrow">
              <a:avLst/>
            </a:prstGeom>
            <a:solidFill>
              <a:srgbClr val="1E2761"/>
            </a:solidFill>
            <a:ln/>
          </p:spPr>
          <p:txBody>
            <a:bodyPr/>
            <a:lstStyle/>
            <a:p>
              <a:endParaRPr lang="sv-SE" sz="2400"/>
            </a:p>
          </p:txBody>
        </p:sp>
        <p:sp>
          <p:nvSpPr>
            <p:cNvPr id="12" name="Shape 10"/>
            <p:cNvSpPr/>
            <p:nvPr/>
          </p:nvSpPr>
          <p:spPr>
            <a:xfrm>
              <a:off x="2648498" y="3925824"/>
              <a:ext cx="365760" cy="182880"/>
            </a:xfrm>
            <a:prstGeom prst="downArrow">
              <a:avLst/>
            </a:prstGeom>
            <a:solidFill>
              <a:srgbClr val="1E2761"/>
            </a:solidFill>
            <a:ln/>
          </p:spPr>
          <p:txBody>
            <a:bodyPr/>
            <a:lstStyle/>
            <a:p>
              <a:endParaRPr lang="sv-SE" sz="2400"/>
            </a:p>
          </p:txBody>
        </p:sp>
        <p:sp>
          <p:nvSpPr>
            <p:cNvPr id="16" name="Shape 14"/>
            <p:cNvSpPr/>
            <p:nvPr/>
          </p:nvSpPr>
          <p:spPr>
            <a:xfrm>
              <a:off x="2648498" y="4901184"/>
              <a:ext cx="365760" cy="182880"/>
            </a:xfrm>
            <a:prstGeom prst="downArrow">
              <a:avLst/>
            </a:prstGeom>
            <a:solidFill>
              <a:srgbClr val="1E2761"/>
            </a:solidFill>
            <a:ln/>
          </p:spPr>
          <p:txBody>
            <a:bodyPr/>
            <a:lstStyle/>
            <a:p>
              <a:endParaRPr lang="sv-SE" sz="2400"/>
            </a:p>
          </p:txBody>
        </p:sp>
      </p:grpSp>
      <p:sp>
        <p:nvSpPr>
          <p:cNvPr id="17" name="Shape 15"/>
          <p:cNvSpPr/>
          <p:nvPr/>
        </p:nvSpPr>
        <p:spPr>
          <a:xfrm>
            <a:off x="1188426" y="5121646"/>
            <a:ext cx="3330310" cy="731520"/>
          </a:xfrm>
          <a:prstGeom prst="rect">
            <a:avLst/>
          </a:prstGeom>
          <a:solidFill>
            <a:srgbClr val="3B82F6"/>
          </a:solidFill>
          <a:ln w="12700">
            <a:solidFill>
              <a:srgbClr val="1E2761"/>
            </a:solidFill>
            <a:prstDash val="solid"/>
          </a:ln>
        </p:spPr>
        <p:txBody>
          <a:bodyPr/>
          <a:lstStyle/>
          <a:p>
            <a:endParaRPr lang="sv-SE" sz="2400"/>
          </a:p>
        </p:txBody>
      </p:sp>
      <p:sp>
        <p:nvSpPr>
          <p:cNvPr id="18" name="Text 16"/>
          <p:cNvSpPr/>
          <p:nvPr/>
        </p:nvSpPr>
        <p:spPr>
          <a:xfrm>
            <a:off x="1310345" y="5182606"/>
            <a:ext cx="4632960" cy="304800"/>
          </a:xfrm>
          <a:prstGeom prst="rect">
            <a:avLst/>
          </a:prstGeom>
          <a:noFill/>
          <a:ln/>
        </p:spPr>
        <p:txBody>
          <a:bodyPr wrap="square" rtlCol="0" anchor="ctr"/>
          <a:lstStyle/>
          <a:p>
            <a:r>
              <a:rPr lang="en-US" sz="1733" b="1" dirty="0">
                <a:solidFill>
                  <a:srgbClr val="FFFFFF"/>
                </a:solidFill>
              </a:rPr>
              <a:t>4. Pause</a:t>
            </a:r>
            <a:endParaRPr lang="en-US" sz="1733" dirty="0"/>
          </a:p>
        </p:txBody>
      </p:sp>
      <p:sp>
        <p:nvSpPr>
          <p:cNvPr id="19" name="Text 17"/>
          <p:cNvSpPr/>
          <p:nvPr/>
        </p:nvSpPr>
        <p:spPr>
          <a:xfrm>
            <a:off x="1310345" y="5487406"/>
            <a:ext cx="4632960" cy="304800"/>
          </a:xfrm>
          <a:prstGeom prst="rect">
            <a:avLst/>
          </a:prstGeom>
          <a:noFill/>
          <a:ln/>
        </p:spPr>
        <p:txBody>
          <a:bodyPr wrap="square" rtlCol="0" anchor="ctr"/>
          <a:lstStyle/>
          <a:p>
            <a:r>
              <a:rPr lang="en-US" sz="1467" dirty="0">
                <a:solidFill>
                  <a:srgbClr val="FFFFFF"/>
                </a:solidFill>
              </a:rPr>
              <a:t>Inspiratory plateau</a:t>
            </a:r>
            <a:endParaRPr lang="en-US" sz="1467" dirty="0"/>
          </a:p>
        </p:txBody>
      </p:sp>
      <p:sp>
        <p:nvSpPr>
          <p:cNvPr id="20" name="Text 18"/>
          <p:cNvSpPr/>
          <p:nvPr/>
        </p:nvSpPr>
        <p:spPr>
          <a:xfrm>
            <a:off x="6038002" y="1707886"/>
            <a:ext cx="2963958" cy="365760"/>
          </a:xfrm>
          <a:prstGeom prst="rect">
            <a:avLst/>
          </a:prstGeom>
          <a:noFill/>
          <a:ln/>
        </p:spPr>
        <p:txBody>
          <a:bodyPr wrap="square" rtlCol="0" anchor="ctr"/>
          <a:lstStyle/>
          <a:p>
            <a:r>
              <a:rPr lang="en-US" sz="2133" b="1" dirty="0">
                <a:solidFill>
                  <a:srgbClr val="1E2761"/>
                </a:solidFill>
              </a:rPr>
              <a:t>Expiration Sequence</a:t>
            </a:r>
            <a:endParaRPr lang="en-US" sz="2133" dirty="0"/>
          </a:p>
        </p:txBody>
      </p:sp>
      <p:grpSp>
        <p:nvGrpSpPr>
          <p:cNvPr id="38" name="Group 37">
            <a:extLst>
              <a:ext uri="{FF2B5EF4-FFF2-40B4-BE49-F238E27FC236}">
                <a16:creationId xmlns:a16="http://schemas.microsoft.com/office/drawing/2014/main" id="{BCC3D99D-9423-E83C-64E6-E3B78D2012CD}"/>
              </a:ext>
            </a:extLst>
          </p:cNvPr>
          <p:cNvGrpSpPr/>
          <p:nvPr/>
        </p:nvGrpSpPr>
        <p:grpSpPr>
          <a:xfrm>
            <a:off x="6038002" y="5156152"/>
            <a:ext cx="4268976" cy="731520"/>
            <a:chOff x="4483823" y="2042160"/>
            <a:chExt cx="4754880" cy="731520"/>
          </a:xfrm>
        </p:grpSpPr>
        <p:sp>
          <p:nvSpPr>
            <p:cNvPr id="21" name="Shape 19"/>
            <p:cNvSpPr/>
            <p:nvPr/>
          </p:nvSpPr>
          <p:spPr>
            <a:xfrm>
              <a:off x="4483823" y="2042160"/>
              <a:ext cx="3461108" cy="731520"/>
            </a:xfrm>
            <a:prstGeom prst="rect">
              <a:avLst/>
            </a:prstGeom>
            <a:solidFill>
              <a:srgbClr val="CADCFC"/>
            </a:solidFill>
            <a:ln w="12700">
              <a:solidFill>
                <a:srgbClr val="1E2761"/>
              </a:solidFill>
              <a:prstDash val="solid"/>
            </a:ln>
          </p:spPr>
          <p:txBody>
            <a:bodyPr/>
            <a:lstStyle/>
            <a:p>
              <a:endParaRPr lang="sv-SE" sz="2400"/>
            </a:p>
          </p:txBody>
        </p:sp>
        <p:sp>
          <p:nvSpPr>
            <p:cNvPr id="22" name="Text 20"/>
            <p:cNvSpPr/>
            <p:nvPr/>
          </p:nvSpPr>
          <p:spPr>
            <a:xfrm>
              <a:off x="4605743" y="2103120"/>
              <a:ext cx="4632960" cy="304800"/>
            </a:xfrm>
            <a:prstGeom prst="rect">
              <a:avLst/>
            </a:prstGeom>
            <a:noFill/>
            <a:ln/>
          </p:spPr>
          <p:txBody>
            <a:bodyPr wrap="square" rtlCol="0" anchor="ctr"/>
            <a:lstStyle/>
            <a:p>
              <a:r>
                <a:rPr lang="en-US" sz="1733" b="1" dirty="0">
                  <a:solidFill>
                    <a:srgbClr val="1E2761"/>
                  </a:solidFill>
                </a:rPr>
                <a:t>5. Non-triggerable</a:t>
              </a:r>
              <a:endParaRPr lang="en-US" sz="1733" dirty="0"/>
            </a:p>
          </p:txBody>
        </p:sp>
        <p:sp>
          <p:nvSpPr>
            <p:cNvPr id="23" name="Text 21"/>
            <p:cNvSpPr/>
            <p:nvPr/>
          </p:nvSpPr>
          <p:spPr>
            <a:xfrm>
              <a:off x="4605743" y="2407920"/>
              <a:ext cx="4632960" cy="304800"/>
            </a:xfrm>
            <a:prstGeom prst="rect">
              <a:avLst/>
            </a:prstGeom>
            <a:noFill/>
            <a:ln/>
          </p:spPr>
          <p:txBody>
            <a:bodyPr wrap="square" rtlCol="0" anchor="ctr"/>
            <a:lstStyle/>
            <a:p>
              <a:r>
                <a:rPr lang="en-US" sz="1467" dirty="0">
                  <a:solidFill>
                    <a:srgbClr val="4B5563"/>
                  </a:solidFill>
                </a:rPr>
                <a:t>Fixed expiration phase</a:t>
              </a:r>
              <a:endParaRPr lang="en-US" sz="1467" dirty="0"/>
            </a:p>
          </p:txBody>
        </p:sp>
      </p:grpSp>
      <p:grpSp>
        <p:nvGrpSpPr>
          <p:cNvPr id="41" name="Group 40">
            <a:extLst>
              <a:ext uri="{FF2B5EF4-FFF2-40B4-BE49-F238E27FC236}">
                <a16:creationId xmlns:a16="http://schemas.microsoft.com/office/drawing/2014/main" id="{5B6608EA-D6A8-D550-5025-E5E6F9417F6A}"/>
              </a:ext>
            </a:extLst>
          </p:cNvPr>
          <p:cNvGrpSpPr/>
          <p:nvPr/>
        </p:nvGrpSpPr>
        <p:grpSpPr>
          <a:xfrm>
            <a:off x="6038002" y="4140190"/>
            <a:ext cx="4268976" cy="731520"/>
            <a:chOff x="6339840" y="3169920"/>
            <a:chExt cx="4754880" cy="731520"/>
          </a:xfrm>
        </p:grpSpPr>
        <p:sp>
          <p:nvSpPr>
            <p:cNvPr id="25" name="Shape 23"/>
            <p:cNvSpPr/>
            <p:nvPr/>
          </p:nvSpPr>
          <p:spPr>
            <a:xfrm>
              <a:off x="6339840" y="3169920"/>
              <a:ext cx="3461108" cy="731520"/>
            </a:xfrm>
            <a:prstGeom prst="rect">
              <a:avLst/>
            </a:prstGeom>
            <a:solidFill>
              <a:srgbClr val="CADCFC"/>
            </a:solidFill>
            <a:ln w="12700">
              <a:solidFill>
                <a:srgbClr val="1E2761"/>
              </a:solidFill>
              <a:prstDash val="solid"/>
            </a:ln>
          </p:spPr>
          <p:txBody>
            <a:bodyPr/>
            <a:lstStyle/>
            <a:p>
              <a:endParaRPr lang="sv-SE" sz="2400"/>
            </a:p>
          </p:txBody>
        </p:sp>
        <p:sp>
          <p:nvSpPr>
            <p:cNvPr id="26" name="Text 24"/>
            <p:cNvSpPr/>
            <p:nvPr/>
          </p:nvSpPr>
          <p:spPr>
            <a:xfrm>
              <a:off x="6461760" y="3230880"/>
              <a:ext cx="4632960" cy="304800"/>
            </a:xfrm>
            <a:prstGeom prst="rect">
              <a:avLst/>
            </a:prstGeom>
            <a:noFill/>
            <a:ln/>
          </p:spPr>
          <p:txBody>
            <a:bodyPr wrap="square" rtlCol="0" anchor="ctr"/>
            <a:lstStyle/>
            <a:p>
              <a:r>
                <a:rPr lang="en-US" sz="1733" b="1" dirty="0">
                  <a:solidFill>
                    <a:srgbClr val="1E2761"/>
                  </a:solidFill>
                </a:rPr>
                <a:t>6. Support</a:t>
              </a:r>
              <a:endParaRPr lang="en-US" sz="1733" dirty="0"/>
            </a:p>
          </p:txBody>
        </p:sp>
        <p:sp>
          <p:nvSpPr>
            <p:cNvPr id="27" name="Text 25"/>
            <p:cNvSpPr/>
            <p:nvPr/>
          </p:nvSpPr>
          <p:spPr>
            <a:xfrm>
              <a:off x="6461760" y="3535680"/>
              <a:ext cx="4632960" cy="304800"/>
            </a:xfrm>
            <a:prstGeom prst="rect">
              <a:avLst/>
            </a:prstGeom>
            <a:noFill/>
            <a:ln/>
          </p:spPr>
          <p:txBody>
            <a:bodyPr wrap="square" rtlCol="0" anchor="ctr"/>
            <a:lstStyle/>
            <a:p>
              <a:r>
                <a:rPr lang="en-US" sz="1467" dirty="0">
                  <a:solidFill>
                    <a:srgbClr val="4B5563"/>
                  </a:solidFill>
                </a:rPr>
                <a:t>Patient can trigger support</a:t>
              </a:r>
              <a:endParaRPr lang="en-US" sz="1467" dirty="0"/>
            </a:p>
          </p:txBody>
        </p:sp>
      </p:grpSp>
      <p:grpSp>
        <p:nvGrpSpPr>
          <p:cNvPr id="42" name="Group 41">
            <a:extLst>
              <a:ext uri="{FF2B5EF4-FFF2-40B4-BE49-F238E27FC236}">
                <a16:creationId xmlns:a16="http://schemas.microsoft.com/office/drawing/2014/main" id="{DFD3985D-4F34-55BC-C0D2-28BA7B1C9651}"/>
              </a:ext>
            </a:extLst>
          </p:cNvPr>
          <p:cNvGrpSpPr/>
          <p:nvPr/>
        </p:nvGrpSpPr>
        <p:grpSpPr>
          <a:xfrm>
            <a:off x="6038002" y="3170926"/>
            <a:ext cx="4268976" cy="731520"/>
            <a:chOff x="6339840" y="4145280"/>
            <a:chExt cx="4754880" cy="731520"/>
          </a:xfrm>
        </p:grpSpPr>
        <p:sp>
          <p:nvSpPr>
            <p:cNvPr id="29" name="Shape 27"/>
            <p:cNvSpPr/>
            <p:nvPr/>
          </p:nvSpPr>
          <p:spPr>
            <a:xfrm>
              <a:off x="6339840" y="4145280"/>
              <a:ext cx="3461108" cy="731520"/>
            </a:xfrm>
            <a:prstGeom prst="rect">
              <a:avLst/>
            </a:prstGeom>
            <a:solidFill>
              <a:srgbClr val="CADCFC"/>
            </a:solidFill>
            <a:ln w="12700">
              <a:solidFill>
                <a:srgbClr val="1E2761"/>
              </a:solidFill>
              <a:prstDash val="solid"/>
            </a:ln>
          </p:spPr>
          <p:txBody>
            <a:bodyPr/>
            <a:lstStyle/>
            <a:p>
              <a:endParaRPr lang="sv-SE" sz="2400"/>
            </a:p>
          </p:txBody>
        </p:sp>
        <p:sp>
          <p:nvSpPr>
            <p:cNvPr id="30" name="Text 28"/>
            <p:cNvSpPr/>
            <p:nvPr/>
          </p:nvSpPr>
          <p:spPr>
            <a:xfrm>
              <a:off x="6461760" y="4206240"/>
              <a:ext cx="4632960" cy="304800"/>
            </a:xfrm>
            <a:prstGeom prst="rect">
              <a:avLst/>
            </a:prstGeom>
            <a:noFill/>
            <a:ln/>
          </p:spPr>
          <p:txBody>
            <a:bodyPr wrap="square" rtlCol="0" anchor="ctr"/>
            <a:lstStyle/>
            <a:p>
              <a:r>
                <a:rPr lang="en-US" sz="1733" b="1" dirty="0">
                  <a:solidFill>
                    <a:srgbClr val="1E2761"/>
                  </a:solidFill>
                </a:rPr>
                <a:t>7. Synch</a:t>
              </a:r>
              <a:endParaRPr lang="en-US" sz="1733" dirty="0"/>
            </a:p>
          </p:txBody>
        </p:sp>
        <p:sp>
          <p:nvSpPr>
            <p:cNvPr id="31" name="Text 29"/>
            <p:cNvSpPr/>
            <p:nvPr/>
          </p:nvSpPr>
          <p:spPr>
            <a:xfrm>
              <a:off x="6461760" y="4511040"/>
              <a:ext cx="4632960" cy="304800"/>
            </a:xfrm>
            <a:prstGeom prst="rect">
              <a:avLst/>
            </a:prstGeom>
            <a:noFill/>
            <a:ln/>
          </p:spPr>
          <p:txBody>
            <a:bodyPr wrap="square" rtlCol="0" anchor="ctr"/>
            <a:lstStyle/>
            <a:p>
              <a:r>
                <a:rPr lang="en-US" sz="1467" dirty="0">
                  <a:solidFill>
                    <a:srgbClr val="4B5563"/>
                  </a:solidFill>
                </a:rPr>
                <a:t>Patient-synchronized transition</a:t>
              </a:r>
              <a:endParaRPr lang="en-US" sz="1467" dirty="0"/>
            </a:p>
          </p:txBody>
        </p:sp>
      </p:grpSp>
      <p:grpSp>
        <p:nvGrpSpPr>
          <p:cNvPr id="43" name="Group 42">
            <a:extLst>
              <a:ext uri="{FF2B5EF4-FFF2-40B4-BE49-F238E27FC236}">
                <a16:creationId xmlns:a16="http://schemas.microsoft.com/office/drawing/2014/main" id="{402FCA7D-DF27-FC3A-0020-5A85AF048D4A}"/>
              </a:ext>
            </a:extLst>
          </p:cNvPr>
          <p:cNvGrpSpPr/>
          <p:nvPr/>
        </p:nvGrpSpPr>
        <p:grpSpPr>
          <a:xfrm>
            <a:off x="7409301" y="2951470"/>
            <a:ext cx="365760" cy="2133600"/>
            <a:chOff x="8012978" y="2950464"/>
            <a:chExt cx="365760" cy="2133600"/>
          </a:xfrm>
        </p:grpSpPr>
        <p:sp>
          <p:nvSpPr>
            <p:cNvPr id="24" name="Shape 22"/>
            <p:cNvSpPr/>
            <p:nvPr/>
          </p:nvSpPr>
          <p:spPr>
            <a:xfrm rot="10800000">
              <a:off x="8012978" y="2950464"/>
              <a:ext cx="365760" cy="182880"/>
            </a:xfrm>
            <a:prstGeom prst="downArrow">
              <a:avLst/>
            </a:prstGeom>
            <a:solidFill>
              <a:srgbClr val="1E2761"/>
            </a:solidFill>
            <a:ln/>
          </p:spPr>
          <p:txBody>
            <a:bodyPr/>
            <a:lstStyle/>
            <a:p>
              <a:endParaRPr lang="sv-SE" sz="2400"/>
            </a:p>
          </p:txBody>
        </p:sp>
        <p:sp>
          <p:nvSpPr>
            <p:cNvPr id="28" name="Shape 26"/>
            <p:cNvSpPr/>
            <p:nvPr/>
          </p:nvSpPr>
          <p:spPr>
            <a:xfrm rot="10800000">
              <a:off x="8012978" y="3925824"/>
              <a:ext cx="365760" cy="182880"/>
            </a:xfrm>
            <a:prstGeom prst="downArrow">
              <a:avLst/>
            </a:prstGeom>
            <a:solidFill>
              <a:srgbClr val="1E2761"/>
            </a:solidFill>
            <a:ln/>
          </p:spPr>
          <p:txBody>
            <a:bodyPr/>
            <a:lstStyle/>
            <a:p>
              <a:endParaRPr lang="sv-SE" sz="2400"/>
            </a:p>
          </p:txBody>
        </p:sp>
        <p:sp>
          <p:nvSpPr>
            <p:cNvPr id="32" name="Shape 30"/>
            <p:cNvSpPr/>
            <p:nvPr/>
          </p:nvSpPr>
          <p:spPr>
            <a:xfrm rot="10800000">
              <a:off x="8012978" y="4901184"/>
              <a:ext cx="365760" cy="182880"/>
            </a:xfrm>
            <a:prstGeom prst="downArrow">
              <a:avLst/>
            </a:prstGeom>
            <a:solidFill>
              <a:srgbClr val="1E2761"/>
            </a:solidFill>
            <a:ln/>
          </p:spPr>
          <p:txBody>
            <a:bodyPr/>
            <a:lstStyle/>
            <a:p>
              <a:endParaRPr lang="sv-SE" sz="2400"/>
            </a:p>
          </p:txBody>
        </p:sp>
      </p:grpSp>
      <p:grpSp>
        <p:nvGrpSpPr>
          <p:cNvPr id="39" name="Group 38">
            <a:extLst>
              <a:ext uri="{FF2B5EF4-FFF2-40B4-BE49-F238E27FC236}">
                <a16:creationId xmlns:a16="http://schemas.microsoft.com/office/drawing/2014/main" id="{DA16ABF8-5905-BBD9-B343-826B87945401}"/>
              </a:ext>
            </a:extLst>
          </p:cNvPr>
          <p:cNvGrpSpPr/>
          <p:nvPr/>
        </p:nvGrpSpPr>
        <p:grpSpPr>
          <a:xfrm>
            <a:off x="6038002" y="2189470"/>
            <a:ext cx="4268976" cy="731520"/>
            <a:chOff x="6339840" y="5120640"/>
            <a:chExt cx="4754880" cy="731520"/>
          </a:xfrm>
        </p:grpSpPr>
        <p:sp>
          <p:nvSpPr>
            <p:cNvPr id="33" name="Shape 31"/>
            <p:cNvSpPr/>
            <p:nvPr/>
          </p:nvSpPr>
          <p:spPr>
            <a:xfrm>
              <a:off x="6339840" y="5120640"/>
              <a:ext cx="3461108" cy="731520"/>
            </a:xfrm>
            <a:prstGeom prst="rect">
              <a:avLst/>
            </a:prstGeom>
            <a:solidFill>
              <a:srgbClr val="CADCFC"/>
            </a:solidFill>
            <a:ln w="12700">
              <a:solidFill>
                <a:srgbClr val="1E2761"/>
              </a:solidFill>
              <a:prstDash val="solid"/>
            </a:ln>
          </p:spPr>
          <p:txBody>
            <a:bodyPr/>
            <a:lstStyle/>
            <a:p>
              <a:endParaRPr lang="sv-SE" sz="2400"/>
            </a:p>
          </p:txBody>
        </p:sp>
        <p:sp>
          <p:nvSpPr>
            <p:cNvPr id="34" name="Text 32"/>
            <p:cNvSpPr/>
            <p:nvPr/>
          </p:nvSpPr>
          <p:spPr>
            <a:xfrm>
              <a:off x="6461760" y="5181600"/>
              <a:ext cx="4632960" cy="304800"/>
            </a:xfrm>
            <a:prstGeom prst="rect">
              <a:avLst/>
            </a:prstGeom>
            <a:noFill/>
            <a:ln/>
          </p:spPr>
          <p:txBody>
            <a:bodyPr wrap="square" rtlCol="0" anchor="ctr"/>
            <a:lstStyle/>
            <a:p>
              <a:r>
                <a:rPr lang="en-US" sz="1733" b="1" dirty="0">
                  <a:solidFill>
                    <a:srgbClr val="1E2761"/>
                  </a:solidFill>
                </a:rPr>
                <a:t>8. Pause</a:t>
              </a:r>
              <a:endParaRPr lang="en-US" sz="1733" dirty="0"/>
            </a:p>
          </p:txBody>
        </p:sp>
        <p:sp>
          <p:nvSpPr>
            <p:cNvPr id="35" name="Text 33"/>
            <p:cNvSpPr/>
            <p:nvPr/>
          </p:nvSpPr>
          <p:spPr>
            <a:xfrm>
              <a:off x="6461760" y="5486400"/>
              <a:ext cx="4632960" cy="304800"/>
            </a:xfrm>
            <a:prstGeom prst="rect">
              <a:avLst/>
            </a:prstGeom>
            <a:noFill/>
            <a:ln/>
          </p:spPr>
          <p:txBody>
            <a:bodyPr wrap="square" rtlCol="0" anchor="ctr"/>
            <a:lstStyle/>
            <a:p>
              <a:r>
                <a:rPr lang="en-US" sz="1467" dirty="0">
                  <a:solidFill>
                    <a:srgbClr val="4B5563"/>
                  </a:solidFill>
                </a:rPr>
                <a:t>Expiratory pause</a:t>
              </a:r>
              <a:endParaRPr lang="en-US" sz="1467" dirty="0"/>
            </a:p>
          </p:txBody>
        </p:sp>
      </p:grpSp>
      <p:sp>
        <p:nvSpPr>
          <p:cNvPr id="36" name="Shape 34"/>
          <p:cNvSpPr/>
          <p:nvPr/>
        </p:nvSpPr>
        <p:spPr>
          <a:xfrm rot="16200000">
            <a:off x="4980524" y="5607106"/>
            <a:ext cx="518160" cy="1284895"/>
          </a:xfrm>
          <a:prstGeom prst="curvedRightArrow">
            <a:avLst/>
          </a:prstGeom>
          <a:solidFill>
            <a:srgbClr val="1E2761"/>
          </a:solidFill>
          <a:ln/>
        </p:spPr>
        <p:txBody>
          <a:bodyPr/>
          <a:lstStyle/>
          <a:p>
            <a:endParaRPr lang="sv-SE" sz="2400"/>
          </a:p>
        </p:txBody>
      </p:sp>
      <p:sp>
        <p:nvSpPr>
          <p:cNvPr id="37" name="Shape 34">
            <a:extLst>
              <a:ext uri="{FF2B5EF4-FFF2-40B4-BE49-F238E27FC236}">
                <a16:creationId xmlns:a16="http://schemas.microsoft.com/office/drawing/2014/main" id="{5D64958C-3792-8484-E46A-CB7724FFFDCE}"/>
              </a:ext>
            </a:extLst>
          </p:cNvPr>
          <p:cNvSpPr/>
          <p:nvPr/>
        </p:nvSpPr>
        <p:spPr>
          <a:xfrm rot="5400000">
            <a:off x="4980523" y="1080679"/>
            <a:ext cx="518160" cy="1284895"/>
          </a:xfrm>
          <a:prstGeom prst="curvedRightArrow">
            <a:avLst/>
          </a:prstGeom>
          <a:solidFill>
            <a:srgbClr val="1E2761"/>
          </a:solidFill>
          <a:ln/>
        </p:spPr>
        <p:txBody>
          <a:bodyPr/>
          <a:lstStyle/>
          <a:p>
            <a:endParaRPr lang="sv-SE" sz="24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HLC – 8-State Sequential Machine</a:t>
            </a:r>
          </a:p>
        </p:txBody>
      </p:sp>
      <p:sp>
        <p:nvSpPr>
          <p:cNvPr id="3" name="Text Placeholder 2"/>
          <p:cNvSpPr>
            <a:spLocks noGrp="1"/>
          </p:cNvSpPr>
          <p:nvPr>
            <p:ph type="body" sz="quarter" idx="14"/>
          </p:nvPr>
        </p:nvSpPr>
        <p:spPr/>
        <p:txBody>
          <a:bodyPr/>
          <a:lstStyle/>
          <a:p>
            <a:r>
              <a:rPr dirty="0"/>
              <a:t>Two phases × four states per phase</a:t>
            </a:r>
          </a:p>
        </p:txBody>
      </p:sp>
      <p:sp>
        <p:nvSpPr>
          <p:cNvPr id="4" name="Content Placeholder 3"/>
          <p:cNvSpPr>
            <a:spLocks noGrp="1"/>
          </p:cNvSpPr>
          <p:nvPr>
            <p:ph sz="quarter" idx="18"/>
          </p:nvPr>
        </p:nvSpPr>
        <p:spPr/>
        <p:txBody>
          <a:bodyPr/>
          <a:lstStyle/>
          <a:p>
            <a:r>
              <a:rPr b="1"/>
              <a:t>Inspiration Sequence</a:t>
            </a:r>
          </a:p>
          <a:p>
            <a:pPr lvl="1"/>
            <a:r>
              <a:t>1. Non-triggerable – Fixed inspiration, triggers ignored</a:t>
            </a:r>
          </a:p>
          <a:p>
            <a:pPr lvl="1"/>
            <a:r>
              <a:t>2. Support – Patient can trigger pressure support</a:t>
            </a:r>
          </a:p>
          <a:p>
            <a:pPr lvl="1"/>
            <a:r>
              <a:t>3. Synch – Patient-synchronized transition (default: 0)</a:t>
            </a:r>
          </a:p>
          <a:p>
            <a:pPr lvl="1"/>
            <a:r>
              <a:t>4. Pause – Inspiratory hold for plateau measurement</a:t>
            </a:r>
          </a:p>
          <a:p>
            <a:endParaRPr/>
          </a:p>
          <a:p>
            <a:r>
              <a:rPr b="1"/>
              <a:t>Expiration Sequence</a:t>
            </a:r>
          </a:p>
          <a:p>
            <a:pPr lvl="1"/>
            <a:r>
              <a:t>5. Non-triggerable – Fixed expiration, triggers ignored</a:t>
            </a:r>
          </a:p>
          <a:p>
            <a:pPr lvl="1"/>
            <a:r>
              <a:t>6. Support – Patient can trigger expiratory support (rare)</a:t>
            </a:r>
          </a:p>
          <a:p>
            <a:pPr lvl="1"/>
            <a:r>
              <a:t>7. Synch – Patient-synchronized transition (default: 0)</a:t>
            </a:r>
          </a:p>
          <a:p>
            <a:pPr lvl="1"/>
            <a:r>
              <a:t>8. Pause – Expiratory hold for measurements</a:t>
            </a:r>
          </a:p>
        </p:txBody>
      </p:sp>
    </p:spTree>
  </p:cSld>
  <p:clrMapOvr>
    <a:overrideClrMapping bg1="lt1" tx1="dk1" bg2="lt2" tx2="dk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8"/>
          </p:nvPr>
        </p:nvSpPr>
        <p:spPr/>
        <p:txBody>
          <a:bodyPr/>
          <a:lstStyle/>
          <a:p>
            <a:r>
              <a:rPr b="1" dirty="0"/>
              <a:t>1. Non-triggerable</a:t>
            </a:r>
          </a:p>
          <a:p>
            <a:pPr lvl="1"/>
            <a:r>
              <a:rPr dirty="0"/>
              <a:t>Delivers mandatory breath</a:t>
            </a:r>
          </a:p>
          <a:p>
            <a:pPr lvl="1"/>
            <a:r>
              <a:rPr dirty="0"/>
              <a:t>Patient triggers are ignored</a:t>
            </a:r>
          </a:p>
          <a:p>
            <a:pPr lvl="1"/>
            <a:r>
              <a:rPr dirty="0"/>
              <a:t>Duration set by timing parameters</a:t>
            </a:r>
          </a:p>
          <a:p>
            <a:r>
              <a:rPr b="1" dirty="0"/>
              <a:t>2. Support</a:t>
            </a:r>
          </a:p>
          <a:p>
            <a:pPr lvl="1"/>
            <a:r>
              <a:rPr dirty="0"/>
              <a:t>Patient can trigger additional inspiratory support pressure</a:t>
            </a:r>
          </a:p>
          <a:p>
            <a:pPr lvl="1"/>
            <a:r>
              <a:rPr dirty="0"/>
              <a:t>Allows patient to augment mechanical breath</a:t>
            </a:r>
          </a:p>
          <a:p>
            <a:r>
              <a:rPr b="1" dirty="0"/>
              <a:t>3. Synch (Synchronization)</a:t>
            </a:r>
          </a:p>
          <a:p>
            <a:pPr lvl="1"/>
            <a:r>
              <a:rPr dirty="0"/>
              <a:t>LLC exsufflation signal → HLC advances to Pause</a:t>
            </a:r>
          </a:p>
          <a:p>
            <a:pPr lvl="1"/>
            <a:r>
              <a:rPr dirty="0"/>
              <a:t>Allows patient to terminate inspiration</a:t>
            </a:r>
          </a:p>
          <a:p>
            <a:r>
              <a:rPr b="1" dirty="0"/>
              <a:t>4. Pause (Inspiratory Plateau)</a:t>
            </a:r>
          </a:p>
          <a:p>
            <a:pPr lvl="1"/>
            <a:r>
              <a:rPr dirty="0"/>
              <a:t>Holds delivered volume – no gas added or released</a:t>
            </a:r>
          </a:p>
          <a:p>
            <a:pPr lvl="1"/>
            <a:r>
              <a:rPr lang="sv-SE" dirty="0" err="1"/>
              <a:t>Can</a:t>
            </a:r>
            <a:r>
              <a:rPr lang="sv-SE" dirty="0"/>
              <a:t> be u</a:t>
            </a:r>
            <a:r>
              <a:rPr dirty="0"/>
              <a:t>sed for plateau pressure measurement</a:t>
            </a:r>
          </a:p>
        </p:txBody>
      </p:sp>
      <p:sp>
        <p:nvSpPr>
          <p:cNvPr id="3" name="Title 2"/>
          <p:cNvSpPr>
            <a:spLocks noGrp="1"/>
          </p:cNvSpPr>
          <p:nvPr>
            <p:ph type="title"/>
          </p:nvPr>
        </p:nvSpPr>
        <p:spPr/>
        <p:txBody>
          <a:bodyPr/>
          <a:lstStyle/>
          <a:p>
            <a:r>
              <a:t>HLC – Inspiration States</a:t>
            </a:r>
          </a:p>
        </p:txBody>
      </p:sp>
      <p:sp>
        <p:nvSpPr>
          <p:cNvPr id="4" name="Text Placeholder 3"/>
          <p:cNvSpPr>
            <a:spLocks noGrp="1"/>
          </p:cNvSpPr>
          <p:nvPr>
            <p:ph type="body" sz="quarter" idx="14"/>
          </p:nvPr>
        </p:nvSpPr>
        <p:spPr/>
        <p:txBody>
          <a:bodyPr/>
          <a:lstStyle/>
          <a:p>
            <a:r>
              <a:t>States 1–4 of the ventilation cycle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8"/>
          </p:nvPr>
        </p:nvSpPr>
        <p:spPr/>
        <p:txBody>
          <a:bodyPr/>
          <a:lstStyle/>
          <a:p>
            <a:r>
              <a:rPr b="1" dirty="0"/>
              <a:t>5. Non-triggerable</a:t>
            </a:r>
          </a:p>
          <a:p>
            <a:pPr lvl="1"/>
            <a:r>
              <a:rPr dirty="0"/>
              <a:t>Ensures minimum expiration time</a:t>
            </a:r>
          </a:p>
          <a:p>
            <a:pPr lvl="1"/>
            <a:r>
              <a:rPr dirty="0"/>
              <a:t>Patient triggers are ignored</a:t>
            </a:r>
          </a:p>
          <a:p>
            <a:r>
              <a:rPr b="1" dirty="0"/>
              <a:t>6. Support</a:t>
            </a:r>
          </a:p>
          <a:p>
            <a:pPr lvl="1"/>
            <a:r>
              <a:rPr dirty="0"/>
              <a:t>Patient can trigger expiratory support pressure</a:t>
            </a:r>
          </a:p>
          <a:p>
            <a:pPr lvl="1"/>
            <a:r>
              <a:rPr dirty="0"/>
              <a:t>Rare in typical ventilation modes</a:t>
            </a:r>
          </a:p>
          <a:p>
            <a:r>
              <a:rPr b="1" dirty="0"/>
              <a:t>7. Synch (Synchronization)</a:t>
            </a:r>
          </a:p>
          <a:p>
            <a:pPr lvl="1"/>
            <a:r>
              <a:rPr dirty="0"/>
              <a:t>LLC insufflation signal → HLC advances to Pause</a:t>
            </a:r>
          </a:p>
          <a:p>
            <a:pPr lvl="1"/>
            <a:r>
              <a:rPr dirty="0"/>
              <a:t>Allows patient to initiate next breath</a:t>
            </a:r>
          </a:p>
          <a:p>
            <a:r>
              <a:rPr b="1" dirty="0"/>
              <a:t>8. Pause (Expiratory)</a:t>
            </a:r>
          </a:p>
          <a:p>
            <a:pPr lvl="1"/>
            <a:r>
              <a:rPr dirty="0"/>
              <a:t>Maintains expiratory state</a:t>
            </a:r>
          </a:p>
          <a:p>
            <a:pPr lvl="1"/>
            <a:r>
              <a:rPr dirty="0"/>
              <a:t>Used for breath holds or measurements</a:t>
            </a:r>
          </a:p>
        </p:txBody>
      </p:sp>
      <p:sp>
        <p:nvSpPr>
          <p:cNvPr id="3" name="Title 2"/>
          <p:cNvSpPr>
            <a:spLocks noGrp="1"/>
          </p:cNvSpPr>
          <p:nvPr>
            <p:ph type="title"/>
          </p:nvPr>
        </p:nvSpPr>
        <p:spPr/>
        <p:txBody>
          <a:bodyPr/>
          <a:lstStyle/>
          <a:p>
            <a:r>
              <a:t>HLC – Expiration States</a:t>
            </a:r>
          </a:p>
        </p:txBody>
      </p:sp>
      <p:sp>
        <p:nvSpPr>
          <p:cNvPr id="4" name="Text Placeholder 3"/>
          <p:cNvSpPr>
            <a:spLocks noGrp="1"/>
          </p:cNvSpPr>
          <p:nvPr>
            <p:ph type="body" sz="quarter" idx="14"/>
          </p:nvPr>
        </p:nvSpPr>
        <p:spPr/>
        <p:txBody>
          <a:bodyPr/>
          <a:lstStyle/>
          <a:p>
            <a:r>
              <a:t>States 5–8 of the ventilation cycle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8"/>
          </p:nvPr>
        </p:nvSpPr>
        <p:spPr/>
        <p:txBody>
          <a:bodyPr/>
          <a:lstStyle/>
          <a:p>
            <a:r>
              <a:rPr b="1"/>
              <a:t>States advance based on:</a:t>
            </a:r>
          </a:p>
          <a:p>
            <a:pPr lvl="1"/>
            <a:r>
              <a:t>Time elapsed – each state has a pre-calculated absolute duration</a:t>
            </a:r>
          </a:p>
          <a:p>
            <a:pPr lvl="1"/>
            <a:r>
              <a:t>Zero-duration skipping – states with time = 0 are immediately skipped</a:t>
            </a:r>
          </a:p>
          <a:p>
            <a:pPr lvl="1"/>
            <a:r>
              <a:t>Patient synchronization – during Synch states, LLC signals trigger advance</a:t>
            </a:r>
          </a:p>
          <a:p>
            <a:pPr lvl="2"/>
            <a:r>
              <a:t>Insp Synch: LLC exsufflation signal → advance to Insp Pause</a:t>
            </a:r>
          </a:p>
          <a:p>
            <a:pPr lvl="2"/>
            <a:r>
              <a:t>Exp Synch: LLC insufflation signal → advance to Exp Pause</a:t>
            </a:r>
          </a:p>
          <a:p>
            <a:endParaRPr/>
          </a:p>
          <a:p>
            <a:r>
              <a:rPr b="1"/>
              <a:t>Key design principle</a:t>
            </a:r>
          </a:p>
          <a:p>
            <a:pPr lvl="1"/>
            <a:r>
              <a:t>The HLC operates exclusively on absolute times (ms/s)</a:t>
            </a:r>
          </a:p>
          <a:p>
            <a:pPr lvl="1"/>
            <a:r>
              <a:t>It does NOT interpret RR, I:E ratio, pause %, or any user parameters</a:t>
            </a:r>
          </a:p>
          <a:p>
            <a:pPr lvl="1"/>
            <a:r>
              <a:t>All parameter-to-time conversion is done by the UI Layer above</a:t>
            </a:r>
          </a:p>
        </p:txBody>
      </p:sp>
      <p:sp>
        <p:nvSpPr>
          <p:cNvPr id="3" name="Title 2"/>
          <p:cNvSpPr>
            <a:spLocks noGrp="1"/>
          </p:cNvSpPr>
          <p:nvPr>
            <p:ph type="title"/>
          </p:nvPr>
        </p:nvSpPr>
        <p:spPr/>
        <p:txBody>
          <a:bodyPr/>
          <a:lstStyle/>
          <a:p>
            <a:r>
              <a:t>HLC – State Transition Logic</a:t>
            </a:r>
          </a:p>
        </p:txBody>
      </p:sp>
      <p:sp>
        <p:nvSpPr>
          <p:cNvPr id="4" name="Text Placeholder 3"/>
          <p:cNvSpPr>
            <a:spLocks noGrp="1"/>
          </p:cNvSpPr>
          <p:nvPr>
            <p:ph type="body" sz="quarter" idx="14"/>
          </p:nvPr>
        </p:nvSpPr>
        <p:spPr/>
        <p:txBody>
          <a:bodyPr/>
          <a:lstStyle/>
          <a:p>
            <a:r>
              <a:t>Simple, deterministic transitions – no parameter interpretation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HLC – Timing Interface</a:t>
            </a:r>
          </a:p>
        </p:txBody>
      </p:sp>
      <p:sp>
        <p:nvSpPr>
          <p:cNvPr id="3" name="Text Placeholder 2"/>
          <p:cNvSpPr>
            <a:spLocks noGrp="1"/>
          </p:cNvSpPr>
          <p:nvPr>
            <p:ph type="body" sz="quarter" idx="14"/>
          </p:nvPr>
        </p:nvSpPr>
        <p:spPr/>
        <p:txBody>
          <a:bodyPr/>
          <a:lstStyle/>
          <a:p>
            <a:r>
              <a:t>Eight absolute durations – the only timing inputs to the HLC</a:t>
            </a:r>
          </a:p>
        </p:txBody>
      </p:sp>
      <p:sp>
        <p:nvSpPr>
          <p:cNvPr id="4" name="Content Placeholder 3"/>
          <p:cNvSpPr>
            <a:spLocks noGrp="1"/>
          </p:cNvSpPr>
          <p:nvPr>
            <p:ph sz="quarter" idx="18"/>
          </p:nvPr>
        </p:nvSpPr>
        <p:spPr/>
        <p:txBody>
          <a:bodyPr/>
          <a:lstStyle/>
          <a:p>
            <a:r>
              <a:rPr b="1"/>
              <a:t>Inspiration phase</a:t>
            </a:r>
          </a:p>
          <a:p>
            <a:pPr lvl="1"/>
            <a:r>
              <a:t>Time_Insp_NonTrig – Mandatory inspiration duration</a:t>
            </a:r>
          </a:p>
          <a:p>
            <a:pPr lvl="1"/>
            <a:r>
              <a:t>Time_Insp_Support – Inspiration support window</a:t>
            </a:r>
          </a:p>
          <a:p>
            <a:pPr lvl="1"/>
            <a:r>
              <a:t>Time_Insp_Synch – Max wait for patient-synchronized termination</a:t>
            </a:r>
          </a:p>
          <a:p>
            <a:pPr lvl="1"/>
            <a:r>
              <a:t>Time_Insp_Pause – Inspiratory pause / plateau hold</a:t>
            </a:r>
          </a:p>
          <a:p>
            <a:endParaRPr/>
          </a:p>
          <a:p>
            <a:r>
              <a:rPr b="1"/>
              <a:t>Expiration phase</a:t>
            </a:r>
          </a:p>
          <a:p>
            <a:pPr lvl="1"/>
            <a:r>
              <a:t>Time_Exp_NonTrig – Mandatory expiration duration</a:t>
            </a:r>
          </a:p>
          <a:p>
            <a:pPr lvl="1"/>
            <a:r>
              <a:t>Time_Exp_Support – Expiration support window</a:t>
            </a:r>
          </a:p>
          <a:p>
            <a:pPr lvl="1"/>
            <a:r>
              <a:t>Time_Exp_Synch – Max wait for patient-synchronized termination</a:t>
            </a:r>
          </a:p>
          <a:p>
            <a:pPr lvl="1"/>
            <a:r>
              <a:t>Time_Exp_Pause – Expiratory pause / hold</a:t>
            </a:r>
          </a:p>
          <a:p>
            <a:endParaRPr/>
          </a:p>
          <a:p>
            <a:r>
              <a:rPr b="1"/>
              <a:t>Sum of all 8 durations = one complete breathing cycle</a:t>
            </a:r>
          </a:p>
          <a:p>
            <a:pPr lvl="1"/>
            <a:r>
              <a:t>Active Insp. Time = NonTrig + Support + Synch (pause excluded for Vt calc)</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User Interface Layer</a:t>
            </a:r>
          </a:p>
        </p:txBody>
      </p:sp>
      <p:sp>
        <p:nvSpPr>
          <p:cNvPr id="3" name="Text Placeholder 2"/>
          <p:cNvSpPr>
            <a:spLocks noGrp="1"/>
          </p:cNvSpPr>
          <p:nvPr>
            <p:ph type="body" sz="quarter" idx="14"/>
          </p:nvPr>
        </p:nvSpPr>
        <p:spPr/>
        <p:txBody>
          <a:bodyPr/>
          <a:lstStyle/>
          <a:p>
            <a:r>
              <a:t>Translates clinician parameters into HLC absolute times</a:t>
            </a:r>
          </a:p>
        </p:txBody>
      </p:sp>
      <p:sp>
        <p:nvSpPr>
          <p:cNvPr id="4" name="Content Placeholder 3"/>
          <p:cNvSpPr>
            <a:spLocks noGrp="1"/>
          </p:cNvSpPr>
          <p:nvPr>
            <p:ph sz="quarter" idx="19"/>
          </p:nvPr>
        </p:nvSpPr>
        <p:spPr/>
        <p:txBody>
          <a:bodyPr/>
          <a:lstStyle/>
          <a:p>
            <a:r>
              <a:rPr b="1"/>
              <a:t>UI Layer accepts user parameters</a:t>
            </a:r>
          </a:p>
          <a:p>
            <a:pPr lvl="1"/>
            <a:r>
              <a:t>Respiratory Rate (RR)</a:t>
            </a:r>
          </a:p>
          <a:p>
            <a:pPr lvl="1"/>
            <a:r>
              <a:t>I:E Ratio</a:t>
            </a:r>
          </a:p>
          <a:p>
            <a:pPr lvl="1"/>
            <a:r>
              <a:t>Inspiratory Pause %</a:t>
            </a:r>
          </a:p>
          <a:p>
            <a:pPr lvl="1"/>
            <a:r>
              <a:t>Expiratory Pause %</a:t>
            </a:r>
          </a:p>
          <a:p>
            <a:pPr lvl="1"/>
            <a:r>
              <a:t>Non-triggerable / Support / Synch fractions</a:t>
            </a:r>
          </a:p>
          <a:p>
            <a:pPr lvl="1"/>
            <a:r>
              <a:t>Tidal Volume, FiO₂, pressures, etc.</a:t>
            </a:r>
          </a:p>
        </p:txBody>
      </p:sp>
      <p:sp>
        <p:nvSpPr>
          <p:cNvPr id="5" name="Content Placeholder 4"/>
          <p:cNvSpPr>
            <a:spLocks noGrp="1"/>
          </p:cNvSpPr>
          <p:nvPr>
            <p:ph sz="quarter" idx="20"/>
          </p:nvPr>
        </p:nvSpPr>
        <p:spPr/>
        <p:txBody>
          <a:bodyPr/>
          <a:lstStyle/>
          <a:p>
            <a:r>
              <a:rPr b="1"/>
              <a:t>UI Layer solves the equations</a:t>
            </a:r>
          </a:p>
          <a:p>
            <a:pPr lvl="1"/>
            <a:r>
              <a:t>Cycle Time = 60 / RR</a:t>
            </a:r>
          </a:p>
          <a:p>
            <a:pPr lvl="1"/>
            <a:r>
              <a:t>Insp Time = Cycle × I/(I+E)</a:t>
            </a:r>
          </a:p>
          <a:p>
            <a:pPr lvl="1"/>
            <a:r>
              <a:t>Exp Time = Cycle × E/(I+E)</a:t>
            </a:r>
          </a:p>
          <a:p>
            <a:pPr lvl="1"/>
            <a:r>
              <a:t>Distributes durations across 8 states</a:t>
            </a:r>
          </a:p>
          <a:p>
            <a:pPr lvl="1"/>
            <a:r>
              <a:t>Writes absolute times + setpoints to HLC</a:t>
            </a:r>
          </a:p>
          <a:p>
            <a:endParaRPr/>
          </a:p>
          <a:p>
            <a:r>
              <a:rPr b="1"/>
              <a:t>Benefit: different UIs (touchscreen, remote,</a:t>
            </a:r>
          </a:p>
          <a:p>
            <a:r>
              <a:t>automated protocols) share the same</a:t>
            </a:r>
          </a:p>
          <a:p>
            <a:r>
              <a:t>deterministic HLC interface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87680"/>
            <a:ext cx="10972800" cy="609600"/>
          </a:xfrm>
          <a:prstGeom prst="rect">
            <a:avLst/>
          </a:prstGeom>
          <a:noFill/>
          <a:ln/>
        </p:spPr>
        <p:txBody>
          <a:bodyPr wrap="square" rtlCol="0" anchor="ctr"/>
          <a:lstStyle/>
          <a:p>
            <a:r>
              <a:rPr lang="en-US" sz="4800" b="1" dirty="0">
                <a:solidFill>
                  <a:srgbClr val="1E2761"/>
                </a:solidFill>
                <a:latin typeface="Arial" pitchFamily="34" charset="0"/>
                <a:ea typeface="Arial" pitchFamily="34" charset="-122"/>
                <a:cs typeface="Arial" pitchFamily="34" charset="-120"/>
              </a:rPr>
              <a:t>Tidal Volume Control</a:t>
            </a:r>
            <a:endParaRPr lang="en-US" sz="4800" dirty="0"/>
          </a:p>
        </p:txBody>
      </p:sp>
      <p:sp>
        <p:nvSpPr>
          <p:cNvPr id="3" name="Shape 1"/>
          <p:cNvSpPr/>
          <p:nvPr/>
        </p:nvSpPr>
        <p:spPr>
          <a:xfrm>
            <a:off x="1828800" y="1584960"/>
            <a:ext cx="8534400" cy="1219200"/>
          </a:xfrm>
          <a:prstGeom prst="rect">
            <a:avLst/>
          </a:prstGeom>
          <a:solidFill>
            <a:srgbClr val="3B82F6"/>
          </a:solidFill>
          <a:ln w="25400">
            <a:solidFill>
              <a:srgbClr val="1E2761"/>
            </a:solidFill>
            <a:prstDash val="solid"/>
          </a:ln>
        </p:spPr>
        <p:txBody>
          <a:bodyPr/>
          <a:lstStyle/>
          <a:p>
            <a:endParaRPr lang="sv-SE" sz="2400"/>
          </a:p>
        </p:txBody>
      </p:sp>
      <p:sp>
        <p:nvSpPr>
          <p:cNvPr id="4" name="Text 2"/>
          <p:cNvSpPr/>
          <p:nvPr/>
        </p:nvSpPr>
        <p:spPr>
          <a:xfrm>
            <a:off x="1828800" y="1645920"/>
            <a:ext cx="8534400" cy="365760"/>
          </a:xfrm>
          <a:prstGeom prst="rect">
            <a:avLst/>
          </a:prstGeom>
          <a:noFill/>
          <a:ln/>
        </p:spPr>
        <p:txBody>
          <a:bodyPr wrap="square" rtlCol="0" anchor="ctr"/>
          <a:lstStyle/>
          <a:p>
            <a:pPr algn="ctr"/>
            <a:r>
              <a:rPr lang="en-US" sz="2133" b="1" dirty="0">
                <a:solidFill>
                  <a:srgbClr val="FFFFFF"/>
                </a:solidFill>
              </a:rPr>
              <a:t>Initial Flow Calculation</a:t>
            </a:r>
            <a:endParaRPr lang="en-US" sz="2133" dirty="0"/>
          </a:p>
        </p:txBody>
      </p:sp>
      <p:sp>
        <p:nvSpPr>
          <p:cNvPr id="5" name="Text 3"/>
          <p:cNvSpPr/>
          <p:nvPr/>
        </p:nvSpPr>
        <p:spPr>
          <a:xfrm>
            <a:off x="1828800" y="2072640"/>
            <a:ext cx="8534400" cy="609600"/>
          </a:xfrm>
          <a:prstGeom prst="rect">
            <a:avLst/>
          </a:prstGeom>
          <a:noFill/>
          <a:ln/>
        </p:spPr>
        <p:txBody>
          <a:bodyPr wrap="square" rtlCol="0" anchor="ctr"/>
          <a:lstStyle/>
          <a:p>
            <a:pPr algn="ctr"/>
            <a:r>
              <a:rPr lang="en-US" sz="2400" dirty="0">
                <a:solidFill>
                  <a:srgbClr val="FFFFFF"/>
                </a:solidFill>
                <a:latin typeface="Courier New" pitchFamily="34" charset="0"/>
                <a:ea typeface="Courier New" pitchFamily="34" charset="-122"/>
                <a:cs typeface="Courier New" pitchFamily="34" charset="-120"/>
              </a:rPr>
              <a:t>Insufflation Flow = Vt / Active Inspiration Time</a:t>
            </a:r>
            <a:endParaRPr lang="en-US" sz="2400" dirty="0"/>
          </a:p>
        </p:txBody>
      </p:sp>
      <p:sp>
        <p:nvSpPr>
          <p:cNvPr id="6" name="Text 4"/>
          <p:cNvSpPr/>
          <p:nvPr/>
        </p:nvSpPr>
        <p:spPr>
          <a:xfrm>
            <a:off x="975360" y="3169920"/>
            <a:ext cx="10241280" cy="365760"/>
          </a:xfrm>
          <a:prstGeom prst="rect">
            <a:avLst/>
          </a:prstGeom>
          <a:noFill/>
          <a:ln/>
        </p:spPr>
        <p:txBody>
          <a:bodyPr wrap="square" rtlCol="0" anchor="ctr"/>
          <a:lstStyle/>
          <a:p>
            <a:r>
              <a:rPr lang="en-US" sz="2133" b="1" dirty="0">
                <a:solidFill>
                  <a:srgbClr val="1E2761"/>
                </a:solidFill>
              </a:rPr>
              <a:t>Breath-to-Breath Adaptive Control:</a:t>
            </a:r>
            <a:endParaRPr lang="en-US" sz="2133" dirty="0"/>
          </a:p>
        </p:txBody>
      </p:sp>
      <p:sp>
        <p:nvSpPr>
          <p:cNvPr id="7" name="Text 5"/>
          <p:cNvSpPr/>
          <p:nvPr/>
        </p:nvSpPr>
        <p:spPr>
          <a:xfrm>
            <a:off x="1219200" y="3657600"/>
            <a:ext cx="9753600" cy="1828800"/>
          </a:xfrm>
          <a:prstGeom prst="rect">
            <a:avLst/>
          </a:prstGeom>
          <a:noFill/>
          <a:ln/>
        </p:spPr>
        <p:txBody>
          <a:bodyPr wrap="square" rtlCol="0" anchor="ctr"/>
          <a:lstStyle/>
          <a:p>
            <a:r>
              <a:rPr lang="en-US" sz="1733" dirty="0">
                <a:solidFill>
                  <a:srgbClr val="4B5563"/>
                </a:solidFill>
              </a:rPr>
              <a:t>1. Measure actual delivered tidal volume (Vt_measured)</a:t>
            </a:r>
            <a:endParaRPr lang="en-US" sz="1733" dirty="0"/>
          </a:p>
          <a:p>
            <a:r>
              <a:rPr lang="en-US" sz="1733" dirty="0">
                <a:solidFill>
                  <a:srgbClr val="4B5563"/>
                </a:solidFill>
              </a:rPr>
              <a:t>2. Calculate error: ΔVt = Vt_target - Vt_measured</a:t>
            </a:r>
            <a:endParaRPr lang="en-US" sz="1733" dirty="0"/>
          </a:p>
          <a:p>
            <a:r>
              <a:rPr lang="en-US" sz="1733" dirty="0">
                <a:solidFill>
                  <a:srgbClr val="4B5563"/>
                </a:solidFill>
              </a:rPr>
              <a:t>3. Gradually adjust flow setpoint for next breath:</a:t>
            </a:r>
            <a:endParaRPr lang="en-US" sz="1733" dirty="0"/>
          </a:p>
          <a:p>
            <a:r>
              <a:rPr lang="en-US" sz="1733" dirty="0">
                <a:solidFill>
                  <a:srgbClr val="4B5563"/>
                </a:solidFill>
              </a:rPr>
              <a:t>   • If Vt_measured &lt; Vt_target → increase flow</a:t>
            </a:r>
            <a:endParaRPr lang="en-US" sz="1733" dirty="0"/>
          </a:p>
          <a:p>
            <a:r>
              <a:rPr lang="en-US" sz="1733" dirty="0">
                <a:solidFill>
                  <a:srgbClr val="4B5563"/>
                </a:solidFill>
              </a:rPr>
              <a:t>   • If Vt_measured &gt; Vt_target → decrease flow</a:t>
            </a:r>
            <a:endParaRPr lang="en-US" sz="1733" dirty="0"/>
          </a:p>
        </p:txBody>
      </p:sp>
      <p:sp>
        <p:nvSpPr>
          <p:cNvPr id="8" name="Shape 6"/>
          <p:cNvSpPr/>
          <p:nvPr/>
        </p:nvSpPr>
        <p:spPr>
          <a:xfrm>
            <a:off x="1828800" y="5608320"/>
            <a:ext cx="8534400" cy="975360"/>
          </a:xfrm>
          <a:prstGeom prst="rect">
            <a:avLst/>
          </a:prstGeom>
          <a:solidFill>
            <a:srgbClr val="FFFFFF"/>
          </a:solidFill>
          <a:ln w="25400">
            <a:solidFill>
              <a:srgbClr val="DC2626"/>
            </a:solidFill>
            <a:prstDash val="solid"/>
          </a:ln>
        </p:spPr>
        <p:txBody>
          <a:bodyPr/>
          <a:lstStyle/>
          <a:p>
            <a:endParaRPr lang="sv-SE" sz="2400"/>
          </a:p>
        </p:txBody>
      </p:sp>
      <p:sp>
        <p:nvSpPr>
          <p:cNvPr id="9" name="Text 7"/>
          <p:cNvSpPr/>
          <p:nvPr/>
        </p:nvSpPr>
        <p:spPr>
          <a:xfrm>
            <a:off x="1828800" y="5669280"/>
            <a:ext cx="8534400" cy="365760"/>
          </a:xfrm>
          <a:prstGeom prst="rect">
            <a:avLst/>
          </a:prstGeom>
          <a:noFill/>
          <a:ln/>
        </p:spPr>
        <p:txBody>
          <a:bodyPr wrap="square" rtlCol="0" anchor="ctr"/>
          <a:lstStyle/>
          <a:p>
            <a:pPr algn="ctr"/>
            <a:r>
              <a:rPr lang="en-US" sz="1867" b="1" dirty="0">
                <a:solidFill>
                  <a:srgbClr val="DC2626"/>
                </a:solidFill>
              </a:rPr>
              <a:t>Pressure-Limited Volume Control</a:t>
            </a:r>
            <a:endParaRPr lang="en-US" sz="1867" dirty="0"/>
          </a:p>
        </p:txBody>
      </p:sp>
      <p:sp>
        <p:nvSpPr>
          <p:cNvPr id="10" name="Text 8"/>
          <p:cNvSpPr/>
          <p:nvPr/>
        </p:nvSpPr>
        <p:spPr>
          <a:xfrm>
            <a:off x="1828800" y="6035040"/>
            <a:ext cx="8534400" cy="487680"/>
          </a:xfrm>
          <a:prstGeom prst="rect">
            <a:avLst/>
          </a:prstGeom>
          <a:noFill/>
          <a:ln/>
        </p:spPr>
        <p:txBody>
          <a:bodyPr wrap="square" rtlCol="0" anchor="ctr"/>
          <a:lstStyle/>
          <a:p>
            <a:pPr algn="ctr"/>
            <a:r>
              <a:rPr lang="en-US" sz="1600" dirty="0">
                <a:solidFill>
                  <a:srgbClr val="4B5563"/>
                </a:solidFill>
              </a:rPr>
              <a:t>When pressure reaches limit → flow reduced → volume sacrificed for safety</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Tidal Volume Control</a:t>
            </a:r>
          </a:p>
        </p:txBody>
      </p:sp>
      <p:sp>
        <p:nvSpPr>
          <p:cNvPr id="3" name="Text Placeholder 2"/>
          <p:cNvSpPr>
            <a:spLocks noGrp="1"/>
          </p:cNvSpPr>
          <p:nvPr>
            <p:ph type="body" sz="quarter" idx="14"/>
          </p:nvPr>
        </p:nvSpPr>
        <p:spPr/>
        <p:txBody>
          <a:bodyPr/>
          <a:lstStyle/>
          <a:p>
            <a:r>
              <a:t>Breath-to-breath adaptive control with pressure safety</a:t>
            </a:r>
          </a:p>
        </p:txBody>
      </p:sp>
      <p:sp>
        <p:nvSpPr>
          <p:cNvPr id="4" name="Content Placeholder 3"/>
          <p:cNvSpPr>
            <a:spLocks noGrp="1"/>
          </p:cNvSpPr>
          <p:nvPr>
            <p:ph sz="quarter" idx="18"/>
          </p:nvPr>
        </p:nvSpPr>
        <p:spPr>
          <a:xfrm>
            <a:off x="695325" y="1604563"/>
            <a:ext cx="8640000" cy="4248150"/>
          </a:xfrm>
        </p:spPr>
        <p:txBody>
          <a:bodyPr/>
          <a:lstStyle/>
          <a:p>
            <a:r>
              <a:rPr b="1" dirty="0"/>
              <a:t>Initial Flow Calculation</a:t>
            </a:r>
          </a:p>
          <a:p>
            <a:pPr lvl="1"/>
            <a:r>
              <a:rPr dirty="0"/>
              <a:t>Insufflation Flow = Vt / Active Inspiration Time</a:t>
            </a:r>
          </a:p>
          <a:p>
            <a:pPr lvl="1"/>
            <a:r>
              <a:rPr dirty="0"/>
              <a:t>Active Insp. Time = Time(Non-trig) + Time(Support) + Time(Synch)</a:t>
            </a:r>
          </a:p>
          <a:p>
            <a:r>
              <a:rPr b="1" dirty="0"/>
              <a:t>Breath-to-Breath Adaptation</a:t>
            </a:r>
          </a:p>
          <a:p>
            <a:pPr lvl="1"/>
            <a:r>
              <a:rPr dirty="0"/>
              <a:t>At each </a:t>
            </a:r>
            <a:r>
              <a:rPr dirty="0" err="1"/>
              <a:t>inspi→expi</a:t>
            </a:r>
            <a:r>
              <a:rPr dirty="0"/>
              <a:t> transition:</a:t>
            </a:r>
          </a:p>
          <a:p>
            <a:pPr lvl="2"/>
            <a:r>
              <a:rPr dirty="0"/>
              <a:t>Measure actual </a:t>
            </a:r>
            <a:r>
              <a:rPr dirty="0" err="1"/>
              <a:t>Vt_measured</a:t>
            </a:r>
            <a:endParaRPr dirty="0"/>
          </a:p>
          <a:p>
            <a:pPr lvl="2"/>
            <a:r>
              <a:rPr dirty="0"/>
              <a:t>Calculate </a:t>
            </a:r>
            <a:r>
              <a:rPr dirty="0" err="1"/>
              <a:t>ΔVt</a:t>
            </a:r>
            <a:r>
              <a:rPr dirty="0"/>
              <a:t> = </a:t>
            </a:r>
            <a:r>
              <a:rPr dirty="0" err="1"/>
              <a:t>Vt_target</a:t>
            </a:r>
            <a:r>
              <a:rPr dirty="0"/>
              <a:t> − </a:t>
            </a:r>
            <a:r>
              <a:rPr dirty="0" err="1"/>
              <a:t>Vt_measured</a:t>
            </a:r>
            <a:endParaRPr dirty="0"/>
          </a:p>
          <a:p>
            <a:pPr lvl="2"/>
            <a:r>
              <a:rPr dirty="0"/>
              <a:t>Gradually adjust insufflation flow setpoint</a:t>
            </a:r>
          </a:p>
          <a:p>
            <a:pPr lvl="2"/>
            <a:r>
              <a:rPr dirty="0"/>
              <a:t>Prevents oscillations, compensates for compliance changes</a:t>
            </a:r>
          </a:p>
          <a:p>
            <a:r>
              <a:rPr b="1" dirty="0"/>
              <a:t>Pressure-Limited Volume Control</a:t>
            </a:r>
          </a:p>
          <a:p>
            <a:pPr lvl="1"/>
            <a:r>
              <a:rPr dirty="0"/>
              <a:t>LLC pressure controllers auto-reduce flow near Pressure Limit</a:t>
            </a:r>
          </a:p>
          <a:p>
            <a:pPr lvl="1"/>
            <a:r>
              <a:rPr dirty="0" err="1"/>
              <a:t>Vt_measured</a:t>
            </a:r>
            <a:r>
              <a:rPr dirty="0"/>
              <a:t> &lt; </a:t>
            </a:r>
            <a:r>
              <a:rPr dirty="0" err="1"/>
              <a:t>Vt_target</a:t>
            </a:r>
            <a:r>
              <a:rPr dirty="0"/>
              <a:t> → volume sacrificed for safety</a:t>
            </a:r>
          </a:p>
          <a:p>
            <a:pPr lvl="1"/>
            <a:r>
              <a:rPr dirty="0"/>
              <a:t>Two modes: Volume-controlled  /  Pressure-limited volume-controlled</a:t>
            </a:r>
            <a:endParaRPr lang="sv-SE" dirty="0"/>
          </a:p>
          <a:p>
            <a:pPr lvl="1"/>
            <a:r>
              <a:rPr lang="en-US" dirty="0"/>
              <a:t>HLC attempts to increase flow next breath; if persistent: volume sacrificed</a:t>
            </a:r>
          </a:p>
          <a:p>
            <a:pPr lvl="1"/>
            <a:r>
              <a:rPr lang="en-US" dirty="0"/>
              <a:t>Patient safety (pressure) </a:t>
            </a:r>
            <a:r>
              <a:rPr lang="en-US" dirty="0" err="1"/>
              <a:t>prioritised</a:t>
            </a:r>
            <a:r>
              <a:rPr lang="en-US" dirty="0"/>
              <a:t> over volume target</a:t>
            </a:r>
          </a:p>
          <a:p>
            <a:pPr lvl="1"/>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8"/>
          </p:nvPr>
        </p:nvSpPr>
        <p:spPr/>
        <p:txBody>
          <a:bodyPr/>
          <a:lstStyle/>
          <a:p>
            <a:r>
              <a:rPr b="1"/>
              <a:t>Inspiration Support State</a:t>
            </a:r>
          </a:p>
          <a:p>
            <a:pPr lvl="1"/>
            <a:r>
              <a:t>When patient trigger detected during Insp Support state:</a:t>
            </a:r>
          </a:p>
          <a:p>
            <a:pPr lvl="1"/>
            <a:r>
              <a:t>LLC Insuff Pressure = Inspiratory Pressure + Insp Support Pressure</a:t>
            </a:r>
          </a:p>
          <a:p>
            <a:pPr lvl="1"/>
            <a:r>
              <a:t>Provides additional pressure boost rewarding inspiratory effort</a:t>
            </a:r>
          </a:p>
          <a:p>
            <a:pPr lvl="1"/>
            <a:r>
              <a:t>Common in PSV (Pressure Support Ventilation) modes</a:t>
            </a:r>
          </a:p>
          <a:p>
            <a:endParaRPr/>
          </a:p>
          <a:p>
            <a:r>
              <a:rPr b="1"/>
              <a:t>Expiration Support State</a:t>
            </a:r>
          </a:p>
          <a:p>
            <a:pPr lvl="1"/>
            <a:r>
              <a:t>When patient trigger detected during Exp Support state:</a:t>
            </a:r>
          </a:p>
          <a:p>
            <a:pPr lvl="1"/>
            <a:r>
              <a:t>LLC Insuff Pressure = PEEP + Exp Support Pressure</a:t>
            </a:r>
          </a:p>
          <a:p>
            <a:pPr lvl="1"/>
            <a:r>
              <a:t>Less common – available for specific clinical scenarios</a:t>
            </a:r>
          </a:p>
        </p:txBody>
      </p:sp>
      <p:sp>
        <p:nvSpPr>
          <p:cNvPr id="3" name="Title 2"/>
          <p:cNvSpPr>
            <a:spLocks noGrp="1"/>
          </p:cNvSpPr>
          <p:nvPr>
            <p:ph type="title"/>
          </p:nvPr>
        </p:nvSpPr>
        <p:spPr/>
        <p:txBody>
          <a:bodyPr/>
          <a:lstStyle/>
          <a:p>
            <a:r>
              <a:t>Pressure Support Mechanism</a:t>
            </a:r>
          </a:p>
        </p:txBody>
      </p:sp>
      <p:sp>
        <p:nvSpPr>
          <p:cNvPr id="4" name="Text Placeholder 3"/>
          <p:cNvSpPr>
            <a:spLocks noGrp="1"/>
          </p:cNvSpPr>
          <p:nvPr>
            <p:ph type="body" sz="quarter" idx="14"/>
          </p:nvPr>
        </p:nvSpPr>
        <p:spPr/>
        <p:txBody>
          <a:bodyPr/>
          <a:lstStyle/>
          <a:p>
            <a:r>
              <a:t>Rewarding patient effort through pressure boosts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Inspiratory Pause Implementation</a:t>
            </a:r>
          </a:p>
        </p:txBody>
      </p:sp>
      <p:sp>
        <p:nvSpPr>
          <p:cNvPr id="3" name="Text Placeholder 2"/>
          <p:cNvSpPr>
            <a:spLocks noGrp="1"/>
          </p:cNvSpPr>
          <p:nvPr>
            <p:ph type="body" sz="quarter" idx="14"/>
          </p:nvPr>
        </p:nvSpPr>
        <p:spPr/>
        <p:txBody>
          <a:bodyPr/>
          <a:lstStyle/>
          <a:p>
            <a:r>
              <a:rPr dirty="0"/>
              <a:t>setpoint manipulation – no special pause logic in LLC</a:t>
            </a:r>
          </a:p>
        </p:txBody>
      </p:sp>
      <p:sp>
        <p:nvSpPr>
          <p:cNvPr id="4" name="Content Placeholder 3"/>
          <p:cNvSpPr>
            <a:spLocks noGrp="1"/>
          </p:cNvSpPr>
          <p:nvPr>
            <p:ph sz="quarter" idx="18"/>
          </p:nvPr>
        </p:nvSpPr>
        <p:spPr/>
        <p:txBody>
          <a:bodyPr/>
          <a:lstStyle/>
          <a:p>
            <a:r>
              <a:rPr b="1"/>
              <a:t>Purpose</a:t>
            </a:r>
          </a:p>
          <a:p>
            <a:pPr lvl="1"/>
            <a:r>
              <a:t>Hold delivered volume for plateau pressure measurement</a:t>
            </a:r>
          </a:p>
          <a:p>
            <a:pPr lvl="1"/>
            <a:r>
              <a:t>Assess static lung compliance</a:t>
            </a:r>
          </a:p>
          <a:p>
            <a:pPr lvl="1"/>
            <a:r>
              <a:t>Equilibrate airway and alveolar pressures</a:t>
            </a:r>
          </a:p>
          <a:p>
            <a:endParaRPr/>
          </a:p>
          <a:p>
            <a:r>
              <a:rPr b="1"/>
              <a:t>Mechanism (setpoint manipulation)</a:t>
            </a:r>
          </a:p>
          <a:p>
            <a:pPr lvl="1"/>
            <a:r>
              <a:t>Bias Flow → 0  (no gas added by insufflation controllers)</a:t>
            </a:r>
          </a:p>
          <a:p>
            <a:pPr lvl="1"/>
            <a:r>
              <a:t>PEEP setpoint → 100 cmH₂O  (forces LLC into exsufflation mode)</a:t>
            </a:r>
          </a:p>
          <a:p>
            <a:pPr lvl="1"/>
            <a:r>
              <a:t>Actual pressure ≪ 100 → expiratory valve stays closed</a:t>
            </a:r>
          </a:p>
          <a:p>
            <a:pPr lvl="1"/>
            <a:r>
              <a:t>Result: system is mechanically "locked"</a:t>
            </a:r>
          </a:p>
          <a:p>
            <a:pPr lvl="2"/>
            <a:r>
              <a:t>No gas flows in, no gas escapes</a:t>
            </a:r>
          </a:p>
          <a:p>
            <a:pPr lvl="2"/>
            <a:r>
              <a:t>Volume held constant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8"/>
          </p:nvPr>
        </p:nvSpPr>
        <p:spPr/>
        <p:txBody>
          <a:bodyPr/>
          <a:lstStyle/>
          <a:p>
            <a:r>
              <a:rPr b="1" dirty="0"/>
              <a:t>HLC controls LLC by:</a:t>
            </a:r>
          </a:p>
          <a:p>
            <a:pPr lvl="1"/>
            <a:r>
              <a:rPr dirty="0"/>
              <a:t>Setting insufflation pressure based on state &amp; triggers</a:t>
            </a:r>
          </a:p>
          <a:p>
            <a:pPr lvl="1"/>
            <a:r>
              <a:rPr dirty="0"/>
              <a:t>Setting pressure limit for safety</a:t>
            </a:r>
          </a:p>
          <a:p>
            <a:pPr lvl="1"/>
            <a:r>
              <a:rPr dirty="0"/>
              <a:t>Setting insufflation flow (Vt, timing, adaptation)</a:t>
            </a:r>
          </a:p>
          <a:p>
            <a:pPr lvl="1"/>
            <a:r>
              <a:rPr dirty="0"/>
              <a:t>Adjusting bias flow &amp; PEEP for pause phases</a:t>
            </a:r>
          </a:p>
          <a:p>
            <a:pPr lvl="1"/>
            <a:r>
              <a:rPr dirty="0"/>
              <a:t>Adjusting trigger thresholds per HLC state</a:t>
            </a:r>
          </a:p>
          <a:p>
            <a:endParaRPr dirty="0"/>
          </a:p>
          <a:p>
            <a:r>
              <a:rPr b="1" dirty="0"/>
              <a:t>State-Dependent Setpoints (key states)</a:t>
            </a:r>
          </a:p>
          <a:p>
            <a:pPr lvl="1"/>
            <a:r>
              <a:rPr dirty="0"/>
              <a:t>Insp Non-trig: Insp Pressure | Normal PEEP | Normal Bias</a:t>
            </a:r>
          </a:p>
          <a:p>
            <a:pPr lvl="1"/>
            <a:r>
              <a:rPr dirty="0"/>
              <a:t>Insp Support (triggered): Insp Press + Support | Normal PEEP</a:t>
            </a:r>
          </a:p>
          <a:p>
            <a:pPr lvl="1"/>
            <a:r>
              <a:rPr dirty="0"/>
              <a:t>Insp Pause: N/A | PEEP=100 </a:t>
            </a:r>
            <a:r>
              <a:rPr dirty="0" err="1"/>
              <a:t>cmH₂O</a:t>
            </a:r>
            <a:r>
              <a:rPr dirty="0"/>
              <a:t> | Bias=0</a:t>
            </a:r>
          </a:p>
          <a:p>
            <a:pPr lvl="1"/>
            <a:r>
              <a:rPr dirty="0"/>
              <a:t>Exp states: N/A or </a:t>
            </a:r>
            <a:r>
              <a:rPr dirty="0" err="1"/>
              <a:t>PEEP+Support</a:t>
            </a:r>
            <a:r>
              <a:rPr dirty="0"/>
              <a:t> | Normal PEEP | Normal Bias</a:t>
            </a:r>
          </a:p>
        </p:txBody>
      </p:sp>
      <p:sp>
        <p:nvSpPr>
          <p:cNvPr id="3" name="Title 2"/>
          <p:cNvSpPr>
            <a:spLocks noGrp="1"/>
          </p:cNvSpPr>
          <p:nvPr>
            <p:ph type="title"/>
          </p:nvPr>
        </p:nvSpPr>
        <p:spPr/>
        <p:txBody>
          <a:bodyPr/>
          <a:lstStyle/>
          <a:p>
            <a:r>
              <a:t>HLC – Indirect Control Philosophy</a:t>
            </a:r>
          </a:p>
        </p:txBody>
      </p:sp>
      <p:sp>
        <p:nvSpPr>
          <p:cNvPr id="4" name="Text Placeholder 3"/>
          <p:cNvSpPr>
            <a:spLocks noGrp="1"/>
          </p:cNvSpPr>
          <p:nvPr>
            <p:ph type="body" sz="quarter" idx="14"/>
          </p:nvPr>
        </p:nvSpPr>
        <p:spPr/>
        <p:txBody>
          <a:bodyPr/>
          <a:lstStyle/>
          <a:p>
            <a:r>
              <a:rPr lang="en-US" dirty="0"/>
              <a:t>HLC controls LLC exclusively by changing setpoints — never by explicit command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Indirect Control: State-Dependent Setpoints</a:t>
            </a:r>
          </a:p>
        </p:txBody>
      </p:sp>
      <p:sp>
        <p:nvSpPr>
          <p:cNvPr id="3" name="Text Placeholder 2"/>
          <p:cNvSpPr>
            <a:spLocks noGrp="1"/>
          </p:cNvSpPr>
          <p:nvPr>
            <p:ph type="body" sz="quarter" idx="14"/>
          </p:nvPr>
        </p:nvSpPr>
        <p:spPr/>
        <p:txBody>
          <a:bodyPr/>
          <a:lstStyle/>
          <a:p>
            <a:r>
              <a:rPr dirty="0"/>
              <a:t>HLC controls LLC exclusively by changing setpoints — never by explicit command</a:t>
            </a:r>
          </a:p>
          <a:p>
            <a:endParaRPr dirty="0"/>
          </a:p>
          <a:p>
            <a:r>
              <a:rPr dirty="0"/>
              <a:t>HLC State          Insp Pressure          PEEP               Bias Flow</a:t>
            </a:r>
          </a:p>
          <a:p>
            <a:pPr lvl="1"/>
            <a:r>
              <a:rPr dirty="0"/>
              <a:t>Insp Non-trig       Insp Pressure          Normal PEEP        Normal</a:t>
            </a:r>
          </a:p>
          <a:p>
            <a:pPr lvl="1"/>
            <a:r>
              <a:rPr dirty="0"/>
              <a:t>Insp Support        Insp P + Support *     Normal PEEP        Normal</a:t>
            </a:r>
          </a:p>
          <a:p>
            <a:pPr lvl="1"/>
            <a:r>
              <a:rPr dirty="0"/>
              <a:t>Insp Synch          Insp Pressure          Normal PEEP        Normal</a:t>
            </a:r>
          </a:p>
          <a:p>
            <a:pPr lvl="1"/>
            <a:r>
              <a:rPr dirty="0"/>
              <a:t>Insp Pause          —                      100 cmH2O (lock)   0  (lock)</a:t>
            </a:r>
          </a:p>
          <a:p>
            <a:pPr lvl="1"/>
            <a:r>
              <a:rPr dirty="0"/>
              <a:t>Exp Non-trig        —                      PEEP               Normal</a:t>
            </a:r>
          </a:p>
          <a:p>
            <a:pPr lvl="1"/>
            <a:r>
              <a:rPr dirty="0"/>
              <a:t>Exp Support         PEEP + Support *        PEEP               Normal</a:t>
            </a:r>
          </a:p>
          <a:p>
            <a:pPr lvl="1"/>
            <a:r>
              <a:rPr dirty="0"/>
              <a:t>Exp Pause           —                      PEEP               Normal</a:t>
            </a:r>
          </a:p>
          <a:p>
            <a:endParaRPr dirty="0"/>
          </a:p>
          <a:p>
            <a:r>
              <a:rPr dirty="0"/>
              <a:t>* Only applied when patient trigger is detected in that state</a:t>
            </a:r>
          </a:p>
          <a:p>
            <a:endParaRPr dirty="0"/>
          </a:p>
          <a:p>
            <a:r>
              <a:rPr dirty="0"/>
              <a:t>Setpoint change → LLC trigger criteria may be instantly fulfilled</a:t>
            </a:r>
          </a:p>
          <a:p>
            <a:pPr lvl="1"/>
            <a:r>
              <a:rPr dirty="0"/>
              <a:t>LLC transitions automatically — no command needed from HLC</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Communication Between Layers</a:t>
            </a:r>
          </a:p>
        </p:txBody>
      </p:sp>
      <p:sp>
        <p:nvSpPr>
          <p:cNvPr id="3" name="Text Placeholder 2"/>
          <p:cNvSpPr>
            <a:spLocks noGrp="1"/>
          </p:cNvSpPr>
          <p:nvPr>
            <p:ph type="body" sz="quarter" idx="14"/>
          </p:nvPr>
        </p:nvSpPr>
        <p:spPr/>
        <p:txBody>
          <a:bodyPr/>
          <a:lstStyle/>
          <a:p>
            <a:r>
              <a:t>Clean interfaces with minimal coupling</a:t>
            </a:r>
          </a:p>
        </p:txBody>
      </p:sp>
      <p:sp>
        <p:nvSpPr>
          <p:cNvPr id="4" name="Content Placeholder 3"/>
          <p:cNvSpPr>
            <a:spLocks noGrp="1"/>
          </p:cNvSpPr>
          <p:nvPr>
            <p:ph sz="quarter" idx="18"/>
          </p:nvPr>
        </p:nvSpPr>
        <p:spPr/>
        <p:txBody>
          <a:bodyPr/>
          <a:lstStyle/>
          <a:p>
            <a:r>
              <a:rPr b="1"/>
              <a:t>HLC → LLC  (Setpoints)</a:t>
            </a:r>
          </a:p>
          <a:p>
            <a:pPr lvl="1"/>
            <a:r>
              <a:t>Pressure setpoints (insp, PEEP, limit)</a:t>
            </a:r>
          </a:p>
          <a:p>
            <a:pPr lvl="1"/>
            <a:r>
              <a:t>Flow setpoints (insufflation, bias, max insp)</a:t>
            </a:r>
          </a:p>
          <a:p>
            <a:pPr lvl="1"/>
            <a:r>
              <a:t>Trigger thresholds (flow &amp; pressure)</a:t>
            </a:r>
          </a:p>
          <a:p>
            <a:endParaRPr/>
          </a:p>
          <a:p>
            <a:r>
              <a:rPr b="1"/>
              <a:t>LLC → HLC  (Signals)</a:t>
            </a:r>
          </a:p>
          <a:p>
            <a:pPr lvl="1"/>
            <a:r>
              <a:t>State change events (insufflation ↔ exsufflation)</a:t>
            </a:r>
          </a:p>
          <a:p>
            <a:pPr lvl="1"/>
            <a:r>
              <a:t>Measured tidal volume (integrated flow)</a:t>
            </a:r>
          </a:p>
          <a:p>
            <a:pPr lvl="1"/>
            <a:r>
              <a:t>Pressure limit events</a:t>
            </a:r>
          </a:p>
          <a:p>
            <a:endParaRPr/>
          </a:p>
          <a:p>
            <a:r>
              <a:rPr b="1"/>
              <a:t>LLC → Layer 1  (Setpoints)</a:t>
            </a:r>
          </a:p>
          <a:p>
            <a:pPr lvl="1"/>
            <a:r>
              <a:t>Individual flow controller setpoints</a:t>
            </a:r>
          </a:p>
          <a:p>
            <a:pPr lvl="1"/>
            <a:r>
              <a:t>Expiratory valve pressure setpoint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Example Ventilation Modes</a:t>
            </a:r>
          </a:p>
        </p:txBody>
      </p:sp>
      <p:sp>
        <p:nvSpPr>
          <p:cNvPr id="3" name="Text Placeholder 2"/>
          <p:cNvSpPr>
            <a:spLocks noGrp="1"/>
          </p:cNvSpPr>
          <p:nvPr>
            <p:ph type="body" sz="quarter" idx="14"/>
          </p:nvPr>
        </p:nvSpPr>
        <p:spPr/>
        <p:txBody>
          <a:bodyPr/>
          <a:lstStyle/>
          <a:p>
            <a:r>
              <a:t>Various clinical modes via timing &amp; parameter configuration</a:t>
            </a:r>
          </a:p>
        </p:txBody>
      </p:sp>
      <p:sp>
        <p:nvSpPr>
          <p:cNvPr id="4" name="Content Placeholder 3"/>
          <p:cNvSpPr>
            <a:spLocks noGrp="1"/>
          </p:cNvSpPr>
          <p:nvPr>
            <p:ph sz="quarter" idx="19"/>
          </p:nvPr>
        </p:nvSpPr>
        <p:spPr/>
        <p:txBody>
          <a:bodyPr/>
          <a:lstStyle/>
          <a:p>
            <a:r>
              <a:rPr b="1"/>
              <a:t>Volume Control (VC)</a:t>
            </a:r>
          </a:p>
          <a:p>
            <a:pPr lvl="1"/>
            <a:r>
              <a:t>Insp Non-trig delivers full breath</a:t>
            </a:r>
          </a:p>
          <a:p>
            <a:pPr lvl="1"/>
            <a:r>
              <a:t>Support &amp; Synch skipped (time=0)</a:t>
            </a:r>
          </a:p>
          <a:p>
            <a:pPr lvl="1"/>
            <a:r>
              <a:t>Time-triggered, volume-cycled</a:t>
            </a:r>
          </a:p>
          <a:p>
            <a:endParaRPr/>
          </a:p>
          <a:p>
            <a:r>
              <a:rPr b="1"/>
              <a:t>Assist Control (AC)</a:t>
            </a:r>
          </a:p>
          <a:p>
            <a:pPr lvl="1"/>
            <a:r>
              <a:t>Backup mandatory breath timing</a:t>
            </a:r>
          </a:p>
          <a:p>
            <a:pPr lvl="1"/>
            <a:r>
              <a:t>Exp Synch active → patient triggering</a:t>
            </a:r>
          </a:p>
          <a:p>
            <a:pPr lvl="1"/>
            <a:r>
              <a:t>Full support on every breath</a:t>
            </a:r>
          </a:p>
        </p:txBody>
      </p:sp>
      <p:sp>
        <p:nvSpPr>
          <p:cNvPr id="5" name="Content Placeholder 4"/>
          <p:cNvSpPr>
            <a:spLocks noGrp="1"/>
          </p:cNvSpPr>
          <p:nvPr>
            <p:ph sz="quarter" idx="20"/>
          </p:nvPr>
        </p:nvSpPr>
        <p:spPr/>
        <p:txBody>
          <a:bodyPr/>
          <a:lstStyle/>
          <a:p>
            <a:r>
              <a:rPr b="1"/>
              <a:t>Pressure Support (PSV)</a:t>
            </a:r>
          </a:p>
          <a:p>
            <a:pPr lvl="1"/>
            <a:r>
              <a:t>Insp Support active with pressure</a:t>
            </a:r>
          </a:p>
          <a:p>
            <a:pPr lvl="1"/>
            <a:r>
              <a:t>Insp &amp; Exp Synch active</a:t>
            </a:r>
          </a:p>
          <a:p>
            <a:pPr lvl="1"/>
            <a:r>
              <a:t>Fully patient-triggered &amp; cycled</a:t>
            </a:r>
          </a:p>
          <a:p>
            <a:endParaRPr/>
          </a:p>
          <a:p>
            <a:r>
              <a:rPr b="1"/>
              <a:t>SIMV</a:t>
            </a:r>
          </a:p>
          <a:p>
            <a:pPr lvl="1"/>
            <a:r>
              <a:t>Mandatory (Non-trig) + Supported breaths</a:t>
            </a:r>
          </a:p>
          <a:p>
            <a:pPr lvl="1"/>
            <a:r>
              <a:t>Synch states coordinate with patient</a:t>
            </a:r>
          </a:p>
          <a:p>
            <a:pPr lvl="1"/>
            <a:r>
              <a:t>Combines mandatory &amp; spontaneous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Safety &amp; Design Advantages</a:t>
            </a:r>
          </a:p>
        </p:txBody>
      </p:sp>
      <p:sp>
        <p:nvSpPr>
          <p:cNvPr id="3" name="Text Placeholder 2"/>
          <p:cNvSpPr>
            <a:spLocks noGrp="1"/>
          </p:cNvSpPr>
          <p:nvPr>
            <p:ph type="body" sz="quarter" idx="14"/>
          </p:nvPr>
        </p:nvSpPr>
        <p:spPr/>
        <p:txBody>
          <a:bodyPr/>
          <a:lstStyle/>
          <a:p>
            <a:endParaRPr/>
          </a:p>
        </p:txBody>
      </p:sp>
      <p:sp>
        <p:nvSpPr>
          <p:cNvPr id="4" name="Content Placeholder 3"/>
          <p:cNvSpPr>
            <a:spLocks noGrp="1"/>
          </p:cNvSpPr>
          <p:nvPr>
            <p:ph sz="quarter" idx="19"/>
          </p:nvPr>
        </p:nvSpPr>
        <p:spPr/>
        <p:txBody>
          <a:bodyPr/>
          <a:lstStyle/>
          <a:p>
            <a:r>
              <a:rPr b="1"/>
              <a:t>Safety Considerations</a:t>
            </a:r>
          </a:p>
          <a:p>
            <a:pPr lvl="1"/>
            <a:r>
              <a:t>Pressure limiting always active (barotrauma prevention)</a:t>
            </a:r>
          </a:p>
          <a:p>
            <a:pPr lvl="1"/>
            <a:r>
              <a:t>Non-trig states ensure minimum ventilation</a:t>
            </a:r>
          </a:p>
          <a:p>
            <a:pPr lvl="1"/>
            <a:r>
              <a:t>Gradual adaptation prevents sudden volume changes</a:t>
            </a:r>
          </a:p>
          <a:p>
            <a:pPr lvl="1"/>
            <a:r>
              <a:t>Setpoint sanity checks in HLC</a:t>
            </a:r>
          </a:p>
          <a:p>
            <a:pPr lvl="1"/>
            <a:r>
              <a:t>Watchdog timers per state</a:t>
            </a:r>
          </a:p>
        </p:txBody>
      </p:sp>
      <p:sp>
        <p:nvSpPr>
          <p:cNvPr id="5" name="Content Placeholder 4"/>
          <p:cNvSpPr>
            <a:spLocks noGrp="1"/>
          </p:cNvSpPr>
          <p:nvPr>
            <p:ph sz="quarter" idx="20"/>
          </p:nvPr>
        </p:nvSpPr>
        <p:spPr/>
        <p:txBody>
          <a:bodyPr/>
          <a:lstStyle/>
          <a:p>
            <a:r>
              <a:rPr b="1"/>
              <a:t>Design Advantages</a:t>
            </a:r>
          </a:p>
          <a:p>
            <a:pPr lvl="1"/>
            <a:r>
              <a:t>Modularity – clear layer responsibilities</a:t>
            </a:r>
          </a:p>
          <a:p>
            <a:pPr lvl="1"/>
            <a:r>
              <a:t>No direct commands – reduced coupling</a:t>
            </a:r>
          </a:p>
          <a:p>
            <a:pPr lvl="1"/>
            <a:r>
              <a:t>Extensibility – new modes via config only</a:t>
            </a:r>
          </a:p>
          <a:p>
            <a:pPr lvl="1"/>
            <a:r>
              <a:t>Patient synchronization built-in</a:t>
            </a:r>
          </a:p>
          <a:p>
            <a:pPr lvl="1"/>
            <a:r>
              <a:t>Breath-to-breath adaptability</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8"/>
          </p:nvPr>
        </p:nvSpPr>
        <p:spPr/>
        <p:txBody>
          <a:bodyPr/>
          <a:lstStyle/>
          <a:p>
            <a:r>
              <a:rPr b="1"/>
              <a:t>Execution Rates</a:t>
            </a:r>
          </a:p>
          <a:p>
            <a:pPr lvl="1"/>
            <a:r>
              <a:t>Layer 1 PID loops: 100 – 1000 Hz</a:t>
            </a:r>
          </a:p>
          <a:p>
            <a:pPr lvl="1"/>
            <a:r>
              <a:t>LLC: event-driven architecture</a:t>
            </a:r>
          </a:p>
          <a:p>
            <a:pPr lvl="1"/>
            <a:r>
              <a:t>HLC: fixed time base (10 – 50 Hz)</a:t>
            </a:r>
          </a:p>
          <a:p>
            <a:endParaRPr/>
          </a:p>
          <a:p>
            <a:r>
              <a:rPr b="1"/>
              <a:t>Parameter Updates</a:t>
            </a:r>
          </a:p>
          <a:p>
            <a:pPr lvl="1"/>
            <a:r>
              <a:t>Validate all parameter changes before applying</a:t>
            </a:r>
          </a:p>
          <a:p>
            <a:pPr lvl="1"/>
            <a:r>
              <a:t>Rate-limit parameter changes to prevent instability</a:t>
            </a:r>
          </a:p>
          <a:p>
            <a:pPr lvl="1"/>
            <a:r>
              <a:t>Log all setpoint changes for debugging &amp; clinical review</a:t>
            </a:r>
          </a:p>
          <a:p>
            <a:endParaRPr/>
          </a:p>
          <a:p>
            <a:r>
              <a:rPr b="1"/>
              <a:t>Testing Strategy</a:t>
            </a:r>
          </a:p>
          <a:p>
            <a:pPr lvl="1"/>
            <a:r>
              <a:t>Test each layer independently first</a:t>
            </a:r>
          </a:p>
          <a:p>
            <a:pPr lvl="1"/>
            <a:r>
              <a:t>Verify LLC response to setpoint changes</a:t>
            </a:r>
          </a:p>
          <a:p>
            <a:pPr lvl="1"/>
            <a:r>
              <a:t>Verify HLC state sequences for all modes</a:t>
            </a:r>
          </a:p>
          <a:p>
            <a:pPr lvl="1"/>
            <a:r>
              <a:t>Patient simulator testing with varying compliance/resistance</a:t>
            </a:r>
          </a:p>
        </p:txBody>
      </p:sp>
      <p:sp>
        <p:nvSpPr>
          <p:cNvPr id="3" name="Title 2"/>
          <p:cNvSpPr>
            <a:spLocks noGrp="1"/>
          </p:cNvSpPr>
          <p:nvPr>
            <p:ph type="title"/>
          </p:nvPr>
        </p:nvSpPr>
        <p:spPr/>
        <p:txBody>
          <a:bodyPr/>
          <a:lstStyle/>
          <a:p>
            <a:r>
              <a:t>Implementation Notes</a:t>
            </a:r>
          </a:p>
        </p:txBody>
      </p:sp>
      <p:sp>
        <p:nvSpPr>
          <p:cNvPr id="4" name="Text Placeholder 3"/>
          <p:cNvSpPr>
            <a:spLocks noGrp="1"/>
          </p:cNvSpPr>
          <p:nvPr>
            <p:ph type="body" sz="quarter" idx="14"/>
          </p:nvPr>
        </p:nvSpPr>
        <p:spPr/>
        <p:txBody>
          <a:bodyPr/>
          <a:lstStyle/>
          <a:p>
            <a:r>
              <a:t>Practical considerations for system design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87680"/>
            <a:ext cx="10972800" cy="609600"/>
          </a:xfrm>
          <a:prstGeom prst="rect">
            <a:avLst/>
          </a:prstGeom>
          <a:noFill/>
          <a:ln/>
        </p:spPr>
        <p:txBody>
          <a:bodyPr wrap="square" rtlCol="0" anchor="ctr"/>
          <a:lstStyle/>
          <a:p>
            <a:r>
              <a:rPr lang="en-US" sz="4800" b="1" dirty="0">
                <a:solidFill>
                  <a:srgbClr val="1E2761"/>
                </a:solidFill>
                <a:latin typeface="Arial" pitchFamily="34" charset="0"/>
                <a:ea typeface="Arial" pitchFamily="34" charset="-122"/>
                <a:cs typeface="Arial" pitchFamily="34" charset="-120"/>
              </a:rPr>
              <a:t>Design Advantages</a:t>
            </a:r>
            <a:endParaRPr lang="en-US" sz="4800" dirty="0"/>
          </a:p>
        </p:txBody>
      </p:sp>
      <p:sp>
        <p:nvSpPr>
          <p:cNvPr id="3" name="Shape 1"/>
          <p:cNvSpPr/>
          <p:nvPr/>
        </p:nvSpPr>
        <p:spPr>
          <a:xfrm>
            <a:off x="975360" y="1828800"/>
            <a:ext cx="426720" cy="426720"/>
          </a:xfrm>
          <a:prstGeom prst="ellipse">
            <a:avLst/>
          </a:prstGeom>
          <a:solidFill>
            <a:srgbClr val="3B82F6"/>
          </a:solidFill>
          <a:ln/>
        </p:spPr>
        <p:txBody>
          <a:bodyPr/>
          <a:lstStyle/>
          <a:p>
            <a:endParaRPr lang="sv-SE" sz="2400"/>
          </a:p>
        </p:txBody>
      </p:sp>
      <p:sp>
        <p:nvSpPr>
          <p:cNvPr id="4" name="Text 2"/>
          <p:cNvSpPr/>
          <p:nvPr/>
        </p:nvSpPr>
        <p:spPr>
          <a:xfrm>
            <a:off x="1584960" y="1828800"/>
            <a:ext cx="9387840" cy="243840"/>
          </a:xfrm>
          <a:prstGeom prst="rect">
            <a:avLst/>
          </a:prstGeom>
          <a:noFill/>
          <a:ln/>
        </p:spPr>
        <p:txBody>
          <a:bodyPr wrap="square" rtlCol="0" anchor="ctr"/>
          <a:lstStyle/>
          <a:p>
            <a:r>
              <a:rPr lang="en-US" sz="2000" b="1" dirty="0">
                <a:solidFill>
                  <a:srgbClr val="1E2761"/>
                </a:solidFill>
              </a:rPr>
              <a:t>Modularity</a:t>
            </a:r>
            <a:endParaRPr lang="en-US" sz="2000" dirty="0"/>
          </a:p>
        </p:txBody>
      </p:sp>
      <p:sp>
        <p:nvSpPr>
          <p:cNvPr id="5" name="Text 3"/>
          <p:cNvSpPr/>
          <p:nvPr/>
        </p:nvSpPr>
        <p:spPr>
          <a:xfrm>
            <a:off x="1584960" y="2109216"/>
            <a:ext cx="9387840" cy="365760"/>
          </a:xfrm>
          <a:prstGeom prst="rect">
            <a:avLst/>
          </a:prstGeom>
          <a:noFill/>
          <a:ln/>
        </p:spPr>
        <p:txBody>
          <a:bodyPr wrap="square" rtlCol="0" anchor="ctr"/>
          <a:lstStyle/>
          <a:p>
            <a:r>
              <a:rPr lang="en-US" sz="1600" dirty="0">
                <a:solidFill>
                  <a:srgbClr val="4B5563"/>
                </a:solidFill>
              </a:rPr>
              <a:t>Clear separation of responsibilities across layers</a:t>
            </a:r>
            <a:endParaRPr lang="en-US" sz="1600" dirty="0"/>
          </a:p>
        </p:txBody>
      </p:sp>
      <p:sp>
        <p:nvSpPr>
          <p:cNvPr id="6" name="Shape 4"/>
          <p:cNvSpPr/>
          <p:nvPr/>
        </p:nvSpPr>
        <p:spPr>
          <a:xfrm>
            <a:off x="975360" y="2584704"/>
            <a:ext cx="426720" cy="426720"/>
          </a:xfrm>
          <a:prstGeom prst="ellipse">
            <a:avLst/>
          </a:prstGeom>
          <a:solidFill>
            <a:srgbClr val="3B82F6"/>
          </a:solidFill>
          <a:ln/>
        </p:spPr>
        <p:txBody>
          <a:bodyPr/>
          <a:lstStyle/>
          <a:p>
            <a:endParaRPr lang="sv-SE" sz="2400"/>
          </a:p>
        </p:txBody>
      </p:sp>
      <p:sp>
        <p:nvSpPr>
          <p:cNvPr id="7" name="Text 5"/>
          <p:cNvSpPr/>
          <p:nvPr/>
        </p:nvSpPr>
        <p:spPr>
          <a:xfrm>
            <a:off x="1584960" y="2584704"/>
            <a:ext cx="9387840" cy="243840"/>
          </a:xfrm>
          <a:prstGeom prst="rect">
            <a:avLst/>
          </a:prstGeom>
          <a:noFill/>
          <a:ln/>
        </p:spPr>
        <p:txBody>
          <a:bodyPr wrap="square" rtlCol="0" anchor="ctr"/>
          <a:lstStyle/>
          <a:p>
            <a:r>
              <a:rPr lang="en-US" sz="2000" b="1" dirty="0">
                <a:solidFill>
                  <a:srgbClr val="1E2761"/>
                </a:solidFill>
              </a:rPr>
              <a:t>No Direct Commands</a:t>
            </a:r>
            <a:endParaRPr lang="en-US" sz="2000" dirty="0"/>
          </a:p>
        </p:txBody>
      </p:sp>
      <p:sp>
        <p:nvSpPr>
          <p:cNvPr id="8" name="Text 6"/>
          <p:cNvSpPr/>
          <p:nvPr/>
        </p:nvSpPr>
        <p:spPr>
          <a:xfrm>
            <a:off x="1584960" y="2865120"/>
            <a:ext cx="9387840" cy="365760"/>
          </a:xfrm>
          <a:prstGeom prst="rect">
            <a:avLst/>
          </a:prstGeom>
          <a:noFill/>
          <a:ln/>
        </p:spPr>
        <p:txBody>
          <a:bodyPr wrap="square" rtlCol="0" anchor="ctr"/>
          <a:lstStyle/>
          <a:p>
            <a:r>
              <a:rPr lang="en-US" sz="1600" dirty="0">
                <a:solidFill>
                  <a:srgbClr val="4B5563"/>
                </a:solidFill>
              </a:rPr>
              <a:t>Simplifies interfaces and reduces coupling</a:t>
            </a:r>
            <a:endParaRPr lang="en-US" sz="1600" dirty="0"/>
          </a:p>
        </p:txBody>
      </p:sp>
      <p:sp>
        <p:nvSpPr>
          <p:cNvPr id="9" name="Shape 7"/>
          <p:cNvSpPr/>
          <p:nvPr/>
        </p:nvSpPr>
        <p:spPr>
          <a:xfrm>
            <a:off x="975360" y="3340608"/>
            <a:ext cx="426720" cy="426720"/>
          </a:xfrm>
          <a:prstGeom prst="ellipse">
            <a:avLst/>
          </a:prstGeom>
          <a:solidFill>
            <a:srgbClr val="3B82F6"/>
          </a:solidFill>
          <a:ln/>
        </p:spPr>
        <p:txBody>
          <a:bodyPr/>
          <a:lstStyle/>
          <a:p>
            <a:endParaRPr lang="sv-SE" sz="2400"/>
          </a:p>
        </p:txBody>
      </p:sp>
      <p:sp>
        <p:nvSpPr>
          <p:cNvPr id="10" name="Text 8"/>
          <p:cNvSpPr/>
          <p:nvPr/>
        </p:nvSpPr>
        <p:spPr>
          <a:xfrm>
            <a:off x="1584960" y="3340608"/>
            <a:ext cx="9387840" cy="243840"/>
          </a:xfrm>
          <a:prstGeom prst="rect">
            <a:avLst/>
          </a:prstGeom>
          <a:noFill/>
          <a:ln/>
        </p:spPr>
        <p:txBody>
          <a:bodyPr wrap="square" rtlCol="0" anchor="ctr"/>
          <a:lstStyle/>
          <a:p>
            <a:r>
              <a:rPr lang="en-US" sz="2000" b="1" dirty="0">
                <a:solidFill>
                  <a:srgbClr val="1E2761"/>
                </a:solidFill>
              </a:rPr>
              <a:t>Extensibility</a:t>
            </a:r>
            <a:endParaRPr lang="en-US" sz="2000" dirty="0"/>
          </a:p>
        </p:txBody>
      </p:sp>
      <p:sp>
        <p:nvSpPr>
          <p:cNvPr id="11" name="Text 9"/>
          <p:cNvSpPr/>
          <p:nvPr/>
        </p:nvSpPr>
        <p:spPr>
          <a:xfrm>
            <a:off x="1584960" y="3621024"/>
            <a:ext cx="9387840" cy="365760"/>
          </a:xfrm>
          <a:prstGeom prst="rect">
            <a:avLst/>
          </a:prstGeom>
          <a:noFill/>
          <a:ln/>
        </p:spPr>
        <p:txBody>
          <a:bodyPr wrap="square" rtlCol="0" anchor="ctr"/>
          <a:lstStyle/>
          <a:p>
            <a:r>
              <a:rPr lang="en-US" sz="1600" dirty="0">
                <a:solidFill>
                  <a:srgbClr val="4B5563"/>
                </a:solidFill>
              </a:rPr>
              <a:t>New ventilation modes via timing/parameter configuration</a:t>
            </a:r>
            <a:endParaRPr lang="en-US" sz="1600" dirty="0"/>
          </a:p>
        </p:txBody>
      </p:sp>
      <p:sp>
        <p:nvSpPr>
          <p:cNvPr id="12" name="Shape 10"/>
          <p:cNvSpPr/>
          <p:nvPr/>
        </p:nvSpPr>
        <p:spPr>
          <a:xfrm>
            <a:off x="975360" y="4096512"/>
            <a:ext cx="426720" cy="426720"/>
          </a:xfrm>
          <a:prstGeom prst="ellipse">
            <a:avLst/>
          </a:prstGeom>
          <a:solidFill>
            <a:srgbClr val="3B82F6"/>
          </a:solidFill>
          <a:ln/>
        </p:spPr>
        <p:txBody>
          <a:bodyPr/>
          <a:lstStyle/>
          <a:p>
            <a:endParaRPr lang="sv-SE" sz="2400"/>
          </a:p>
        </p:txBody>
      </p:sp>
      <p:sp>
        <p:nvSpPr>
          <p:cNvPr id="13" name="Text 11"/>
          <p:cNvSpPr/>
          <p:nvPr/>
        </p:nvSpPr>
        <p:spPr>
          <a:xfrm>
            <a:off x="1584960" y="4096512"/>
            <a:ext cx="9387840" cy="243840"/>
          </a:xfrm>
          <a:prstGeom prst="rect">
            <a:avLst/>
          </a:prstGeom>
          <a:noFill/>
          <a:ln/>
        </p:spPr>
        <p:txBody>
          <a:bodyPr wrap="square" rtlCol="0" anchor="ctr"/>
          <a:lstStyle/>
          <a:p>
            <a:r>
              <a:rPr lang="en-US" sz="2000" b="1" dirty="0">
                <a:solidFill>
                  <a:srgbClr val="1E2761"/>
                </a:solidFill>
              </a:rPr>
              <a:t>Patient Synchronization</a:t>
            </a:r>
            <a:endParaRPr lang="en-US" sz="2000" dirty="0"/>
          </a:p>
        </p:txBody>
      </p:sp>
      <p:sp>
        <p:nvSpPr>
          <p:cNvPr id="14" name="Text 12"/>
          <p:cNvSpPr/>
          <p:nvPr/>
        </p:nvSpPr>
        <p:spPr>
          <a:xfrm>
            <a:off x="1584960" y="4376928"/>
            <a:ext cx="9387840" cy="365760"/>
          </a:xfrm>
          <a:prstGeom prst="rect">
            <a:avLst/>
          </a:prstGeom>
          <a:noFill/>
          <a:ln/>
        </p:spPr>
        <p:txBody>
          <a:bodyPr wrap="square" rtlCol="0" anchor="ctr"/>
          <a:lstStyle/>
          <a:p>
            <a:r>
              <a:rPr lang="en-US" sz="1600" dirty="0">
                <a:solidFill>
                  <a:srgbClr val="4B5563"/>
                </a:solidFill>
              </a:rPr>
              <a:t>Built into state machine architecture</a:t>
            </a:r>
            <a:endParaRPr lang="en-US" sz="1600" dirty="0"/>
          </a:p>
        </p:txBody>
      </p:sp>
      <p:sp>
        <p:nvSpPr>
          <p:cNvPr id="15" name="Shape 13"/>
          <p:cNvSpPr/>
          <p:nvPr/>
        </p:nvSpPr>
        <p:spPr>
          <a:xfrm>
            <a:off x="975360" y="4852416"/>
            <a:ext cx="426720" cy="426720"/>
          </a:xfrm>
          <a:prstGeom prst="ellipse">
            <a:avLst/>
          </a:prstGeom>
          <a:solidFill>
            <a:srgbClr val="3B82F6"/>
          </a:solidFill>
          <a:ln/>
        </p:spPr>
        <p:txBody>
          <a:bodyPr/>
          <a:lstStyle/>
          <a:p>
            <a:endParaRPr lang="sv-SE" sz="2400"/>
          </a:p>
        </p:txBody>
      </p:sp>
      <p:sp>
        <p:nvSpPr>
          <p:cNvPr id="16" name="Text 14"/>
          <p:cNvSpPr/>
          <p:nvPr/>
        </p:nvSpPr>
        <p:spPr>
          <a:xfrm>
            <a:off x="1584960" y="4852416"/>
            <a:ext cx="9387840" cy="243840"/>
          </a:xfrm>
          <a:prstGeom prst="rect">
            <a:avLst/>
          </a:prstGeom>
          <a:noFill/>
          <a:ln/>
        </p:spPr>
        <p:txBody>
          <a:bodyPr wrap="square" rtlCol="0" anchor="ctr"/>
          <a:lstStyle/>
          <a:p>
            <a:r>
              <a:rPr lang="en-US" sz="2000" b="1" dirty="0">
                <a:solidFill>
                  <a:srgbClr val="1E2761"/>
                </a:solidFill>
              </a:rPr>
              <a:t>Safety</a:t>
            </a:r>
            <a:endParaRPr lang="en-US" sz="2000" dirty="0"/>
          </a:p>
        </p:txBody>
      </p:sp>
      <p:sp>
        <p:nvSpPr>
          <p:cNvPr id="17" name="Text 15"/>
          <p:cNvSpPr/>
          <p:nvPr/>
        </p:nvSpPr>
        <p:spPr>
          <a:xfrm>
            <a:off x="1584960" y="5132832"/>
            <a:ext cx="9387840" cy="365760"/>
          </a:xfrm>
          <a:prstGeom prst="rect">
            <a:avLst/>
          </a:prstGeom>
          <a:noFill/>
          <a:ln/>
        </p:spPr>
        <p:txBody>
          <a:bodyPr wrap="square" rtlCol="0" anchor="ctr"/>
          <a:lstStyle/>
          <a:p>
            <a:r>
              <a:rPr lang="en-US" sz="1600" dirty="0">
                <a:solidFill>
                  <a:srgbClr val="4B5563"/>
                </a:solidFill>
              </a:rPr>
              <a:t>Multiple protection layers (LLC pressure limiting, HLC limits)</a:t>
            </a:r>
            <a:endParaRPr lang="en-US" sz="1600" dirty="0"/>
          </a:p>
        </p:txBody>
      </p:sp>
      <p:sp>
        <p:nvSpPr>
          <p:cNvPr id="18" name="Shape 16"/>
          <p:cNvSpPr/>
          <p:nvPr/>
        </p:nvSpPr>
        <p:spPr>
          <a:xfrm>
            <a:off x="975360" y="5608320"/>
            <a:ext cx="426720" cy="426720"/>
          </a:xfrm>
          <a:prstGeom prst="ellipse">
            <a:avLst/>
          </a:prstGeom>
          <a:solidFill>
            <a:srgbClr val="3B82F6"/>
          </a:solidFill>
          <a:ln/>
        </p:spPr>
        <p:txBody>
          <a:bodyPr/>
          <a:lstStyle/>
          <a:p>
            <a:endParaRPr lang="sv-SE" sz="2400"/>
          </a:p>
        </p:txBody>
      </p:sp>
      <p:sp>
        <p:nvSpPr>
          <p:cNvPr id="19" name="Text 17"/>
          <p:cNvSpPr/>
          <p:nvPr/>
        </p:nvSpPr>
        <p:spPr>
          <a:xfrm>
            <a:off x="1584960" y="5608320"/>
            <a:ext cx="9387840" cy="243840"/>
          </a:xfrm>
          <a:prstGeom prst="rect">
            <a:avLst/>
          </a:prstGeom>
          <a:noFill/>
          <a:ln/>
        </p:spPr>
        <p:txBody>
          <a:bodyPr wrap="square" rtlCol="0" anchor="ctr"/>
          <a:lstStyle/>
          <a:p>
            <a:r>
              <a:rPr lang="en-US" sz="2000" b="1" dirty="0">
                <a:solidFill>
                  <a:srgbClr val="1E2761"/>
                </a:solidFill>
              </a:rPr>
              <a:t>Adaptability</a:t>
            </a:r>
            <a:endParaRPr lang="en-US" sz="2000" dirty="0"/>
          </a:p>
        </p:txBody>
      </p:sp>
      <p:sp>
        <p:nvSpPr>
          <p:cNvPr id="20" name="Text 18"/>
          <p:cNvSpPr/>
          <p:nvPr/>
        </p:nvSpPr>
        <p:spPr>
          <a:xfrm>
            <a:off x="1584960" y="5888736"/>
            <a:ext cx="9387840" cy="365760"/>
          </a:xfrm>
          <a:prstGeom prst="rect">
            <a:avLst/>
          </a:prstGeom>
          <a:noFill/>
          <a:ln/>
        </p:spPr>
        <p:txBody>
          <a:bodyPr wrap="square" rtlCol="0" anchor="ctr"/>
          <a:lstStyle/>
          <a:p>
            <a:r>
              <a:rPr lang="en-US" sz="1600" dirty="0">
                <a:solidFill>
                  <a:srgbClr val="4B5563"/>
                </a:solidFill>
              </a:rPr>
              <a:t>Breath-to-breath learning handles patient variability</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Office Theme">
  <a:themeElements>
    <a:clrScheme name="Getinge color 20230627">
      <a:dk1>
        <a:srgbClr val="595857"/>
      </a:dk1>
      <a:lt1>
        <a:srgbClr val="FFFFFF"/>
      </a:lt1>
      <a:dk2>
        <a:srgbClr val="18274A"/>
      </a:dk2>
      <a:lt2>
        <a:srgbClr val="E9E4E3"/>
      </a:lt2>
      <a:accent1>
        <a:srgbClr val="18274A"/>
      </a:accent1>
      <a:accent2>
        <a:srgbClr val="495A6B"/>
      </a:accent2>
      <a:accent3>
        <a:srgbClr val="31B7BC"/>
      </a:accent3>
      <a:accent4>
        <a:srgbClr val="ADE2E4"/>
      </a:accent4>
      <a:accent5>
        <a:srgbClr val="E9E4E3"/>
      </a:accent5>
      <a:accent6>
        <a:srgbClr val="D4CAC8"/>
      </a:accent6>
      <a:hlink>
        <a:srgbClr val="18274A"/>
      </a:hlink>
      <a:folHlink>
        <a:srgbClr val="7F7F7F"/>
      </a:folHlink>
    </a:clrScheme>
    <a:fontScheme name="Getinge fon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l">
          <a:lnSpc>
            <a:spcPct val="110000"/>
          </a:lnSpc>
          <a:spcBef>
            <a:spcPts val="600"/>
          </a:spcBef>
          <a:defRPr sz="1600"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lnSpc>
            <a:spcPct val="110000"/>
          </a:lnSpc>
          <a:spcBef>
            <a:spcPts val="600"/>
          </a:spcBef>
          <a:defRPr sz="1600" dirty="0" err="1" smtClean="0"/>
        </a:defPPr>
      </a:lstStyle>
    </a:txDef>
  </a:objectDefaults>
  <a:extraClrSchemeLst/>
  <a:custClrLst>
    <a:custClr name="Getinge Snow">
      <a:srgbClr val="E9E4E3"/>
    </a:custClr>
    <a:custClr name="Getinge Oat">
      <a:srgbClr val="D4CAC8"/>
    </a:custClr>
    <a:custClr name="Getinge Clay">
      <a:srgbClr val="BFB1AC"/>
    </a:custClr>
    <a:custClr name="Getinge Cliff">
      <a:srgbClr val="8B7E79"/>
    </a:custClr>
    <a:custClr name="Getinge Granite">
      <a:srgbClr val="595857"/>
    </a:custClr>
    <a:custClr name="Getinge Midnight">
      <a:srgbClr val="495A6B"/>
    </a:custClr>
    <a:custClr name="Getinge Ocean">
      <a:srgbClr val="31B7BC"/>
    </a:custClr>
    <a:custClr name="Getinge Berry">
      <a:srgbClr val="E56B78"/>
    </a:custClr>
    <a:custClr name="Getinge Sun">
      <a:srgbClr val="F39200"/>
    </a:custClr>
    <a:custClr name="Getinge Grass">
      <a:srgbClr val="94B654"/>
    </a:custClr>
    <a:custClr name=" ">
      <a:srgbClr val="FFFFFF"/>
    </a:custClr>
    <a:custClr name=" ">
      <a:srgbClr val="FFFFFF"/>
    </a:custClr>
    <a:custClr name=" ">
      <a:srgbClr val="FFFFFF"/>
    </a:custClr>
    <a:custClr name=" ">
      <a:srgbClr val="FFFFFF"/>
    </a:custClr>
    <a:custClr name=" ">
      <a:srgbClr val="FFFFFF"/>
    </a:custClr>
    <a:custClr name=" ">
      <a:srgbClr val="FFFFFF"/>
    </a:custClr>
    <a:custClr name="Getinge Ocean 70%">
      <a:srgbClr val="6FCDD0"/>
    </a:custClr>
    <a:custClr name="Getinge Berry 70%">
      <a:srgbClr val="ED98A0"/>
    </a:custClr>
    <a:custClr name="Getinge Sun 70%">
      <a:srgbClr val="F7B34D"/>
    </a:custClr>
    <a:custClr name="Getinge Grass 70%">
      <a:srgbClr val="B4CC87"/>
    </a:custClr>
    <a:custClr name=" ">
      <a:srgbClr val="FFFFFF"/>
    </a:custClr>
    <a:custClr name=" ">
      <a:srgbClr val="FFFFFF"/>
    </a:custClr>
    <a:custClr name=" ">
      <a:srgbClr val="FFFFFF"/>
    </a:custClr>
    <a:custClr name=" ">
      <a:srgbClr val="FFFFFF"/>
    </a:custClr>
    <a:custClr name=" ">
      <a:srgbClr val="FFFFFF"/>
    </a:custClr>
    <a:custClr name=" ">
      <a:srgbClr val="FFFFFF"/>
    </a:custClr>
    <a:custClr name="Getinge Ocean 40%">
      <a:srgbClr val="ADE2E4"/>
    </a:custClr>
    <a:custClr name="Getinge Berry 40%">
      <a:srgbClr val="F5C4C9"/>
    </a:custClr>
    <a:custClr name="Getinge Sun 40%">
      <a:srgbClr val="FAD399"/>
    </a:custClr>
    <a:custClr name="Getinge Grass 40%">
      <a:srgbClr val="D4E2BB"/>
    </a:custClr>
  </a:custClrLst>
  <a:extLst>
    <a:ext uri="{05A4C25C-085E-4340-85A3-A5531E510DB2}">
      <thm15:themeFamily xmlns:thm15="http://schemas.microsoft.com/office/thememl/2012/main" name="Getinge_16x9_20230704.potx" id="{C86CB47C-12DD-411D-B716-BD5B725B22DE}" vid="{5D61A01D-CFC5-4E50-A534-7DB294354334}"/>
    </a:ext>
  </a:extLst>
</a:theme>
</file>

<file path=ppt/theme/theme2.xml><?xml version="1.0" encoding="utf-8"?>
<a:theme xmlns:a="http://schemas.openxmlformats.org/drawingml/2006/main" name="Office Theme">
  <a:themeElements>
    <a:clrScheme name="Getinge colors">
      <a:dk1>
        <a:srgbClr val="595857"/>
      </a:dk1>
      <a:lt1>
        <a:srgbClr val="FFFFFF"/>
      </a:lt1>
      <a:dk2>
        <a:srgbClr val="18274A"/>
      </a:dk2>
      <a:lt2>
        <a:srgbClr val="E9E4E3"/>
      </a:lt2>
      <a:accent1>
        <a:srgbClr val="18274A"/>
      </a:accent1>
      <a:accent2>
        <a:srgbClr val="495A6B"/>
      </a:accent2>
      <a:accent3>
        <a:srgbClr val="8B7E79"/>
      </a:accent3>
      <a:accent4>
        <a:srgbClr val="BFB1AC"/>
      </a:accent4>
      <a:accent5>
        <a:srgbClr val="D4CAC8"/>
      </a:accent5>
      <a:accent6>
        <a:srgbClr val="E9E4E3"/>
      </a:accent6>
      <a:hlink>
        <a:srgbClr val="7F7F7F"/>
      </a:hlink>
      <a:folHlink>
        <a:srgbClr val="7F7F7F"/>
      </a:folHlink>
    </a:clrScheme>
    <a:fontScheme name="Getinge fon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Getinge colors">
      <a:dk1>
        <a:srgbClr val="595857"/>
      </a:dk1>
      <a:lt1>
        <a:srgbClr val="FFFFFF"/>
      </a:lt1>
      <a:dk2>
        <a:srgbClr val="18274A"/>
      </a:dk2>
      <a:lt2>
        <a:srgbClr val="E9E4E3"/>
      </a:lt2>
      <a:accent1>
        <a:srgbClr val="18274A"/>
      </a:accent1>
      <a:accent2>
        <a:srgbClr val="495A6B"/>
      </a:accent2>
      <a:accent3>
        <a:srgbClr val="8B7E79"/>
      </a:accent3>
      <a:accent4>
        <a:srgbClr val="BFB1AC"/>
      </a:accent4>
      <a:accent5>
        <a:srgbClr val="D4CAC8"/>
      </a:accent5>
      <a:accent6>
        <a:srgbClr val="E9E4E3"/>
      </a:accent6>
      <a:hlink>
        <a:srgbClr val="7F7F7F"/>
      </a:hlink>
      <a:folHlink>
        <a:srgbClr val="7F7F7F"/>
      </a:folHlink>
    </a:clrScheme>
    <a:fontScheme name="Getinge fon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Getinge color 20230627">
    <a:dk1>
      <a:srgbClr val="595857"/>
    </a:dk1>
    <a:lt1>
      <a:srgbClr val="FFFFFF"/>
    </a:lt1>
    <a:dk2>
      <a:srgbClr val="18274A"/>
    </a:dk2>
    <a:lt2>
      <a:srgbClr val="E9E4E3"/>
    </a:lt2>
    <a:accent1>
      <a:srgbClr val="18274A"/>
    </a:accent1>
    <a:accent2>
      <a:srgbClr val="495A6B"/>
    </a:accent2>
    <a:accent3>
      <a:srgbClr val="31B7BC"/>
    </a:accent3>
    <a:accent4>
      <a:srgbClr val="ADE2E4"/>
    </a:accent4>
    <a:accent5>
      <a:srgbClr val="E9E4E3"/>
    </a:accent5>
    <a:accent6>
      <a:srgbClr val="D4CAC8"/>
    </a:accent6>
    <a:hlink>
      <a:srgbClr val="18274A"/>
    </a:hlink>
    <a:folHlink>
      <a:srgbClr val="7F7F7F"/>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982B31DA8C6E342B9C55D122F8D03F3" ma:contentTypeVersion="19" ma:contentTypeDescription="Create a new document." ma:contentTypeScope="" ma:versionID="a7440640abb51b684a864ff054e46d73">
  <xsd:schema xmlns:xsd="http://www.w3.org/2001/XMLSchema" xmlns:xs="http://www.w3.org/2001/XMLSchema" xmlns:p="http://schemas.microsoft.com/office/2006/metadata/properties" xmlns:ns2="49acc02a-c8f5-41c3-948c-9949a2c263bb" xmlns:ns3="e2c5984c-8612-4132-ad6e-33699d3d83f1" targetNamespace="http://schemas.microsoft.com/office/2006/metadata/properties" ma:root="true" ma:fieldsID="e9e416d79cbbbb1f27ad9a403097787a" ns2:_="" ns3:_="">
    <xsd:import namespace="49acc02a-c8f5-41c3-948c-9949a2c263bb"/>
    <xsd:import namespace="e2c5984c-8612-4132-ad6e-33699d3d83f1"/>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Location"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9acc02a-c8f5-41c3-948c-9949a2c263b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ServiceLocation" ma:index="17" nillable="true" ma:displayName="Location" ma:internalName="MediaServiceLocation" ma:readOnly="true">
      <xsd:simpleType>
        <xsd:restriction base="dms:Text"/>
      </xsd:simpleType>
    </xsd:element>
    <xsd:element name="MediaLengthInSeconds" ma:index="18"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5905ff41-04b4-41da-a488-6cac68089d68"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e2c5984c-8612-4132-ad6e-33699d3d83f1"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17a4c88b-5ca9-498b-85b6-88fcf62d23a6}" ma:internalName="TaxCatchAll" ma:showField="CatchAllData" ma:web="e2c5984c-8612-4132-ad6e-33699d3d83f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49acc02a-c8f5-41c3-948c-9949a2c263bb">
      <Terms xmlns="http://schemas.microsoft.com/office/infopath/2007/PartnerControls"/>
    </lcf76f155ced4ddcb4097134ff3c332f>
    <TaxCatchAll xmlns="e2c5984c-8612-4132-ad6e-33699d3d83f1" xsi:nil="true"/>
  </documentManagement>
</p:properties>
</file>

<file path=customXml/itemProps1.xml><?xml version="1.0" encoding="utf-8"?>
<ds:datastoreItem xmlns:ds="http://schemas.openxmlformats.org/officeDocument/2006/customXml" ds:itemID="{7CF209F1-FDE3-414D-8E5E-0A3C10AC041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9acc02a-c8f5-41c3-948c-9949a2c263bb"/>
    <ds:schemaRef ds:uri="e2c5984c-8612-4132-ad6e-33699d3d83f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A522438-5191-4B64-B3C4-3D5BBBC5FFE5}">
  <ds:schemaRefs>
    <ds:schemaRef ds:uri="http://schemas.microsoft.com/sharepoint/v3/contenttype/forms"/>
  </ds:schemaRefs>
</ds:datastoreItem>
</file>

<file path=customXml/itemProps3.xml><?xml version="1.0" encoding="utf-8"?>
<ds:datastoreItem xmlns:ds="http://schemas.openxmlformats.org/officeDocument/2006/customXml" ds:itemID="{5A52AD6F-2171-4581-BA6C-9F10DE797FA3}">
  <ds:schemaRefs>
    <ds:schemaRef ds:uri="http://schemas.microsoft.com/office/2006/metadata/properties"/>
    <ds:schemaRef ds:uri="http://schemas.microsoft.com/office/infopath/2007/PartnerControls"/>
    <ds:schemaRef ds:uri="49acc02a-c8f5-41c3-948c-9949a2c263bb"/>
    <ds:schemaRef ds:uri="e2c5984c-8612-4132-ad6e-33699d3d83f1"/>
  </ds:schemaRefs>
</ds:datastoreItem>
</file>

<file path=docProps/app.xml><?xml version="1.0" encoding="utf-8"?>
<Properties xmlns="http://schemas.openxmlformats.org/officeDocument/2006/extended-properties" xmlns:vt="http://schemas.openxmlformats.org/officeDocument/2006/docPropsVTypes">
  <Template/>
  <TotalTime>42103</TotalTime>
  <Words>2379</Words>
  <Application>Microsoft Office PowerPoint</Application>
  <PresentationFormat>Widescreen</PresentationFormat>
  <Paragraphs>413</Paragraphs>
  <Slides>33</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Courier New</vt:lpstr>
      <vt:lpstr>Office Theme</vt:lpstr>
      <vt:lpstr>The one mode Ventilator Control Architecture</vt:lpstr>
      <vt:lpstr>PowerPoint Presentation</vt:lpstr>
      <vt:lpstr>Architecture Overview</vt:lpstr>
      <vt:lpstr>PowerPoint Presentation</vt:lpstr>
      <vt:lpstr>Layer 1: Actuator Controllers</vt:lpstr>
      <vt:lpstr>PowerPoint Presentation</vt:lpstr>
      <vt:lpstr>Layer 2</vt:lpstr>
      <vt:lpstr>LLC – </vt:lpstr>
      <vt:lpstr>LLC – Parameters (Set by HLC)</vt:lpstr>
      <vt:lpstr>LLC – Breathing Phase States</vt:lpstr>
      <vt:lpstr>LLC – Parameters (Set by HLC)</vt:lpstr>
      <vt:lpstr>LLC – Transitions &amp; Communication</vt:lpstr>
      <vt:lpstr>OK, todays presentation will likely not touch:</vt:lpstr>
      <vt:lpstr>Layer 3</vt:lpstr>
      <vt:lpstr>PowerPoint Presentation</vt:lpstr>
      <vt:lpstr>HLC – 8-State Sequential Machine</vt:lpstr>
      <vt:lpstr>HLC – Inspiration States</vt:lpstr>
      <vt:lpstr>HLC – Expiration States</vt:lpstr>
      <vt:lpstr>HLC – State Transition Logic</vt:lpstr>
      <vt:lpstr>HLC – Timing Interface</vt:lpstr>
      <vt:lpstr>User Interface Layer</vt:lpstr>
      <vt:lpstr>PowerPoint Presentation</vt:lpstr>
      <vt:lpstr>Tidal Volume Control</vt:lpstr>
      <vt:lpstr>Pressure Support Mechanism</vt:lpstr>
      <vt:lpstr>Inspiratory Pause Implementation</vt:lpstr>
      <vt:lpstr>HLC – Indirect Control Philosophy</vt:lpstr>
      <vt:lpstr>Indirect Control: State-Dependent Setpoints</vt:lpstr>
      <vt:lpstr>Communication Between Layers</vt:lpstr>
      <vt:lpstr>Example Ventilation Modes</vt:lpstr>
      <vt:lpstr>Safety &amp; Design Advantages</vt:lpstr>
      <vt:lpstr>Implementation Notes</vt:lpstr>
      <vt:lpstr>PowerPoint Presentation</vt:lpstr>
      <vt:lpstr>PowerPoint Presentation</vt:lpstr>
    </vt:vector>
  </TitlesOfParts>
  <Company>Getinge 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Through flow</dc:title>
  <dc:creator>Åke Larsson</dc:creator>
  <cp:lastModifiedBy>Åke Larsson</cp:lastModifiedBy>
  <cp:revision>22</cp:revision>
  <dcterms:created xsi:type="dcterms:W3CDTF">2025-10-13T07:16:28Z</dcterms:created>
  <dcterms:modified xsi:type="dcterms:W3CDTF">2026-03-24T12:14:00Z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0x0101000982B31DA8C6E342B9C55D122F8D03F3</vt:lpwstr>
  </property>
  <property fmtid="{D5CDD505-2E9C-101B-9397-08002B2CF9AE}" pid="3" name="MediaServiceImageTags">
    <vt:lpwstr/>
  </property>
</Properties>
</file>