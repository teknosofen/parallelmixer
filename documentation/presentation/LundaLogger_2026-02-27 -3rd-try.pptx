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9"/>
  </p:notesMasterIdLst>
  <p:handoutMasterIdLst>
    <p:handoutMasterId r:id="rId10"/>
  </p:handoutMasterIdLst>
  <p:sldIdLst>
    <p:sldId id="256" r:id="rId5"/>
    <p:sldId id="270" r:id="rId6"/>
    <p:sldId id="271" r:id="rId7"/>
    <p:sldId id="262" r:id="rId8"/>
  </p:sldIdLst>
  <p:sldSz cx="12192000" cy="6858000"/>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C09CF5-6253-458E-9651-FED778A7C9EE}" v="71" dt="2026-03-02T07:27:13.1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64" autoAdjust="0"/>
    <p:restoredTop sz="74115" autoAdjust="0"/>
  </p:normalViewPr>
  <p:slideViewPr>
    <p:cSldViewPr snapToGrid="0" showGuides="1">
      <p:cViewPr varScale="1">
        <p:scale>
          <a:sx n="78" d="100"/>
          <a:sy n="78" d="100"/>
        </p:scale>
        <p:origin x="1200" y="90"/>
      </p:cViewPr>
      <p:guideLst>
        <p:guide orient="horz" pos="2160"/>
        <p:guide pos="3817"/>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117" d="100"/>
          <a:sy n="117" d="100"/>
        </p:scale>
        <p:origin x="3072"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Åke Larsson" userId="8ae1e830-93d6-48cf-9b1c-651031339b9e" providerId="ADAL" clId="{4A876104-3102-4C8D-AE95-BA33508000B9}"/>
    <pc:docChg chg="undo custSel addSld delSld modSld">
      <pc:chgData name="Åke Larsson" userId="8ae1e830-93d6-48cf-9b1c-651031339b9e" providerId="ADAL" clId="{4A876104-3102-4C8D-AE95-BA33508000B9}" dt="2026-03-04T07:56:19.858" v="209" actId="20577"/>
      <pc:docMkLst>
        <pc:docMk/>
      </pc:docMkLst>
      <pc:sldChg chg="addSp delSp modSp mod modClrScheme chgLayout">
        <pc:chgData name="Åke Larsson" userId="8ae1e830-93d6-48cf-9b1c-651031339b9e" providerId="ADAL" clId="{4A876104-3102-4C8D-AE95-BA33508000B9}" dt="2026-02-27T09:53:04.686" v="82" actId="478"/>
        <pc:sldMkLst>
          <pc:docMk/>
          <pc:sldMk cId="1972002611" sldId="256"/>
        </pc:sldMkLst>
        <pc:spChg chg="mod">
          <ac:chgData name="Åke Larsson" userId="8ae1e830-93d6-48cf-9b1c-651031339b9e" providerId="ADAL" clId="{4A876104-3102-4C8D-AE95-BA33508000B9}" dt="2026-02-27T09:52:58.640" v="81" actId="26606"/>
          <ac:spMkLst>
            <pc:docMk/>
            <pc:sldMk cId="1972002611" sldId="256"/>
            <ac:spMk id="2" creationId="{3541CFDC-0B5E-49ED-8E43-7F408FFBD7EF}"/>
          </ac:spMkLst>
        </pc:spChg>
        <pc:spChg chg="mod">
          <ac:chgData name="Åke Larsson" userId="8ae1e830-93d6-48cf-9b1c-651031339b9e" providerId="ADAL" clId="{4A876104-3102-4C8D-AE95-BA33508000B9}" dt="2026-02-27T09:52:58.640" v="81" actId="26606"/>
          <ac:spMkLst>
            <pc:docMk/>
            <pc:sldMk cId="1972002611" sldId="256"/>
            <ac:spMk id="3" creationId="{DE2E746C-6F83-47C7-B534-B7C10E234DD7}"/>
          </ac:spMkLst>
        </pc:spChg>
        <pc:spChg chg="mod ord">
          <ac:chgData name="Åke Larsson" userId="8ae1e830-93d6-48cf-9b1c-651031339b9e" providerId="ADAL" clId="{4A876104-3102-4C8D-AE95-BA33508000B9}" dt="2026-02-27T09:52:58.640" v="81" actId="26606"/>
          <ac:spMkLst>
            <pc:docMk/>
            <pc:sldMk cId="1972002611" sldId="256"/>
            <ac:spMk id="4" creationId="{6353B284-8BB4-4513-9C98-65966503C636}"/>
          </ac:spMkLst>
        </pc:spChg>
      </pc:sldChg>
      <pc:sldChg chg="del">
        <pc:chgData name="Åke Larsson" userId="8ae1e830-93d6-48cf-9b1c-651031339b9e" providerId="ADAL" clId="{4A876104-3102-4C8D-AE95-BA33508000B9}" dt="2026-02-27T09:51:01.169" v="0" actId="47"/>
        <pc:sldMkLst>
          <pc:docMk/>
          <pc:sldMk cId="2419880407" sldId="258"/>
        </pc:sldMkLst>
      </pc:sldChg>
      <pc:sldChg chg="del">
        <pc:chgData name="Åke Larsson" userId="8ae1e830-93d6-48cf-9b1c-651031339b9e" providerId="ADAL" clId="{4A876104-3102-4C8D-AE95-BA33508000B9}" dt="2026-02-27T09:52:16.085" v="63" actId="47"/>
        <pc:sldMkLst>
          <pc:docMk/>
          <pc:sldMk cId="2493197501" sldId="269"/>
        </pc:sldMkLst>
      </pc:sldChg>
      <pc:sldChg chg="del">
        <pc:chgData name="Åke Larsson" userId="8ae1e830-93d6-48cf-9b1c-651031339b9e" providerId="ADAL" clId="{4A876104-3102-4C8D-AE95-BA33508000B9}" dt="2026-02-27T09:51:01.169" v="0" actId="47"/>
        <pc:sldMkLst>
          <pc:docMk/>
          <pc:sldMk cId="502604115" sldId="270"/>
        </pc:sldMkLst>
      </pc:sldChg>
      <pc:sldChg chg="addSp delSp modSp new mod modClrScheme chgLayout">
        <pc:chgData name="Åke Larsson" userId="8ae1e830-93d6-48cf-9b1c-651031339b9e" providerId="ADAL" clId="{4A876104-3102-4C8D-AE95-BA33508000B9}" dt="2026-02-27T11:33:35.222" v="113" actId="1076"/>
        <pc:sldMkLst>
          <pc:docMk/>
          <pc:sldMk cId="1364551604" sldId="270"/>
        </pc:sldMkLst>
        <pc:spChg chg="mod">
          <ac:chgData name="Åke Larsson" userId="8ae1e830-93d6-48cf-9b1c-651031339b9e" providerId="ADAL" clId="{4A876104-3102-4C8D-AE95-BA33508000B9}" dt="2026-02-27T09:53:16.814" v="83" actId="26606"/>
          <ac:spMkLst>
            <pc:docMk/>
            <pc:sldMk cId="1364551604" sldId="270"/>
            <ac:spMk id="4" creationId="{50CA56AD-2B8B-8453-A280-43F895C33231}"/>
          </ac:spMkLst>
        </pc:spChg>
        <pc:spChg chg="mod">
          <ac:chgData name="Åke Larsson" userId="8ae1e830-93d6-48cf-9b1c-651031339b9e" providerId="ADAL" clId="{4A876104-3102-4C8D-AE95-BA33508000B9}" dt="2026-02-27T09:53:16.814" v="83" actId="26606"/>
          <ac:spMkLst>
            <pc:docMk/>
            <pc:sldMk cId="1364551604" sldId="270"/>
            <ac:spMk id="7" creationId="{9877CEF5-1A3F-62D0-1392-0D71EEAA830B}"/>
          </ac:spMkLst>
        </pc:spChg>
        <pc:spChg chg="add mod">
          <ac:chgData name="Åke Larsson" userId="8ae1e830-93d6-48cf-9b1c-651031339b9e" providerId="ADAL" clId="{4A876104-3102-4C8D-AE95-BA33508000B9}" dt="2026-02-27T09:53:16.814" v="83" actId="26606"/>
          <ac:spMkLst>
            <pc:docMk/>
            <pc:sldMk cId="1364551604" sldId="270"/>
            <ac:spMk id="16" creationId="{72BFD0B2-EB1C-BF8B-7575-AC725BA46EF6}"/>
          </ac:spMkLst>
        </pc:spChg>
        <pc:spChg chg="add mod">
          <ac:chgData name="Åke Larsson" userId="8ae1e830-93d6-48cf-9b1c-651031339b9e" providerId="ADAL" clId="{4A876104-3102-4C8D-AE95-BA33508000B9}" dt="2026-02-27T09:53:16.814" v="83" actId="26606"/>
          <ac:spMkLst>
            <pc:docMk/>
            <pc:sldMk cId="1364551604" sldId="270"/>
            <ac:spMk id="18" creationId="{CB6808DB-764D-E8FC-5DFD-AD0575E8833B}"/>
          </ac:spMkLst>
        </pc:spChg>
        <pc:picChg chg="add mod">
          <ac:chgData name="Åke Larsson" userId="8ae1e830-93d6-48cf-9b1c-651031339b9e" providerId="ADAL" clId="{4A876104-3102-4C8D-AE95-BA33508000B9}" dt="2026-02-27T09:53:16.814" v="83" actId="26606"/>
          <ac:picMkLst>
            <pc:docMk/>
            <pc:sldMk cId="1364551604" sldId="270"/>
            <ac:picMk id="9" creationId="{FA38D36C-3E0E-AD71-AC43-C725C5CFB340}"/>
          </ac:picMkLst>
        </pc:picChg>
        <pc:picChg chg="add mod">
          <ac:chgData name="Åke Larsson" userId="8ae1e830-93d6-48cf-9b1c-651031339b9e" providerId="ADAL" clId="{4A876104-3102-4C8D-AE95-BA33508000B9}" dt="2026-02-27T09:54:28.753" v="86" actId="962"/>
          <ac:picMkLst>
            <pc:docMk/>
            <pc:sldMk cId="1364551604" sldId="270"/>
            <ac:picMk id="11" creationId="{0CACF70D-8500-C214-35B7-8F083982AD69}"/>
          </ac:picMkLst>
        </pc:picChg>
        <pc:picChg chg="add mod">
          <ac:chgData name="Åke Larsson" userId="8ae1e830-93d6-48cf-9b1c-651031339b9e" providerId="ADAL" clId="{4A876104-3102-4C8D-AE95-BA33508000B9}" dt="2026-02-27T11:33:35.222" v="113" actId="1076"/>
          <ac:picMkLst>
            <pc:docMk/>
            <pc:sldMk cId="1364551604" sldId="270"/>
            <ac:picMk id="12" creationId="{1D657CAF-60F5-45C5-03C6-4F3C2C005B63}"/>
          </ac:picMkLst>
        </pc:picChg>
      </pc:sldChg>
      <pc:sldChg chg="addSp delSp modSp add mod">
        <pc:chgData name="Åke Larsson" userId="8ae1e830-93d6-48cf-9b1c-651031339b9e" providerId="ADAL" clId="{4A876104-3102-4C8D-AE95-BA33508000B9}" dt="2026-02-27T11:35:33.420" v="155" actId="20577"/>
        <pc:sldMkLst>
          <pc:docMk/>
          <pc:sldMk cId="314715599" sldId="271"/>
        </pc:sldMkLst>
        <pc:spChg chg="mod">
          <ac:chgData name="Åke Larsson" userId="8ae1e830-93d6-48cf-9b1c-651031339b9e" providerId="ADAL" clId="{4A876104-3102-4C8D-AE95-BA33508000B9}" dt="2026-02-27T11:35:33.420" v="155" actId="20577"/>
          <ac:spMkLst>
            <pc:docMk/>
            <pc:sldMk cId="314715599" sldId="271"/>
            <ac:spMk id="4" creationId="{722B1D4D-D34C-22AA-F91A-A5FE9ECE1E3B}"/>
          </ac:spMkLst>
        </pc:spChg>
        <pc:spChg chg="add mod">
          <ac:chgData name="Åke Larsson" userId="8ae1e830-93d6-48cf-9b1c-651031339b9e" providerId="ADAL" clId="{4A876104-3102-4C8D-AE95-BA33508000B9}" dt="2026-02-27T11:33:31.466" v="111" actId="21"/>
          <ac:spMkLst>
            <pc:docMk/>
            <pc:sldMk cId="314715599" sldId="271"/>
            <ac:spMk id="10" creationId="{933E445A-D31A-1571-845C-D524084264DE}"/>
          </ac:spMkLst>
        </pc:spChg>
        <pc:picChg chg="add mod">
          <ac:chgData name="Åke Larsson" userId="8ae1e830-93d6-48cf-9b1c-651031339b9e" providerId="ADAL" clId="{4A876104-3102-4C8D-AE95-BA33508000B9}" dt="2026-02-27T11:33:55.223" v="116" actId="1076"/>
          <ac:picMkLst>
            <pc:docMk/>
            <pc:sldMk cId="314715599" sldId="271"/>
            <ac:picMk id="11" creationId="{82257D6D-1486-A3EC-957B-854A49F13CE8}"/>
          </ac:picMkLst>
        </pc:picChg>
      </pc:sldChg>
      <pc:sldChg chg="del">
        <pc:chgData name="Åke Larsson" userId="8ae1e830-93d6-48cf-9b1c-651031339b9e" providerId="ADAL" clId="{4A876104-3102-4C8D-AE95-BA33508000B9}" dt="2026-02-27T09:51:01.169" v="0" actId="47"/>
        <pc:sldMkLst>
          <pc:docMk/>
          <pc:sldMk cId="1583643844" sldId="271"/>
        </pc:sldMkLst>
      </pc:sldChg>
      <pc:sldChg chg="modSp add modNotes">
        <pc:chgData name="Åke Larsson" userId="8ae1e830-93d6-48cf-9b1c-651031339b9e" providerId="ADAL" clId="{4A876104-3102-4C8D-AE95-BA33508000B9}" dt="2026-02-27T11:35:26.191" v="143"/>
        <pc:sldMkLst>
          <pc:docMk/>
          <pc:sldMk cId="563271231" sldId="272"/>
        </pc:sldMkLst>
        <pc:spChg chg="mod">
          <ac:chgData name="Åke Larsson" userId="8ae1e830-93d6-48cf-9b1c-651031339b9e" providerId="ADAL" clId="{4A876104-3102-4C8D-AE95-BA33508000B9}" dt="2026-02-27T11:35:26.191" v="143"/>
          <ac:spMkLst>
            <pc:docMk/>
            <pc:sldMk cId="563271231" sldId="272"/>
            <ac:spMk id="4" creationId="{FD5A2783-9F75-7010-F97D-B09F6EC8EEDA}"/>
          </ac:spMkLst>
        </pc:spChg>
      </pc:sldChg>
      <pc:sldChg chg="add del">
        <pc:chgData name="Åke Larsson" userId="8ae1e830-93d6-48cf-9b1c-651031339b9e" providerId="ADAL" clId="{4A876104-3102-4C8D-AE95-BA33508000B9}" dt="2026-02-27T11:34:36.335" v="125"/>
        <pc:sldMkLst>
          <pc:docMk/>
          <pc:sldMk cId="2471861686" sldId="272"/>
        </pc:sldMkLst>
      </pc:sldChg>
      <pc:sldChg chg="del">
        <pc:chgData name="Åke Larsson" userId="8ae1e830-93d6-48cf-9b1c-651031339b9e" providerId="ADAL" clId="{4A876104-3102-4C8D-AE95-BA33508000B9}" dt="2026-02-27T09:51:01.169" v="0" actId="47"/>
        <pc:sldMkLst>
          <pc:docMk/>
          <pc:sldMk cId="2595592812" sldId="272"/>
        </pc:sldMkLst>
      </pc:sldChg>
      <pc:sldChg chg="add del">
        <pc:chgData name="Åke Larsson" userId="8ae1e830-93d6-48cf-9b1c-651031339b9e" providerId="ADAL" clId="{4A876104-3102-4C8D-AE95-BA33508000B9}" dt="2026-02-27T11:34:04.199" v="117" actId="47"/>
        <pc:sldMkLst>
          <pc:docMk/>
          <pc:sldMk cId="3031368634" sldId="272"/>
        </pc:sldMkLst>
      </pc:sldChg>
      <pc:sldChg chg="add del">
        <pc:chgData name="Åke Larsson" userId="8ae1e830-93d6-48cf-9b1c-651031339b9e" providerId="ADAL" clId="{4A876104-3102-4C8D-AE95-BA33508000B9}" dt="2026-02-27T11:34:35.880" v="124"/>
        <pc:sldMkLst>
          <pc:docMk/>
          <pc:sldMk cId="51590319" sldId="273"/>
        </pc:sldMkLst>
      </pc:sldChg>
      <pc:sldChg chg="del">
        <pc:chgData name="Åke Larsson" userId="8ae1e830-93d6-48cf-9b1c-651031339b9e" providerId="ADAL" clId="{4A876104-3102-4C8D-AE95-BA33508000B9}" dt="2026-02-27T09:51:01.169" v="0" actId="47"/>
        <pc:sldMkLst>
          <pc:docMk/>
          <pc:sldMk cId="776360021" sldId="273"/>
        </pc:sldMkLst>
      </pc:sldChg>
      <pc:sldChg chg="add del">
        <pc:chgData name="Åke Larsson" userId="8ae1e830-93d6-48cf-9b1c-651031339b9e" providerId="ADAL" clId="{4A876104-3102-4C8D-AE95-BA33508000B9}" dt="2026-02-27T11:34:04.199" v="117" actId="47"/>
        <pc:sldMkLst>
          <pc:docMk/>
          <pc:sldMk cId="864880527" sldId="273"/>
        </pc:sldMkLst>
      </pc:sldChg>
      <pc:sldChg chg="modSp add mod modNotesTx">
        <pc:chgData name="Åke Larsson" userId="8ae1e830-93d6-48cf-9b1c-651031339b9e" providerId="ADAL" clId="{4A876104-3102-4C8D-AE95-BA33508000B9}" dt="2026-03-04T07:56:19.858" v="209" actId="20577"/>
        <pc:sldMkLst>
          <pc:docMk/>
          <pc:sldMk cId="2874622017" sldId="273"/>
        </pc:sldMkLst>
        <pc:spChg chg="mod">
          <ac:chgData name="Åke Larsson" userId="8ae1e830-93d6-48cf-9b1c-651031339b9e" providerId="ADAL" clId="{4A876104-3102-4C8D-AE95-BA33508000B9}" dt="2026-02-27T11:36:31.460" v="179" actId="20577"/>
          <ac:spMkLst>
            <pc:docMk/>
            <pc:sldMk cId="2874622017" sldId="273"/>
            <ac:spMk id="4" creationId="{AEF2BF10-CA3A-1CC1-8BA2-4A4973A1073F}"/>
          </ac:spMkLst>
        </pc:spChg>
      </pc:sldChg>
      <pc:sldChg chg="add del">
        <pc:chgData name="Åke Larsson" userId="8ae1e830-93d6-48cf-9b1c-651031339b9e" providerId="ADAL" clId="{4A876104-3102-4C8D-AE95-BA33508000B9}" dt="2026-02-27T11:34:04.199" v="117" actId="47"/>
        <pc:sldMkLst>
          <pc:docMk/>
          <pc:sldMk cId="328277959" sldId="274"/>
        </pc:sldMkLst>
      </pc:sldChg>
      <pc:sldChg chg="modSp add mod">
        <pc:chgData name="Åke Larsson" userId="8ae1e830-93d6-48cf-9b1c-651031339b9e" providerId="ADAL" clId="{4A876104-3102-4C8D-AE95-BA33508000B9}" dt="2026-02-27T11:36:59.893" v="196" actId="20577"/>
        <pc:sldMkLst>
          <pc:docMk/>
          <pc:sldMk cId="1037587882" sldId="274"/>
        </pc:sldMkLst>
        <pc:spChg chg="mod">
          <ac:chgData name="Åke Larsson" userId="8ae1e830-93d6-48cf-9b1c-651031339b9e" providerId="ADAL" clId="{4A876104-3102-4C8D-AE95-BA33508000B9}" dt="2026-02-27T11:36:59.893" v="196" actId="20577"/>
          <ac:spMkLst>
            <pc:docMk/>
            <pc:sldMk cId="1037587882" sldId="274"/>
            <ac:spMk id="4" creationId="{9F18AC12-4419-7929-BA53-8EDC07EA5ED5}"/>
          </ac:spMkLst>
        </pc:spChg>
      </pc:sldChg>
      <pc:sldChg chg="add del">
        <pc:chgData name="Åke Larsson" userId="8ae1e830-93d6-48cf-9b1c-651031339b9e" providerId="ADAL" clId="{4A876104-3102-4C8D-AE95-BA33508000B9}" dt="2026-02-27T11:34:35.623" v="123"/>
        <pc:sldMkLst>
          <pc:docMk/>
          <pc:sldMk cId="3886595959" sldId="274"/>
        </pc:sldMkLst>
      </pc:sldChg>
      <pc:sldChg chg="del">
        <pc:chgData name="Åke Larsson" userId="8ae1e830-93d6-48cf-9b1c-651031339b9e" providerId="ADAL" clId="{4A876104-3102-4C8D-AE95-BA33508000B9}" dt="2026-02-27T09:51:01.169" v="0" actId="47"/>
        <pc:sldMkLst>
          <pc:docMk/>
          <pc:sldMk cId="4220109276" sldId="274"/>
        </pc:sldMkLst>
      </pc:sldChg>
      <pc:sldChg chg="del">
        <pc:chgData name="Åke Larsson" userId="8ae1e830-93d6-48cf-9b1c-651031339b9e" providerId="ADAL" clId="{4A876104-3102-4C8D-AE95-BA33508000B9}" dt="2026-02-27T09:51:01.169" v="0" actId="47"/>
        <pc:sldMkLst>
          <pc:docMk/>
          <pc:sldMk cId="2093089229" sldId="275"/>
        </pc:sldMkLst>
      </pc:sldChg>
      <pc:sldChg chg="modSp add modNotes">
        <pc:chgData name="Åke Larsson" userId="8ae1e830-93d6-48cf-9b1c-651031339b9e" providerId="ADAL" clId="{4A876104-3102-4C8D-AE95-BA33508000B9}" dt="2026-03-02T07:24:15.241" v="197"/>
        <pc:sldMkLst>
          <pc:docMk/>
          <pc:sldMk cId="4176485835" sldId="275"/>
        </pc:sldMkLst>
        <pc:spChg chg="mod">
          <ac:chgData name="Åke Larsson" userId="8ae1e830-93d6-48cf-9b1c-651031339b9e" providerId="ADAL" clId="{4A876104-3102-4C8D-AE95-BA33508000B9}" dt="2026-03-02T07:24:15.241" v="197"/>
          <ac:spMkLst>
            <pc:docMk/>
            <pc:sldMk cId="4176485835" sldId="275"/>
            <ac:spMk id="4" creationId="{3F9BE514-0D0E-BF1A-5187-A73D94625541}"/>
          </ac:spMkLst>
        </pc:spChg>
      </pc:sldChg>
      <pc:sldChg chg="add del">
        <pc:chgData name="Åke Larsson" userId="8ae1e830-93d6-48cf-9b1c-651031339b9e" providerId="ADAL" clId="{4A876104-3102-4C8D-AE95-BA33508000B9}" dt="2026-02-27T11:34:35.424" v="122"/>
        <pc:sldMkLst>
          <pc:docMk/>
          <pc:sldMk cId="4217382958" sldId="275"/>
        </pc:sldMkLst>
      </pc:sldChg>
      <pc:sldChg chg="add del">
        <pc:chgData name="Åke Larsson" userId="8ae1e830-93d6-48cf-9b1c-651031339b9e" providerId="ADAL" clId="{4A876104-3102-4C8D-AE95-BA33508000B9}" dt="2026-02-27T11:34:04.199" v="117" actId="47"/>
        <pc:sldMkLst>
          <pc:docMk/>
          <pc:sldMk cId="4238414860" sldId="275"/>
        </pc:sldMkLst>
      </pc:sldChg>
      <pc:sldChg chg="add del">
        <pc:chgData name="Åke Larsson" userId="8ae1e830-93d6-48cf-9b1c-651031339b9e" providerId="ADAL" clId="{4A876104-3102-4C8D-AE95-BA33508000B9}" dt="2026-02-27T11:34:04.199" v="117" actId="47"/>
        <pc:sldMkLst>
          <pc:docMk/>
          <pc:sldMk cId="583674246" sldId="276"/>
        </pc:sldMkLst>
      </pc:sldChg>
      <pc:sldChg chg="del">
        <pc:chgData name="Åke Larsson" userId="8ae1e830-93d6-48cf-9b1c-651031339b9e" providerId="ADAL" clId="{4A876104-3102-4C8D-AE95-BA33508000B9}" dt="2026-02-27T09:51:01.169" v="0" actId="47"/>
        <pc:sldMkLst>
          <pc:docMk/>
          <pc:sldMk cId="2032591418" sldId="276"/>
        </pc:sldMkLst>
      </pc:sldChg>
      <pc:sldChg chg="modSp add mod modNotes">
        <pc:chgData name="Åke Larsson" userId="8ae1e830-93d6-48cf-9b1c-651031339b9e" providerId="ADAL" clId="{4A876104-3102-4C8D-AE95-BA33508000B9}" dt="2026-03-02T07:24:37.038" v="200" actId="20577"/>
        <pc:sldMkLst>
          <pc:docMk/>
          <pc:sldMk cId="2806732724" sldId="276"/>
        </pc:sldMkLst>
        <pc:spChg chg="mod">
          <ac:chgData name="Åke Larsson" userId="8ae1e830-93d6-48cf-9b1c-651031339b9e" providerId="ADAL" clId="{4A876104-3102-4C8D-AE95-BA33508000B9}" dt="2026-03-02T07:24:37.038" v="200" actId="20577"/>
          <ac:spMkLst>
            <pc:docMk/>
            <pc:sldMk cId="2806732724" sldId="276"/>
            <ac:spMk id="4" creationId="{CD6A231F-64A2-4B3F-BB36-2BD912DC0B8F}"/>
          </ac:spMkLst>
        </pc:spChg>
      </pc:sldChg>
      <pc:sldChg chg="modSp add modNotes">
        <pc:chgData name="Åke Larsson" userId="8ae1e830-93d6-48cf-9b1c-651031339b9e" providerId="ADAL" clId="{4A876104-3102-4C8D-AE95-BA33508000B9}" dt="2026-03-02T07:25:01.354" v="201"/>
        <pc:sldMkLst>
          <pc:docMk/>
          <pc:sldMk cId="1328483377" sldId="277"/>
        </pc:sldMkLst>
        <pc:spChg chg="mod">
          <ac:chgData name="Åke Larsson" userId="8ae1e830-93d6-48cf-9b1c-651031339b9e" providerId="ADAL" clId="{4A876104-3102-4C8D-AE95-BA33508000B9}" dt="2026-03-02T07:25:01.354" v="201"/>
          <ac:spMkLst>
            <pc:docMk/>
            <pc:sldMk cId="1328483377" sldId="277"/>
            <ac:spMk id="4" creationId="{5F8B2E2C-860A-D2BF-E413-94EFA20188A0}"/>
          </ac:spMkLst>
        </pc:spChg>
      </pc:sldChg>
      <pc:sldChg chg="del">
        <pc:chgData name="Åke Larsson" userId="8ae1e830-93d6-48cf-9b1c-651031339b9e" providerId="ADAL" clId="{4A876104-3102-4C8D-AE95-BA33508000B9}" dt="2026-02-27T09:51:01.169" v="0" actId="47"/>
        <pc:sldMkLst>
          <pc:docMk/>
          <pc:sldMk cId="2898110084" sldId="277"/>
        </pc:sldMkLst>
      </pc:sldChg>
      <pc:sldChg chg="add del">
        <pc:chgData name="Åke Larsson" userId="8ae1e830-93d6-48cf-9b1c-651031339b9e" providerId="ADAL" clId="{4A876104-3102-4C8D-AE95-BA33508000B9}" dt="2026-02-27T11:34:04.199" v="117" actId="47"/>
        <pc:sldMkLst>
          <pc:docMk/>
          <pc:sldMk cId="3797899887" sldId="277"/>
        </pc:sldMkLst>
      </pc:sldChg>
      <pc:sldChg chg="del">
        <pc:chgData name="Åke Larsson" userId="8ae1e830-93d6-48cf-9b1c-651031339b9e" providerId="ADAL" clId="{4A876104-3102-4C8D-AE95-BA33508000B9}" dt="2026-02-27T09:51:01.169" v="0" actId="47"/>
        <pc:sldMkLst>
          <pc:docMk/>
          <pc:sldMk cId="862786369" sldId="278"/>
        </pc:sldMkLst>
      </pc:sldChg>
      <pc:sldChg chg="add del">
        <pc:chgData name="Åke Larsson" userId="8ae1e830-93d6-48cf-9b1c-651031339b9e" providerId="ADAL" clId="{4A876104-3102-4C8D-AE95-BA33508000B9}" dt="2026-02-27T11:34:04.199" v="117" actId="47"/>
        <pc:sldMkLst>
          <pc:docMk/>
          <pc:sldMk cId="873930755" sldId="278"/>
        </pc:sldMkLst>
      </pc:sldChg>
      <pc:sldChg chg="modSp add modNotes">
        <pc:chgData name="Åke Larsson" userId="8ae1e830-93d6-48cf-9b1c-651031339b9e" providerId="ADAL" clId="{4A876104-3102-4C8D-AE95-BA33508000B9}" dt="2026-03-02T07:25:17.643" v="202"/>
        <pc:sldMkLst>
          <pc:docMk/>
          <pc:sldMk cId="3716673182" sldId="278"/>
        </pc:sldMkLst>
        <pc:spChg chg="mod">
          <ac:chgData name="Åke Larsson" userId="8ae1e830-93d6-48cf-9b1c-651031339b9e" providerId="ADAL" clId="{4A876104-3102-4C8D-AE95-BA33508000B9}" dt="2026-03-02T07:25:17.643" v="202"/>
          <ac:spMkLst>
            <pc:docMk/>
            <pc:sldMk cId="3716673182" sldId="278"/>
            <ac:spMk id="4" creationId="{D73A382F-D919-C50A-C330-4B7759A9C233}"/>
          </ac:spMkLst>
        </pc:spChg>
      </pc:sldChg>
      <pc:sldChg chg="del">
        <pc:chgData name="Åke Larsson" userId="8ae1e830-93d6-48cf-9b1c-651031339b9e" providerId="ADAL" clId="{4A876104-3102-4C8D-AE95-BA33508000B9}" dt="2026-02-27T09:51:01.169" v="0" actId="47"/>
        <pc:sldMkLst>
          <pc:docMk/>
          <pc:sldMk cId="2212541587" sldId="279"/>
        </pc:sldMkLst>
      </pc:sldChg>
      <pc:sldChg chg="add del">
        <pc:chgData name="Åke Larsson" userId="8ae1e830-93d6-48cf-9b1c-651031339b9e" providerId="ADAL" clId="{4A876104-3102-4C8D-AE95-BA33508000B9}" dt="2026-02-27T11:34:04.199" v="117" actId="47"/>
        <pc:sldMkLst>
          <pc:docMk/>
          <pc:sldMk cId="3040992903" sldId="279"/>
        </pc:sldMkLst>
      </pc:sldChg>
      <pc:sldChg chg="modSp add modNotes">
        <pc:chgData name="Åke Larsson" userId="8ae1e830-93d6-48cf-9b1c-651031339b9e" providerId="ADAL" clId="{4A876104-3102-4C8D-AE95-BA33508000B9}" dt="2026-03-02T07:25:31.945" v="203"/>
        <pc:sldMkLst>
          <pc:docMk/>
          <pc:sldMk cId="3068207319" sldId="279"/>
        </pc:sldMkLst>
        <pc:spChg chg="mod">
          <ac:chgData name="Åke Larsson" userId="8ae1e830-93d6-48cf-9b1c-651031339b9e" providerId="ADAL" clId="{4A876104-3102-4C8D-AE95-BA33508000B9}" dt="2026-03-02T07:25:31.945" v="203"/>
          <ac:spMkLst>
            <pc:docMk/>
            <pc:sldMk cId="3068207319" sldId="279"/>
            <ac:spMk id="4" creationId="{3CD76DF2-4C8A-AE09-71DF-E9F10233DDE0}"/>
          </ac:spMkLst>
        </pc:spChg>
      </pc:sldChg>
      <pc:sldChg chg="add del">
        <pc:chgData name="Åke Larsson" userId="8ae1e830-93d6-48cf-9b1c-651031339b9e" providerId="ADAL" clId="{4A876104-3102-4C8D-AE95-BA33508000B9}" dt="2026-02-27T11:34:04.199" v="117" actId="47"/>
        <pc:sldMkLst>
          <pc:docMk/>
          <pc:sldMk cId="2090036907" sldId="280"/>
        </pc:sldMkLst>
      </pc:sldChg>
      <pc:sldChg chg="modSp add modNotes">
        <pc:chgData name="Åke Larsson" userId="8ae1e830-93d6-48cf-9b1c-651031339b9e" providerId="ADAL" clId="{4A876104-3102-4C8D-AE95-BA33508000B9}" dt="2026-03-02T07:25:55.795" v="204"/>
        <pc:sldMkLst>
          <pc:docMk/>
          <pc:sldMk cId="2307278145" sldId="280"/>
        </pc:sldMkLst>
        <pc:spChg chg="mod">
          <ac:chgData name="Åke Larsson" userId="8ae1e830-93d6-48cf-9b1c-651031339b9e" providerId="ADAL" clId="{4A876104-3102-4C8D-AE95-BA33508000B9}" dt="2026-03-02T07:25:55.795" v="204"/>
          <ac:spMkLst>
            <pc:docMk/>
            <pc:sldMk cId="2307278145" sldId="280"/>
            <ac:spMk id="4" creationId="{9CC32217-0733-9D08-7B1A-ADCD5157AF5D}"/>
          </ac:spMkLst>
        </pc:spChg>
      </pc:sldChg>
      <pc:sldChg chg="del">
        <pc:chgData name="Åke Larsson" userId="8ae1e830-93d6-48cf-9b1c-651031339b9e" providerId="ADAL" clId="{4A876104-3102-4C8D-AE95-BA33508000B9}" dt="2026-02-27T09:51:01.169" v="0" actId="47"/>
        <pc:sldMkLst>
          <pc:docMk/>
          <pc:sldMk cId="3014864901" sldId="280"/>
        </pc:sldMkLst>
      </pc:sldChg>
      <pc:sldChg chg="add del">
        <pc:chgData name="Åke Larsson" userId="8ae1e830-93d6-48cf-9b1c-651031339b9e" providerId="ADAL" clId="{4A876104-3102-4C8D-AE95-BA33508000B9}" dt="2026-02-27T11:34:04.199" v="117" actId="47"/>
        <pc:sldMkLst>
          <pc:docMk/>
          <pc:sldMk cId="885572991" sldId="281"/>
        </pc:sldMkLst>
      </pc:sldChg>
      <pc:sldChg chg="del">
        <pc:chgData name="Åke Larsson" userId="8ae1e830-93d6-48cf-9b1c-651031339b9e" providerId="ADAL" clId="{4A876104-3102-4C8D-AE95-BA33508000B9}" dt="2026-02-27T09:51:01.169" v="0" actId="47"/>
        <pc:sldMkLst>
          <pc:docMk/>
          <pc:sldMk cId="1996524141" sldId="281"/>
        </pc:sldMkLst>
      </pc:sldChg>
      <pc:sldChg chg="modSp add modNotes">
        <pc:chgData name="Åke Larsson" userId="8ae1e830-93d6-48cf-9b1c-651031339b9e" providerId="ADAL" clId="{4A876104-3102-4C8D-AE95-BA33508000B9}" dt="2026-03-02T07:26:12.448" v="205"/>
        <pc:sldMkLst>
          <pc:docMk/>
          <pc:sldMk cId="2521156361" sldId="281"/>
        </pc:sldMkLst>
        <pc:spChg chg="mod">
          <ac:chgData name="Åke Larsson" userId="8ae1e830-93d6-48cf-9b1c-651031339b9e" providerId="ADAL" clId="{4A876104-3102-4C8D-AE95-BA33508000B9}" dt="2026-03-02T07:26:12.448" v="205"/>
          <ac:spMkLst>
            <pc:docMk/>
            <pc:sldMk cId="2521156361" sldId="281"/>
            <ac:spMk id="4" creationId="{B92F7D87-117D-24CD-A1FB-A81ED6304BF3}"/>
          </ac:spMkLst>
        </pc:spChg>
      </pc:sldChg>
      <pc:sldChg chg="modSp add modNotes">
        <pc:chgData name="Åke Larsson" userId="8ae1e830-93d6-48cf-9b1c-651031339b9e" providerId="ADAL" clId="{4A876104-3102-4C8D-AE95-BA33508000B9}" dt="2026-03-02T07:26:37.593" v="206"/>
        <pc:sldMkLst>
          <pc:docMk/>
          <pc:sldMk cId="289347438" sldId="282"/>
        </pc:sldMkLst>
        <pc:spChg chg="mod">
          <ac:chgData name="Åke Larsson" userId="8ae1e830-93d6-48cf-9b1c-651031339b9e" providerId="ADAL" clId="{4A876104-3102-4C8D-AE95-BA33508000B9}" dt="2026-03-02T07:26:37.593" v="206"/>
          <ac:spMkLst>
            <pc:docMk/>
            <pc:sldMk cId="289347438" sldId="282"/>
            <ac:spMk id="4" creationId="{1D61F8F6-1CA0-18DD-CEAB-BB5D813B7799}"/>
          </ac:spMkLst>
        </pc:spChg>
      </pc:sldChg>
      <pc:sldChg chg="del">
        <pc:chgData name="Åke Larsson" userId="8ae1e830-93d6-48cf-9b1c-651031339b9e" providerId="ADAL" clId="{4A876104-3102-4C8D-AE95-BA33508000B9}" dt="2026-02-27T09:51:01.169" v="0" actId="47"/>
        <pc:sldMkLst>
          <pc:docMk/>
          <pc:sldMk cId="946469958" sldId="282"/>
        </pc:sldMkLst>
      </pc:sldChg>
      <pc:sldChg chg="add del">
        <pc:chgData name="Åke Larsson" userId="8ae1e830-93d6-48cf-9b1c-651031339b9e" providerId="ADAL" clId="{4A876104-3102-4C8D-AE95-BA33508000B9}" dt="2026-02-27T11:34:04.199" v="117" actId="47"/>
        <pc:sldMkLst>
          <pc:docMk/>
          <pc:sldMk cId="3112127732" sldId="282"/>
        </pc:sldMkLst>
      </pc:sldChg>
      <pc:sldChg chg="add del">
        <pc:chgData name="Åke Larsson" userId="8ae1e830-93d6-48cf-9b1c-651031339b9e" providerId="ADAL" clId="{4A876104-3102-4C8D-AE95-BA33508000B9}" dt="2026-02-27T11:34:04.199" v="117" actId="47"/>
        <pc:sldMkLst>
          <pc:docMk/>
          <pc:sldMk cId="9622792" sldId="283"/>
        </pc:sldMkLst>
      </pc:sldChg>
      <pc:sldChg chg="modSp add modNotes">
        <pc:chgData name="Åke Larsson" userId="8ae1e830-93d6-48cf-9b1c-651031339b9e" providerId="ADAL" clId="{4A876104-3102-4C8D-AE95-BA33508000B9}" dt="2026-03-02T07:27:13.162" v="207"/>
        <pc:sldMkLst>
          <pc:docMk/>
          <pc:sldMk cId="990711955" sldId="283"/>
        </pc:sldMkLst>
        <pc:spChg chg="mod">
          <ac:chgData name="Åke Larsson" userId="8ae1e830-93d6-48cf-9b1c-651031339b9e" providerId="ADAL" clId="{4A876104-3102-4C8D-AE95-BA33508000B9}" dt="2026-03-02T07:27:13.162" v="207"/>
          <ac:spMkLst>
            <pc:docMk/>
            <pc:sldMk cId="990711955" sldId="283"/>
            <ac:spMk id="4" creationId="{34028EAD-2634-29E4-B085-041C0E8683C4}"/>
          </ac:spMkLst>
        </pc:spChg>
      </pc:sldChg>
      <pc:sldChg chg="del">
        <pc:chgData name="Åke Larsson" userId="8ae1e830-93d6-48cf-9b1c-651031339b9e" providerId="ADAL" clId="{4A876104-3102-4C8D-AE95-BA33508000B9}" dt="2026-02-27T09:51:01.169" v="0" actId="47"/>
        <pc:sldMkLst>
          <pc:docMk/>
          <pc:sldMk cId="4098321468" sldId="283"/>
        </pc:sldMkLst>
      </pc:sldChg>
      <pc:sldChg chg="del">
        <pc:chgData name="Åke Larsson" userId="8ae1e830-93d6-48cf-9b1c-651031339b9e" providerId="ADAL" clId="{4A876104-3102-4C8D-AE95-BA33508000B9}" dt="2026-02-27T09:51:01.169" v="0" actId="47"/>
        <pc:sldMkLst>
          <pc:docMk/>
          <pc:sldMk cId="2308072733" sldId="284"/>
        </pc:sldMkLst>
      </pc:sldChg>
      <pc:sldChg chg="add">
        <pc:chgData name="Åke Larsson" userId="8ae1e830-93d6-48cf-9b1c-651031339b9e" providerId="ADAL" clId="{4A876104-3102-4C8D-AE95-BA33508000B9}" dt="2026-02-27T11:34:41.422" v="138"/>
        <pc:sldMkLst>
          <pc:docMk/>
          <pc:sldMk cId="2423818304" sldId="284"/>
        </pc:sldMkLst>
      </pc:sldChg>
      <pc:sldChg chg="add del">
        <pc:chgData name="Åke Larsson" userId="8ae1e830-93d6-48cf-9b1c-651031339b9e" providerId="ADAL" clId="{4A876104-3102-4C8D-AE95-BA33508000B9}" dt="2026-02-27T11:34:04.199" v="117" actId="47"/>
        <pc:sldMkLst>
          <pc:docMk/>
          <pc:sldMk cId="2455179625" sldId="284"/>
        </pc:sldMkLst>
      </pc:sldChg>
      <pc:sldChg chg="del">
        <pc:chgData name="Åke Larsson" userId="8ae1e830-93d6-48cf-9b1c-651031339b9e" providerId="ADAL" clId="{4A876104-3102-4C8D-AE95-BA33508000B9}" dt="2026-02-27T09:51:01.169" v="0" actId="47"/>
        <pc:sldMkLst>
          <pc:docMk/>
          <pc:sldMk cId="2757649702" sldId="285"/>
        </pc:sldMkLst>
      </pc:sldChg>
      <pc:sldChg chg="add">
        <pc:chgData name="Åke Larsson" userId="8ae1e830-93d6-48cf-9b1c-651031339b9e" providerId="ADAL" clId="{4A876104-3102-4C8D-AE95-BA33508000B9}" dt="2026-02-27T11:34:41.628" v="139"/>
        <pc:sldMkLst>
          <pc:docMk/>
          <pc:sldMk cId="3133913182" sldId="285"/>
        </pc:sldMkLst>
      </pc:sldChg>
      <pc:sldChg chg="add del">
        <pc:chgData name="Åke Larsson" userId="8ae1e830-93d6-48cf-9b1c-651031339b9e" providerId="ADAL" clId="{4A876104-3102-4C8D-AE95-BA33508000B9}" dt="2026-02-27T11:34:04.199" v="117" actId="47"/>
        <pc:sldMkLst>
          <pc:docMk/>
          <pc:sldMk cId="3268975725" sldId="285"/>
        </pc:sldMkLst>
      </pc:sldChg>
      <pc:sldChg chg="add del">
        <pc:chgData name="Åke Larsson" userId="8ae1e830-93d6-48cf-9b1c-651031339b9e" providerId="ADAL" clId="{4A876104-3102-4C8D-AE95-BA33508000B9}" dt="2026-02-27T11:34:04.199" v="117" actId="47"/>
        <pc:sldMkLst>
          <pc:docMk/>
          <pc:sldMk cId="139334113" sldId="286"/>
        </pc:sldMkLst>
      </pc:sldChg>
      <pc:sldChg chg="del">
        <pc:chgData name="Åke Larsson" userId="8ae1e830-93d6-48cf-9b1c-651031339b9e" providerId="ADAL" clId="{4A876104-3102-4C8D-AE95-BA33508000B9}" dt="2026-02-27T09:51:01.169" v="0" actId="47"/>
        <pc:sldMkLst>
          <pc:docMk/>
          <pc:sldMk cId="1620764200" sldId="286"/>
        </pc:sldMkLst>
      </pc:sldChg>
      <pc:sldChg chg="add">
        <pc:chgData name="Åke Larsson" userId="8ae1e830-93d6-48cf-9b1c-651031339b9e" providerId="ADAL" clId="{4A876104-3102-4C8D-AE95-BA33508000B9}" dt="2026-02-27T11:34:41.822" v="140"/>
        <pc:sldMkLst>
          <pc:docMk/>
          <pc:sldMk cId="2000259225" sldId="286"/>
        </pc:sldMkLst>
      </pc:sldChg>
      <pc:sldChg chg="del">
        <pc:chgData name="Åke Larsson" userId="8ae1e830-93d6-48cf-9b1c-651031339b9e" providerId="ADAL" clId="{4A876104-3102-4C8D-AE95-BA33508000B9}" dt="2026-02-27T09:51:01.169" v="0" actId="47"/>
        <pc:sldMkLst>
          <pc:docMk/>
          <pc:sldMk cId="351109394" sldId="287"/>
        </pc:sldMkLst>
      </pc:sldChg>
      <pc:sldChg chg="add">
        <pc:chgData name="Åke Larsson" userId="8ae1e830-93d6-48cf-9b1c-651031339b9e" providerId="ADAL" clId="{4A876104-3102-4C8D-AE95-BA33508000B9}" dt="2026-02-27T11:34:42.021" v="141"/>
        <pc:sldMkLst>
          <pc:docMk/>
          <pc:sldMk cId="3144174657" sldId="287"/>
        </pc:sldMkLst>
      </pc:sldChg>
      <pc:sldChg chg="del">
        <pc:chgData name="Åke Larsson" userId="8ae1e830-93d6-48cf-9b1c-651031339b9e" providerId="ADAL" clId="{4A876104-3102-4C8D-AE95-BA33508000B9}" dt="2026-02-27T09:51:01.169" v="0" actId="47"/>
        <pc:sldMkLst>
          <pc:docMk/>
          <pc:sldMk cId="2166225981" sldId="288"/>
        </pc:sldMkLst>
      </pc:sldChg>
      <pc:sldChg chg="add">
        <pc:chgData name="Åke Larsson" userId="8ae1e830-93d6-48cf-9b1c-651031339b9e" providerId="ADAL" clId="{4A876104-3102-4C8D-AE95-BA33508000B9}" dt="2026-02-27T11:34:42.261" v="142"/>
        <pc:sldMkLst>
          <pc:docMk/>
          <pc:sldMk cId="4146294693" sldId="288"/>
        </pc:sldMkLst>
      </pc:sldChg>
      <pc:sldChg chg="del">
        <pc:chgData name="Åke Larsson" userId="8ae1e830-93d6-48cf-9b1c-651031339b9e" providerId="ADAL" clId="{4A876104-3102-4C8D-AE95-BA33508000B9}" dt="2026-02-27T09:51:01.169" v="0" actId="47"/>
        <pc:sldMkLst>
          <pc:docMk/>
          <pc:sldMk cId="2976029016" sldId="289"/>
        </pc:sldMkLst>
      </pc:sldChg>
      <pc:sldChg chg="del">
        <pc:chgData name="Åke Larsson" userId="8ae1e830-93d6-48cf-9b1c-651031339b9e" providerId="ADAL" clId="{4A876104-3102-4C8D-AE95-BA33508000B9}" dt="2026-02-27T09:51:01.169" v="0" actId="47"/>
        <pc:sldMkLst>
          <pc:docMk/>
          <pc:sldMk cId="3732919461" sldId="291"/>
        </pc:sldMkLst>
      </pc:sldChg>
      <pc:sldChg chg="del">
        <pc:chgData name="Åke Larsson" userId="8ae1e830-93d6-48cf-9b1c-651031339b9e" providerId="ADAL" clId="{4A876104-3102-4C8D-AE95-BA33508000B9}" dt="2026-02-27T09:51:01.169" v="0" actId="47"/>
        <pc:sldMkLst>
          <pc:docMk/>
          <pc:sldMk cId="2042268578" sldId="293"/>
        </pc:sldMkLst>
      </pc:sldChg>
      <pc:sldChg chg="del">
        <pc:chgData name="Åke Larsson" userId="8ae1e830-93d6-48cf-9b1c-651031339b9e" providerId="ADAL" clId="{4A876104-3102-4C8D-AE95-BA33508000B9}" dt="2026-02-27T09:51:01.169" v="0" actId="47"/>
        <pc:sldMkLst>
          <pc:docMk/>
          <pc:sldMk cId="3429202744" sldId="294"/>
        </pc:sldMkLst>
      </pc:sldChg>
      <pc:sldChg chg="del">
        <pc:chgData name="Åke Larsson" userId="8ae1e830-93d6-48cf-9b1c-651031339b9e" providerId="ADAL" clId="{4A876104-3102-4C8D-AE95-BA33508000B9}" dt="2026-02-27T09:51:01.169" v="0" actId="47"/>
        <pc:sldMkLst>
          <pc:docMk/>
          <pc:sldMk cId="3604088744" sldId="295"/>
        </pc:sldMkLst>
      </pc:sldChg>
      <pc:sldChg chg="del">
        <pc:chgData name="Åke Larsson" userId="8ae1e830-93d6-48cf-9b1c-651031339b9e" providerId="ADAL" clId="{4A876104-3102-4C8D-AE95-BA33508000B9}" dt="2026-02-27T09:51:01.169" v="0" actId="47"/>
        <pc:sldMkLst>
          <pc:docMk/>
          <pc:sldMk cId="2081717481" sldId="296"/>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FB8D0E-4053-431A-B8E3-715C63B8D349}"/>
              </a:ext>
            </a:extLst>
          </p:cNvPr>
          <p:cNvSpPr>
            <a:spLocks noGrp="1"/>
          </p:cNvSpPr>
          <p:nvPr>
            <p:ph type="hdr" sz="quarter"/>
          </p:nvPr>
        </p:nvSpPr>
        <p:spPr>
          <a:xfrm>
            <a:off x="0" y="0"/>
            <a:ext cx="2612571" cy="458788"/>
          </a:xfrm>
          <a:prstGeom prst="rect">
            <a:avLst/>
          </a:prstGeom>
        </p:spPr>
        <p:txBody>
          <a:bodyPr vert="horz" lIns="91440" tIns="45720" rIns="91440" bIns="45720" rtlCol="0"/>
          <a:lstStyle>
            <a:lvl1pPr algn="l">
              <a:defRPr sz="1200"/>
            </a:lvl1pPr>
          </a:lstStyle>
          <a:p>
            <a:endParaRPr lang="en-GB" sz="1000" dirty="0"/>
          </a:p>
        </p:txBody>
      </p:sp>
      <p:sp>
        <p:nvSpPr>
          <p:cNvPr id="3" name="Date Placeholder 2">
            <a:extLst>
              <a:ext uri="{FF2B5EF4-FFF2-40B4-BE49-F238E27FC236}">
                <a16:creationId xmlns:a16="http://schemas.microsoft.com/office/drawing/2014/main" id="{4E3A7CD0-D27C-48B0-8027-9C8876D5C8FF}"/>
              </a:ext>
            </a:extLst>
          </p:cNvPr>
          <p:cNvSpPr>
            <a:spLocks noGrp="1"/>
          </p:cNvSpPr>
          <p:nvPr>
            <p:ph type="dt" sz="quarter" idx="1"/>
          </p:nvPr>
        </p:nvSpPr>
        <p:spPr>
          <a:xfrm>
            <a:off x="4125685" y="0"/>
            <a:ext cx="2730727" cy="458788"/>
          </a:xfrm>
          <a:prstGeom prst="rect">
            <a:avLst/>
          </a:prstGeom>
        </p:spPr>
        <p:txBody>
          <a:bodyPr vert="horz" lIns="91440" tIns="45720" rIns="91440" bIns="45720" rtlCol="0"/>
          <a:lstStyle>
            <a:lvl1pPr algn="r">
              <a:defRPr sz="1200"/>
            </a:lvl1pPr>
          </a:lstStyle>
          <a:p>
            <a:fld id="{1E9BBD7F-E87C-4D5B-84DA-2F37CC44F185}" type="datetimeFigureOut">
              <a:rPr lang="en-GB" sz="1000" smtClean="0"/>
              <a:t>16/03/2026</a:t>
            </a:fld>
            <a:endParaRPr lang="en-GB" sz="1000" dirty="0"/>
          </a:p>
        </p:txBody>
      </p:sp>
      <p:sp>
        <p:nvSpPr>
          <p:cNvPr id="4" name="Footer Placeholder 3">
            <a:extLst>
              <a:ext uri="{FF2B5EF4-FFF2-40B4-BE49-F238E27FC236}">
                <a16:creationId xmlns:a16="http://schemas.microsoft.com/office/drawing/2014/main" id="{DCFCF483-1D2B-4799-84AB-AE11BBAA3E46}"/>
              </a:ext>
            </a:extLst>
          </p:cNvPr>
          <p:cNvSpPr>
            <a:spLocks noGrp="1"/>
          </p:cNvSpPr>
          <p:nvPr>
            <p:ph type="ftr" sz="quarter" idx="2"/>
          </p:nvPr>
        </p:nvSpPr>
        <p:spPr>
          <a:xfrm>
            <a:off x="0" y="8685213"/>
            <a:ext cx="2612571" cy="458787"/>
          </a:xfrm>
          <a:prstGeom prst="rect">
            <a:avLst/>
          </a:prstGeom>
        </p:spPr>
        <p:txBody>
          <a:bodyPr vert="horz" lIns="91440" tIns="45720" rIns="91440" bIns="45720" rtlCol="0" anchor="b"/>
          <a:lstStyle>
            <a:lvl1pPr algn="l">
              <a:defRPr sz="1200"/>
            </a:lvl1pPr>
          </a:lstStyle>
          <a:p>
            <a:endParaRPr lang="en-GB" sz="1000" dirty="0"/>
          </a:p>
        </p:txBody>
      </p:sp>
      <p:sp>
        <p:nvSpPr>
          <p:cNvPr id="5" name="Slide Number Placeholder 4">
            <a:extLst>
              <a:ext uri="{FF2B5EF4-FFF2-40B4-BE49-F238E27FC236}">
                <a16:creationId xmlns:a16="http://schemas.microsoft.com/office/drawing/2014/main" id="{98A4B3EF-9BBD-4B14-8B6B-B9875FFE6508}"/>
              </a:ext>
            </a:extLst>
          </p:cNvPr>
          <p:cNvSpPr>
            <a:spLocks noGrp="1"/>
          </p:cNvSpPr>
          <p:nvPr>
            <p:ph type="sldNum" sz="quarter" idx="3"/>
          </p:nvPr>
        </p:nvSpPr>
        <p:spPr>
          <a:xfrm>
            <a:off x="4125685" y="8685213"/>
            <a:ext cx="2730727" cy="458787"/>
          </a:xfrm>
          <a:prstGeom prst="rect">
            <a:avLst/>
          </a:prstGeom>
        </p:spPr>
        <p:txBody>
          <a:bodyPr vert="horz" lIns="91440" tIns="45720" rIns="91440" bIns="45720" rtlCol="0" anchor="b"/>
          <a:lstStyle>
            <a:lvl1pPr algn="r">
              <a:defRPr sz="1200"/>
            </a:lvl1pPr>
          </a:lstStyle>
          <a:p>
            <a:fld id="{EB2DDBF9-5C9B-473C-B52F-89A8EDE9AC63}" type="slidenum">
              <a:rPr lang="en-GB" sz="1000" smtClean="0"/>
              <a:t>‹#›</a:t>
            </a:fld>
            <a:endParaRPr lang="en-GB" sz="1000" dirty="0"/>
          </a:p>
        </p:txBody>
      </p:sp>
      <p:pic>
        <p:nvPicPr>
          <p:cNvPr id="6" name="Graphic 5">
            <a:extLst>
              <a:ext uri="{FF2B5EF4-FFF2-40B4-BE49-F238E27FC236}">
                <a16:creationId xmlns:a16="http://schemas.microsoft.com/office/drawing/2014/main" id="{6F43B242-8F36-4774-BE21-AD5D709CBE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996" y="8841864"/>
            <a:ext cx="982007" cy="145483"/>
          </a:xfrm>
          <a:prstGeom prst="rect">
            <a:avLst/>
          </a:prstGeom>
        </p:spPr>
      </p:pic>
    </p:spTree>
    <p:extLst>
      <p:ext uri="{BB962C8B-B14F-4D97-AF65-F5344CB8AC3E}">
        <p14:creationId xmlns:p14="http://schemas.microsoft.com/office/powerpoint/2010/main" val="2328810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48643" cy="458788"/>
          </a:xfrm>
          <a:prstGeom prst="rect">
            <a:avLst/>
          </a:prstGeom>
        </p:spPr>
        <p:txBody>
          <a:bodyPr vert="horz" lIns="91440" tIns="45720" rIns="91440" bIns="45720" rtlCol="0"/>
          <a:lstStyle>
            <a:lvl1pPr algn="l">
              <a:defRPr sz="1000"/>
            </a:lvl1pPr>
          </a:lstStyle>
          <a:p>
            <a:endParaRPr lang="en-GB" dirty="0"/>
          </a:p>
        </p:txBody>
      </p:sp>
      <p:sp>
        <p:nvSpPr>
          <p:cNvPr id="3" name="Date Placeholder 2"/>
          <p:cNvSpPr>
            <a:spLocks noGrp="1"/>
          </p:cNvSpPr>
          <p:nvPr>
            <p:ph type="dt" idx="1"/>
          </p:nvPr>
        </p:nvSpPr>
        <p:spPr>
          <a:xfrm>
            <a:off x="4147457" y="0"/>
            <a:ext cx="2708956" cy="458788"/>
          </a:xfrm>
          <a:prstGeom prst="rect">
            <a:avLst/>
          </a:prstGeom>
        </p:spPr>
        <p:txBody>
          <a:bodyPr vert="horz" lIns="91440" tIns="45720" rIns="91440" bIns="45720" rtlCol="0"/>
          <a:lstStyle>
            <a:lvl1pPr algn="r">
              <a:defRPr sz="1000"/>
            </a:lvl1pPr>
          </a:lstStyle>
          <a:p>
            <a:fld id="{1A266A4F-91A0-4919-BC8C-42B666F37B80}" type="datetimeFigureOut">
              <a:rPr lang="en-GB" smtClean="0"/>
              <a:pPr/>
              <a:t>16/03/2026</a:t>
            </a:fld>
            <a:endParaRPr lang="en-GB" dirty="0"/>
          </a:p>
        </p:txBody>
      </p:sp>
      <p:sp>
        <p:nvSpPr>
          <p:cNvPr id="4" name="Slide Image Placeholder 3"/>
          <p:cNvSpPr>
            <a:spLocks noGrp="1" noRot="1" noChangeAspect="1"/>
          </p:cNvSpPr>
          <p:nvPr>
            <p:ph type="sldImg" idx="2"/>
          </p:nvPr>
        </p:nvSpPr>
        <p:spPr>
          <a:xfrm>
            <a:off x="685800" y="1143000"/>
            <a:ext cx="4158343" cy="2339068"/>
          </a:xfrm>
          <a:prstGeom prst="rect">
            <a:avLst/>
          </a:prstGeom>
          <a:noFill/>
          <a:ln w="12700">
            <a:solidFill>
              <a:schemeClr val="bg2"/>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652157"/>
            <a:ext cx="5486400" cy="4550229"/>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endParaRPr lang="en-GB" dirty="0"/>
          </a:p>
        </p:txBody>
      </p:sp>
      <p:sp>
        <p:nvSpPr>
          <p:cNvPr id="6" name="Footer Placeholder 5"/>
          <p:cNvSpPr>
            <a:spLocks noGrp="1"/>
          </p:cNvSpPr>
          <p:nvPr>
            <p:ph type="ftr" sz="quarter" idx="4"/>
          </p:nvPr>
        </p:nvSpPr>
        <p:spPr>
          <a:xfrm>
            <a:off x="0" y="8685213"/>
            <a:ext cx="2748643" cy="458787"/>
          </a:xfrm>
          <a:prstGeom prst="rect">
            <a:avLst/>
          </a:prstGeom>
        </p:spPr>
        <p:txBody>
          <a:bodyPr vert="horz" lIns="91440" tIns="45720" rIns="91440" bIns="45720" rtlCol="0" anchor="b"/>
          <a:lstStyle>
            <a:lvl1pPr algn="l">
              <a:defRPr sz="1000"/>
            </a:lvl1pPr>
          </a:lstStyle>
          <a:p>
            <a:endParaRPr lang="en-GB" dirty="0"/>
          </a:p>
        </p:txBody>
      </p:sp>
      <p:sp>
        <p:nvSpPr>
          <p:cNvPr id="7" name="Slide Number Placeholder 6"/>
          <p:cNvSpPr>
            <a:spLocks noGrp="1"/>
          </p:cNvSpPr>
          <p:nvPr>
            <p:ph type="sldNum" sz="quarter" idx="5"/>
          </p:nvPr>
        </p:nvSpPr>
        <p:spPr>
          <a:xfrm>
            <a:off x="4147457" y="8685213"/>
            <a:ext cx="2708956" cy="458787"/>
          </a:xfrm>
          <a:prstGeom prst="rect">
            <a:avLst/>
          </a:prstGeom>
        </p:spPr>
        <p:txBody>
          <a:bodyPr vert="horz" lIns="91440" tIns="45720" rIns="91440" bIns="45720" rtlCol="0" anchor="b"/>
          <a:lstStyle>
            <a:lvl1pPr algn="r">
              <a:defRPr sz="1000"/>
            </a:lvl1pPr>
          </a:lstStyle>
          <a:p>
            <a:fld id="{51CF3995-A0E4-472D-BBAC-D95090DBD551}" type="slidenum">
              <a:rPr lang="en-GB" smtClean="0"/>
              <a:pPr/>
              <a:t>‹#›</a:t>
            </a:fld>
            <a:endParaRPr lang="en-GB" dirty="0"/>
          </a:p>
        </p:txBody>
      </p:sp>
      <p:pic>
        <p:nvPicPr>
          <p:cNvPr id="8" name="Graphic 7">
            <a:extLst>
              <a:ext uri="{FF2B5EF4-FFF2-40B4-BE49-F238E27FC236}">
                <a16:creationId xmlns:a16="http://schemas.microsoft.com/office/drawing/2014/main" id="{31B9EE4C-9F6C-4A27-B96F-37CC6C181F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996" y="8841864"/>
            <a:ext cx="982007" cy="145483"/>
          </a:xfrm>
          <a:prstGeom prst="rect">
            <a:avLst/>
          </a:prstGeom>
        </p:spPr>
      </p:pic>
    </p:spTree>
    <p:extLst>
      <p:ext uri="{BB962C8B-B14F-4D97-AF65-F5344CB8AC3E}">
        <p14:creationId xmlns:p14="http://schemas.microsoft.com/office/powerpoint/2010/main" val="2163638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1</a:t>
            </a:fld>
            <a:endParaRPr lang="en-GB" dirty="0"/>
          </a:p>
        </p:txBody>
      </p:sp>
    </p:spTree>
    <p:extLst>
      <p:ext uri="{BB962C8B-B14F-4D97-AF65-F5344CB8AC3E}">
        <p14:creationId xmlns:p14="http://schemas.microsoft.com/office/powerpoint/2010/main" val="1250794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2</a:t>
            </a:fld>
            <a:endParaRPr lang="en-GB" dirty="0"/>
          </a:p>
        </p:txBody>
      </p:sp>
    </p:spTree>
    <p:extLst>
      <p:ext uri="{BB962C8B-B14F-4D97-AF65-F5344CB8AC3E}">
        <p14:creationId xmlns:p14="http://schemas.microsoft.com/office/powerpoint/2010/main" val="3752190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3</a:t>
            </a:fld>
            <a:endParaRPr lang="en-GB" dirty="0"/>
          </a:p>
        </p:txBody>
      </p:sp>
    </p:spTree>
    <p:extLst>
      <p:ext uri="{BB962C8B-B14F-4D97-AF65-F5344CB8AC3E}">
        <p14:creationId xmlns:p14="http://schemas.microsoft.com/office/powerpoint/2010/main" val="3042099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4</a:t>
            </a:fld>
            <a:endParaRPr lang="en-GB" dirty="0"/>
          </a:p>
        </p:txBody>
      </p:sp>
    </p:spTree>
    <p:extLst>
      <p:ext uri="{BB962C8B-B14F-4D97-AF65-F5344CB8AC3E}">
        <p14:creationId xmlns:p14="http://schemas.microsoft.com/office/powerpoint/2010/main" val="1330560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1 - Start Blue graphic">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8666C960-3936-42E1-B717-9B1D454BACAF}" type="datetime3">
              <a:rPr lang="en-GB" smtClean="0"/>
              <a:t>16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pic>
        <p:nvPicPr>
          <p:cNvPr id="9" name="Picture 8" descr="A picture containing chart&#10;&#10;Description automatically generated">
            <a:extLst>
              <a:ext uri="{FF2B5EF4-FFF2-40B4-BE49-F238E27FC236}">
                <a16:creationId xmlns:a16="http://schemas.microsoft.com/office/drawing/2014/main" id="{94CCA856-6CEE-4A59-8F1B-F51CCE2620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5039D8B-108B-488D-A0EE-320936379B64}"/>
              </a:ext>
            </a:extLst>
          </p:cNvPr>
          <p:cNvSpPr>
            <a:spLocks noGrp="1"/>
          </p:cNvSpPr>
          <p:nvPr>
            <p:ph type="ctrTitle" hasCustomPrompt="1"/>
          </p:nvPr>
        </p:nvSpPr>
        <p:spPr>
          <a:xfrm>
            <a:off x="696000" y="403200"/>
            <a:ext cx="6480000" cy="2660400"/>
          </a:xfrm>
        </p:spPr>
        <p:txBody>
          <a:bodyPr wrap="square" anchor="b">
            <a:noAutofit/>
          </a:bodyPr>
          <a:lstStyle>
            <a:lvl1pPr algn="l">
              <a:defRPr sz="4000">
                <a:solidFill>
                  <a:schemeClr val="bg1"/>
                </a:solidFill>
              </a:defRPr>
            </a:lvl1pPr>
          </a:lstStyle>
          <a:p>
            <a:r>
              <a:rPr lang="en-GB" sz="4000"/>
              <a:t>Heading on maximum three lines</a:t>
            </a: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96000" y="3571200"/>
            <a:ext cx="6480000" cy="360000"/>
          </a:xfrm>
        </p:spPr>
        <p:txBody>
          <a:bodyPr wrap="square" anchor="b" anchorCtr="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pic>
        <p:nvPicPr>
          <p:cNvPr id="7" name="Graphic 6">
            <a:extLst>
              <a:ext uri="{FF2B5EF4-FFF2-40B4-BE49-F238E27FC236}">
                <a16:creationId xmlns:a16="http://schemas.microsoft.com/office/drawing/2014/main" id="{9F16BB6D-5681-456C-BC11-9AC5ACA81652}"/>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260400" y="5943600"/>
            <a:ext cx="2235600" cy="331200"/>
          </a:xfrm>
          <a:prstGeom prst="rect">
            <a:avLst/>
          </a:prstGeom>
        </p:spPr>
      </p:pic>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95325" y="3934800"/>
            <a:ext cx="6480175" cy="230400"/>
          </a:xfrm>
        </p:spPr>
        <p:txBody>
          <a:bodyPr anchor="ctr" anchorCtr="0">
            <a:normAutofit/>
          </a:bodyPr>
          <a:lstStyle>
            <a:lvl1pPr marL="0" indent="0">
              <a:buFontTx/>
              <a:buNone/>
              <a:defRPr sz="12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Tree>
    <p:extLst>
      <p:ext uri="{BB962C8B-B14F-4D97-AF65-F5344CB8AC3E}">
        <p14:creationId xmlns:p14="http://schemas.microsoft.com/office/powerpoint/2010/main" val="330887606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2 Start - Blue bg with picture">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E4BC60C8-230B-4FA5-A25E-6F82944C7BC4}" type="datetime3">
              <a:rPr lang="en-GB" smtClean="0"/>
              <a:t>16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sp>
        <p:nvSpPr>
          <p:cNvPr id="12" name="Rectangle 11">
            <a:extLst>
              <a:ext uri="{FF2B5EF4-FFF2-40B4-BE49-F238E27FC236}">
                <a16:creationId xmlns:a16="http://schemas.microsoft.com/office/drawing/2014/main" id="{D52F0A5F-8E9E-4EEE-8D9A-AC96E5B41395}"/>
              </a:ext>
            </a:extLst>
          </p:cNvPr>
          <p:cNvSpPr>
            <a:spLocks/>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602400" y="3575136"/>
            <a:ext cx="4896000" cy="360000"/>
          </a:xfrm>
        </p:spPr>
        <p:txBody>
          <a:bodyPr wrap="square" anchor="b" anchorCtr="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pic>
        <p:nvPicPr>
          <p:cNvPr id="7" name="Graphic 6">
            <a:extLst>
              <a:ext uri="{FF2B5EF4-FFF2-40B4-BE49-F238E27FC236}">
                <a16:creationId xmlns:a16="http://schemas.microsoft.com/office/drawing/2014/main" id="{9F16BB6D-5681-456C-BC11-9AC5ACA8165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60400" y="5943600"/>
            <a:ext cx="2235600" cy="331200"/>
          </a:xfrm>
          <a:prstGeom prst="rect">
            <a:avLst/>
          </a:prstGeom>
        </p:spPr>
      </p:pic>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602400" y="3934800"/>
            <a:ext cx="4896000" cy="230400"/>
          </a:xfrm>
        </p:spPr>
        <p:txBody>
          <a:bodyPr anchor="ctr" anchorCtr="0">
            <a:normAutofit/>
          </a:bodyPr>
          <a:lstStyle>
            <a:lvl1pPr marL="0" indent="0">
              <a:buFontTx/>
              <a:buNone/>
              <a:defRPr sz="12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
        <p:nvSpPr>
          <p:cNvPr id="11" name="Text Placeholder 10">
            <a:extLst>
              <a:ext uri="{FF2B5EF4-FFF2-40B4-BE49-F238E27FC236}">
                <a16:creationId xmlns:a16="http://schemas.microsoft.com/office/drawing/2014/main" id="{4B6ECD5C-20DB-4B4B-BE32-A3A946DB847B}"/>
              </a:ext>
            </a:extLst>
          </p:cNvPr>
          <p:cNvSpPr>
            <a:spLocks noGrp="1"/>
          </p:cNvSpPr>
          <p:nvPr>
            <p:ph type="body" sz="quarter" idx="14" hasCustomPrompt="1"/>
          </p:nvPr>
        </p:nvSpPr>
        <p:spPr>
          <a:xfrm>
            <a:off x="6602400" y="403200"/>
            <a:ext cx="4896000" cy="2660400"/>
          </a:xfrm>
        </p:spPr>
        <p:txBody>
          <a:bodyPr anchor="b" anchorCtr="0"/>
          <a:lstStyle>
            <a:lvl1pPr marL="0" indent="0">
              <a:lnSpc>
                <a:spcPct val="90000"/>
              </a:lnSpc>
              <a:spcBef>
                <a:spcPts val="0"/>
              </a:spcBef>
              <a:buFontTx/>
              <a:buNone/>
              <a:defRPr sz="3200" b="1">
                <a:solidFill>
                  <a:schemeClr val="bg1"/>
                </a:solidFill>
                <a:latin typeface="+mj-lt"/>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Heading on maximum three lines</a:t>
            </a:r>
          </a:p>
        </p:txBody>
      </p:sp>
      <p:sp>
        <p:nvSpPr>
          <p:cNvPr id="16" name="Picture Placeholder 15">
            <a:extLst>
              <a:ext uri="{FF2B5EF4-FFF2-40B4-BE49-F238E27FC236}">
                <a16:creationId xmlns:a16="http://schemas.microsoft.com/office/drawing/2014/main" id="{A37682AD-C06A-470B-8A6E-10E5CE94D41B}"/>
              </a:ext>
            </a:extLst>
          </p:cNvPr>
          <p:cNvSpPr>
            <a:spLocks noGrp="1"/>
          </p:cNvSpPr>
          <p:nvPr>
            <p:ph type="pic" sz="quarter" idx="15"/>
          </p:nvPr>
        </p:nvSpPr>
        <p:spPr>
          <a:xfrm>
            <a:off x="0" y="0"/>
            <a:ext cx="5871765" cy="6858000"/>
          </a:xfrm>
          <a:custGeom>
            <a:avLst/>
            <a:gdLst>
              <a:gd name="connsiteX0" fmla="*/ 0 w 5871765"/>
              <a:gd name="connsiteY0" fmla="*/ 0 h 6858000"/>
              <a:gd name="connsiteX1" fmla="*/ 5871765 w 5871765"/>
              <a:gd name="connsiteY1" fmla="*/ 0 h 6858000"/>
              <a:gd name="connsiteX2" fmla="*/ 5871765 w 5871765"/>
              <a:gd name="connsiteY2" fmla="*/ 689205 h 6858000"/>
              <a:gd name="connsiteX3" fmla="*/ 5871765 w 5871765"/>
              <a:gd name="connsiteY3" fmla="*/ 696685 h 6858000"/>
              <a:gd name="connsiteX4" fmla="*/ 5868433 w 5871765"/>
              <a:gd name="connsiteY4" fmla="*/ 2034640 h 6858000"/>
              <a:gd name="connsiteX5" fmla="*/ 5863022 w 5871765"/>
              <a:gd name="connsiteY5" fmla="*/ 2695096 h 6858000"/>
              <a:gd name="connsiteX6" fmla="*/ 3558513 w 5871765"/>
              <a:gd name="connsiteY6" fmla="*/ 6784859 h 6858000"/>
              <a:gd name="connsiteX7" fmla="*/ 3431188 w 5871765"/>
              <a:gd name="connsiteY7" fmla="*/ 6858000 h 6858000"/>
              <a:gd name="connsiteX8" fmla="*/ 0 w 587176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1765" h="6858000">
                <a:moveTo>
                  <a:pt x="0" y="0"/>
                </a:moveTo>
                <a:lnTo>
                  <a:pt x="5871765" y="0"/>
                </a:lnTo>
                <a:lnTo>
                  <a:pt x="5871765" y="689205"/>
                </a:lnTo>
                <a:cubicBezTo>
                  <a:pt x="5871765" y="691697"/>
                  <a:pt x="5871765" y="694188"/>
                  <a:pt x="5871765" y="696685"/>
                </a:cubicBezTo>
                <a:lnTo>
                  <a:pt x="5868433" y="2034640"/>
                </a:lnTo>
                <a:lnTo>
                  <a:pt x="5863022" y="2695096"/>
                </a:lnTo>
                <a:cubicBezTo>
                  <a:pt x="5863022" y="4428521"/>
                  <a:pt x="4939986" y="5946249"/>
                  <a:pt x="3558513" y="6784859"/>
                </a:cubicBezTo>
                <a:lnTo>
                  <a:pt x="3431188" y="6858000"/>
                </a:lnTo>
                <a:lnTo>
                  <a:pt x="0" y="6858000"/>
                </a:lnTo>
                <a:close/>
              </a:path>
            </a:pathLst>
          </a:custGeom>
          <a:solidFill>
            <a:schemeClr val="accent2"/>
          </a:solid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Tree>
    <p:extLst>
      <p:ext uri="{BB962C8B-B14F-4D97-AF65-F5344CB8AC3E}">
        <p14:creationId xmlns:p14="http://schemas.microsoft.com/office/powerpoint/2010/main" val="120154951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3 Start - White bg with picture">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15A338BB-21BC-4C89-9008-94B94F845937}" type="datetime3">
              <a:rPr lang="en-GB" smtClean="0"/>
              <a:t>16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sp>
        <p:nvSpPr>
          <p:cNvPr id="14" name="Rectangle 13">
            <a:extLst>
              <a:ext uri="{FF2B5EF4-FFF2-40B4-BE49-F238E27FC236}">
                <a16:creationId xmlns:a16="http://schemas.microsoft.com/office/drawing/2014/main" id="{8D727EF7-D044-4C87-8FDE-8D738300984B}"/>
              </a:ext>
            </a:extLst>
          </p:cNvPr>
          <p:cNvSpPr>
            <a:spLocks/>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602400" y="3575136"/>
            <a:ext cx="4896000" cy="360000"/>
          </a:xfrm>
        </p:spPr>
        <p:txBody>
          <a:bodyPr wrap="square" anchor="b" anchorCtr="0">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602400" y="3934800"/>
            <a:ext cx="4896000" cy="230400"/>
          </a:xfrm>
        </p:spPr>
        <p:txBody>
          <a:bodyPr anchor="ctr" anchorCtr="0">
            <a:normAutofit/>
          </a:bodyPr>
          <a:lstStyle>
            <a:lvl1pPr marL="0" indent="0">
              <a:buFontTx/>
              <a:buNone/>
              <a:defRPr sz="1200">
                <a:solidFill>
                  <a:schemeClr val="tx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
        <p:nvSpPr>
          <p:cNvPr id="11" name="Text Placeholder 10">
            <a:extLst>
              <a:ext uri="{FF2B5EF4-FFF2-40B4-BE49-F238E27FC236}">
                <a16:creationId xmlns:a16="http://schemas.microsoft.com/office/drawing/2014/main" id="{4B6ECD5C-20DB-4B4B-BE32-A3A946DB847B}"/>
              </a:ext>
            </a:extLst>
          </p:cNvPr>
          <p:cNvSpPr>
            <a:spLocks noGrp="1"/>
          </p:cNvSpPr>
          <p:nvPr>
            <p:ph type="body" sz="quarter" idx="14" hasCustomPrompt="1"/>
          </p:nvPr>
        </p:nvSpPr>
        <p:spPr>
          <a:xfrm>
            <a:off x="6602400" y="403200"/>
            <a:ext cx="4896000" cy="2660400"/>
          </a:xfrm>
        </p:spPr>
        <p:txBody>
          <a:bodyPr anchor="b" anchorCtr="0"/>
          <a:lstStyle>
            <a:lvl1pPr marL="0" indent="0">
              <a:lnSpc>
                <a:spcPct val="90000"/>
              </a:lnSpc>
              <a:spcBef>
                <a:spcPts val="0"/>
              </a:spcBef>
              <a:buFontTx/>
              <a:buNone/>
              <a:defRPr sz="3200" b="1">
                <a:solidFill>
                  <a:schemeClr val="tx2"/>
                </a:solidFill>
                <a:latin typeface="+mj-lt"/>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Heading on maximum three lines</a:t>
            </a:r>
            <a:endParaRPr lang="en-GB" dirty="0"/>
          </a:p>
        </p:txBody>
      </p:sp>
      <p:pic>
        <p:nvPicPr>
          <p:cNvPr id="13" name="Graphic 12">
            <a:extLst>
              <a:ext uri="{FF2B5EF4-FFF2-40B4-BE49-F238E27FC236}">
                <a16:creationId xmlns:a16="http://schemas.microsoft.com/office/drawing/2014/main" id="{E27CA6F6-5421-4C17-A69F-75CE7EDA66E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60400" y="5943600"/>
            <a:ext cx="2235600" cy="331200"/>
          </a:xfrm>
          <a:prstGeom prst="rect">
            <a:avLst/>
          </a:prstGeom>
        </p:spPr>
      </p:pic>
      <p:sp>
        <p:nvSpPr>
          <p:cNvPr id="15" name="Picture Placeholder 14">
            <a:extLst>
              <a:ext uri="{FF2B5EF4-FFF2-40B4-BE49-F238E27FC236}">
                <a16:creationId xmlns:a16="http://schemas.microsoft.com/office/drawing/2014/main" id="{5B5E551C-01A5-43C5-B77B-6CCA9F2C3540}"/>
              </a:ext>
            </a:extLst>
          </p:cNvPr>
          <p:cNvSpPr>
            <a:spLocks noGrp="1"/>
          </p:cNvSpPr>
          <p:nvPr>
            <p:ph type="pic" sz="quarter" idx="15"/>
          </p:nvPr>
        </p:nvSpPr>
        <p:spPr>
          <a:xfrm>
            <a:off x="0" y="0"/>
            <a:ext cx="8405813" cy="6858000"/>
          </a:xfrm>
          <a:custGeom>
            <a:avLst/>
            <a:gdLst>
              <a:gd name="connsiteX0" fmla="*/ 0 w 8405813"/>
              <a:gd name="connsiteY0" fmla="*/ 0 h 6858000"/>
              <a:gd name="connsiteX1" fmla="*/ 6760502 w 8405813"/>
              <a:gd name="connsiteY1" fmla="*/ 0 h 6858000"/>
              <a:gd name="connsiteX2" fmla="*/ 6760502 w 8405813"/>
              <a:gd name="connsiteY2" fmla="*/ 1 h 6858000"/>
              <a:gd name="connsiteX3" fmla="*/ 6759457 w 8405813"/>
              <a:gd name="connsiteY3" fmla="*/ 1 h 6858000"/>
              <a:gd name="connsiteX4" fmla="*/ 6742996 w 8405813"/>
              <a:gd name="connsiteY4" fmla="*/ 20330 h 6858000"/>
              <a:gd name="connsiteX5" fmla="*/ 6427502 w 8405813"/>
              <a:gd name="connsiteY5" fmla="*/ 495961 h 6858000"/>
              <a:gd name="connsiteX6" fmla="*/ 8077080 w 8405813"/>
              <a:gd name="connsiteY6" fmla="*/ 6653438 h 6858000"/>
              <a:gd name="connsiteX7" fmla="*/ 8405813 w 8405813"/>
              <a:gd name="connsiteY7" fmla="*/ 6847023 h 6858000"/>
              <a:gd name="connsiteX8" fmla="*/ 8405813 w 8405813"/>
              <a:gd name="connsiteY8" fmla="*/ 6858000 h 6858000"/>
              <a:gd name="connsiteX9" fmla="*/ 0 w 8405813"/>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05813" h="6858000">
                <a:moveTo>
                  <a:pt x="0" y="0"/>
                </a:moveTo>
                <a:lnTo>
                  <a:pt x="6760502" y="0"/>
                </a:lnTo>
                <a:lnTo>
                  <a:pt x="6760502" y="1"/>
                </a:lnTo>
                <a:lnTo>
                  <a:pt x="6759457" y="1"/>
                </a:lnTo>
                <a:lnTo>
                  <a:pt x="6742996" y="20330"/>
                </a:lnTo>
                <a:cubicBezTo>
                  <a:pt x="6628234" y="171582"/>
                  <a:pt x="6522803" y="330397"/>
                  <a:pt x="6427502" y="495961"/>
                </a:cubicBezTo>
                <a:cubicBezTo>
                  <a:pt x="5184060" y="2651811"/>
                  <a:pt x="5922987" y="5408696"/>
                  <a:pt x="8077080" y="6653438"/>
                </a:cubicBezTo>
                <a:lnTo>
                  <a:pt x="8405813" y="6847023"/>
                </a:lnTo>
                <a:lnTo>
                  <a:pt x="8405813" y="6858000"/>
                </a:lnTo>
                <a:lnTo>
                  <a:pt x="0" y="6858000"/>
                </a:lnTo>
                <a:close/>
              </a:path>
            </a:pathLst>
          </a:custGeom>
          <a:blipFill>
            <a:blip r:embed="rId4"/>
            <a:stretch>
              <a:fillRect/>
            </a:stretch>
          </a:blipFill>
        </p:spPr>
        <p:txBody>
          <a:bodyPr wrap="square" tIns="468000" anchor="ctr" anchorCtr="0">
            <a:noAutofit/>
          </a:bodyPr>
          <a:lstStyle>
            <a:lvl1pPr marL="0" indent="0" algn="ctr">
              <a:buFontTx/>
              <a:buNone/>
              <a:defRPr sz="12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40850918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1 - Section divider 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6165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BF3031-97AC-4552-A986-A0C37D622BF6}"/>
              </a:ext>
            </a:extLst>
          </p:cNvPr>
          <p:cNvSpPr>
            <a:spLocks noGrp="1"/>
          </p:cNvSpPr>
          <p:nvPr>
            <p:ph type="title" hasCustomPrompt="1"/>
          </p:nvPr>
        </p:nvSpPr>
        <p:spPr>
          <a:xfrm>
            <a:off x="695325" y="403200"/>
            <a:ext cx="10800000" cy="2664000"/>
          </a:xfrm>
        </p:spPr>
        <p:txBody>
          <a:bodyPr wrap="square" anchor="b"/>
          <a:lstStyle>
            <a:lvl1pPr>
              <a:defRPr sz="4800">
                <a:solidFill>
                  <a:schemeClr val="bg1"/>
                </a:solidFill>
              </a:defRPr>
            </a:lvl1pPr>
          </a:lstStyle>
          <a:p>
            <a:r>
              <a:rPr lang="en-GB" dirty="0"/>
              <a:t>Heading</a:t>
            </a:r>
          </a:p>
        </p:txBody>
      </p:sp>
      <p:sp>
        <p:nvSpPr>
          <p:cNvPr id="3" name="Text Placeholder 2">
            <a:extLst>
              <a:ext uri="{FF2B5EF4-FFF2-40B4-BE49-F238E27FC236}">
                <a16:creationId xmlns:a16="http://schemas.microsoft.com/office/drawing/2014/main" id="{1C17AF8A-09AB-4AB2-A690-C99DEBFC55BE}"/>
              </a:ext>
            </a:extLst>
          </p:cNvPr>
          <p:cNvSpPr>
            <a:spLocks noGrp="1"/>
          </p:cNvSpPr>
          <p:nvPr>
            <p:ph type="body" idx="1" hasCustomPrompt="1"/>
          </p:nvPr>
        </p:nvSpPr>
        <p:spPr>
          <a:xfrm>
            <a:off x="695325" y="3073228"/>
            <a:ext cx="10800000" cy="7200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Sub-heading</a:t>
            </a:r>
          </a:p>
        </p:txBody>
      </p:sp>
      <p:sp>
        <p:nvSpPr>
          <p:cNvPr id="11" name="Date Placeholder 10">
            <a:extLst>
              <a:ext uri="{FF2B5EF4-FFF2-40B4-BE49-F238E27FC236}">
                <a16:creationId xmlns:a16="http://schemas.microsoft.com/office/drawing/2014/main" id="{ED79BB06-335C-4FF0-918A-758D1BC8D60B}"/>
              </a:ext>
            </a:extLst>
          </p:cNvPr>
          <p:cNvSpPr>
            <a:spLocks noGrp="1"/>
          </p:cNvSpPr>
          <p:nvPr>
            <p:ph type="dt" sz="half" idx="10"/>
          </p:nvPr>
        </p:nvSpPr>
        <p:spPr/>
        <p:txBody>
          <a:bodyPr/>
          <a:lstStyle/>
          <a:p>
            <a:fld id="{66979D71-B388-47F5-9B71-F71530ED1A63}" type="datetime3">
              <a:rPr lang="en-GB" smtClean="0"/>
              <a:t>16 March, 2026</a:t>
            </a:fld>
            <a:endParaRPr lang="en-GB" dirty="0"/>
          </a:p>
        </p:txBody>
      </p:sp>
      <p:sp>
        <p:nvSpPr>
          <p:cNvPr id="12" name="Footer Placeholder 11">
            <a:extLst>
              <a:ext uri="{FF2B5EF4-FFF2-40B4-BE49-F238E27FC236}">
                <a16:creationId xmlns:a16="http://schemas.microsoft.com/office/drawing/2014/main" id="{F40096BF-3574-4E20-865B-D2C7F696CDCD}"/>
              </a:ext>
            </a:extLst>
          </p:cNvPr>
          <p:cNvSpPr>
            <a:spLocks noGrp="1"/>
          </p:cNvSpPr>
          <p:nvPr>
            <p:ph type="ftr" sz="quarter" idx="11"/>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8E1CE177-B3B7-4AB3-859D-58DDF835291E}"/>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5850000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2.2 - Section divider snow">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61658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BF3031-97AC-4552-A986-A0C37D622BF6}"/>
              </a:ext>
            </a:extLst>
          </p:cNvPr>
          <p:cNvSpPr>
            <a:spLocks noGrp="1"/>
          </p:cNvSpPr>
          <p:nvPr>
            <p:ph type="title" hasCustomPrompt="1"/>
          </p:nvPr>
        </p:nvSpPr>
        <p:spPr>
          <a:xfrm>
            <a:off x="695325" y="403200"/>
            <a:ext cx="10800000" cy="2664000"/>
          </a:xfrm>
        </p:spPr>
        <p:txBody>
          <a:bodyPr wrap="square" anchor="b"/>
          <a:lstStyle>
            <a:lvl1pPr>
              <a:defRPr sz="4800"/>
            </a:lvl1pPr>
          </a:lstStyle>
          <a:p>
            <a:r>
              <a:rPr lang="en-GB" dirty="0"/>
              <a:t>Heading</a:t>
            </a:r>
          </a:p>
        </p:txBody>
      </p:sp>
      <p:sp>
        <p:nvSpPr>
          <p:cNvPr id="3" name="Text Placeholder 2">
            <a:extLst>
              <a:ext uri="{FF2B5EF4-FFF2-40B4-BE49-F238E27FC236}">
                <a16:creationId xmlns:a16="http://schemas.microsoft.com/office/drawing/2014/main" id="{1C17AF8A-09AB-4AB2-A690-C99DEBFC55BE}"/>
              </a:ext>
            </a:extLst>
          </p:cNvPr>
          <p:cNvSpPr>
            <a:spLocks noGrp="1"/>
          </p:cNvSpPr>
          <p:nvPr>
            <p:ph type="body" idx="1" hasCustomPrompt="1"/>
          </p:nvPr>
        </p:nvSpPr>
        <p:spPr>
          <a:xfrm>
            <a:off x="695325" y="3073228"/>
            <a:ext cx="10800000" cy="720000"/>
          </a:xfrm>
        </p:spPr>
        <p:txBody>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Sub-heading</a:t>
            </a:r>
          </a:p>
        </p:txBody>
      </p:sp>
      <p:sp>
        <p:nvSpPr>
          <p:cNvPr id="11" name="Date Placeholder 10">
            <a:extLst>
              <a:ext uri="{FF2B5EF4-FFF2-40B4-BE49-F238E27FC236}">
                <a16:creationId xmlns:a16="http://schemas.microsoft.com/office/drawing/2014/main" id="{0B2996DB-E4A4-4CB9-B160-9629BA0EF912}"/>
              </a:ext>
            </a:extLst>
          </p:cNvPr>
          <p:cNvSpPr>
            <a:spLocks noGrp="1"/>
          </p:cNvSpPr>
          <p:nvPr>
            <p:ph type="dt" sz="half" idx="10"/>
          </p:nvPr>
        </p:nvSpPr>
        <p:spPr/>
        <p:txBody>
          <a:bodyPr/>
          <a:lstStyle/>
          <a:p>
            <a:fld id="{3647E28B-CAC7-4D42-AD3F-196245E581C0}" type="datetime3">
              <a:rPr lang="en-GB" smtClean="0"/>
              <a:t>16 March, 2026</a:t>
            </a:fld>
            <a:endParaRPr lang="en-GB" dirty="0"/>
          </a:p>
        </p:txBody>
      </p:sp>
      <p:sp>
        <p:nvSpPr>
          <p:cNvPr id="12" name="Footer Placeholder 11">
            <a:extLst>
              <a:ext uri="{FF2B5EF4-FFF2-40B4-BE49-F238E27FC236}">
                <a16:creationId xmlns:a16="http://schemas.microsoft.com/office/drawing/2014/main" id="{EC104C7A-7BFB-4F67-A87B-3890C2C52E15}"/>
              </a:ext>
            </a:extLst>
          </p:cNvPr>
          <p:cNvSpPr>
            <a:spLocks noGrp="1"/>
          </p:cNvSpPr>
          <p:nvPr>
            <p:ph type="ftr" sz="quarter" idx="11"/>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E519083B-7078-4F24-A0F5-A4DD283FF4C9}"/>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1293883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1 Content - Heading and bullet text on white 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A9D44F6-0B03-47DC-850F-E97E645294FF}"/>
              </a:ext>
            </a:extLst>
          </p:cNvPr>
          <p:cNvSpPr>
            <a:spLocks noGrp="1"/>
          </p:cNvSpPr>
          <p:nvPr>
            <p:ph sz="quarter" idx="18"/>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wrap="square"/>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D5493CB7-2F2C-40E8-8B62-32945EFDDF3F}"/>
              </a:ext>
            </a:extLst>
          </p:cNvPr>
          <p:cNvSpPr>
            <a:spLocks noGrp="1"/>
          </p:cNvSpPr>
          <p:nvPr>
            <p:ph type="dt" sz="half" idx="15"/>
          </p:nvPr>
        </p:nvSpPr>
        <p:spPr/>
        <p:txBody>
          <a:bodyPr/>
          <a:lstStyle/>
          <a:p>
            <a:fld id="{0DC9F904-60C8-4872-861F-23C9F1840CFE}" type="datetime3">
              <a:rPr lang="en-GB" smtClean="0"/>
              <a:t>16 March, 2026</a:t>
            </a:fld>
            <a:endParaRPr lang="en-GB" dirty="0"/>
          </a:p>
        </p:txBody>
      </p:sp>
      <p:sp>
        <p:nvSpPr>
          <p:cNvPr id="3" name="Footer Placeholder 2">
            <a:extLst>
              <a:ext uri="{FF2B5EF4-FFF2-40B4-BE49-F238E27FC236}">
                <a16:creationId xmlns:a16="http://schemas.microsoft.com/office/drawing/2014/main" id="{3DF615FA-1CD1-46CD-BD15-A7665D17E5A1}"/>
              </a:ext>
            </a:extLst>
          </p:cNvPr>
          <p:cNvSpPr>
            <a:spLocks noGrp="1"/>
          </p:cNvSpPr>
          <p:nvPr>
            <p:ph type="ftr" sz="quarter" idx="16"/>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4DBAFC1B-31A1-4E01-B1F4-F66707A01BBD}"/>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65387927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2 Content - Heding and bullet text on snow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748D3-BDF4-491B-AA8F-BAF29183165D}"/>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3" name="Date Placeholder 2">
            <a:extLst>
              <a:ext uri="{FF2B5EF4-FFF2-40B4-BE49-F238E27FC236}">
                <a16:creationId xmlns:a16="http://schemas.microsoft.com/office/drawing/2014/main" id="{42DCBB10-8E83-439E-B266-8FC019526EB9}"/>
              </a:ext>
            </a:extLst>
          </p:cNvPr>
          <p:cNvSpPr>
            <a:spLocks noGrp="1"/>
          </p:cNvSpPr>
          <p:nvPr>
            <p:ph type="dt" sz="half" idx="15"/>
          </p:nvPr>
        </p:nvSpPr>
        <p:spPr/>
        <p:txBody>
          <a:bodyPr/>
          <a:lstStyle/>
          <a:p>
            <a:fld id="{8EA04FDE-33C1-472D-9617-FC1A0830BDAD}" type="datetime3">
              <a:rPr lang="en-GB" smtClean="0"/>
              <a:t>16 March, 2026</a:t>
            </a:fld>
            <a:endParaRPr lang="en-GB" dirty="0"/>
          </a:p>
        </p:txBody>
      </p:sp>
      <p:sp>
        <p:nvSpPr>
          <p:cNvPr id="8" name="Footer Placeholder 7">
            <a:extLst>
              <a:ext uri="{FF2B5EF4-FFF2-40B4-BE49-F238E27FC236}">
                <a16:creationId xmlns:a16="http://schemas.microsoft.com/office/drawing/2014/main" id="{95AC7E7D-3352-48D4-9AD9-329C5AACD2C3}"/>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6831967-45E9-4AAE-B1FD-925D1C176C29}"/>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
        <p:nvSpPr>
          <p:cNvPr id="11" name="Content Placeholder 4">
            <a:extLst>
              <a:ext uri="{FF2B5EF4-FFF2-40B4-BE49-F238E27FC236}">
                <a16:creationId xmlns:a16="http://schemas.microsoft.com/office/drawing/2014/main" id="{74FBEE82-4BC3-402D-B19C-C6B4706750F2}"/>
              </a:ext>
            </a:extLst>
          </p:cNvPr>
          <p:cNvSpPr>
            <a:spLocks noGrp="1"/>
          </p:cNvSpPr>
          <p:nvPr>
            <p:ph sz="quarter" idx="18"/>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7405516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3 Content - Heading and bullet text on blu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748D3-BDF4-491B-AA8F-BAF29183165D}"/>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3" name="Date Placeholder 2">
            <a:extLst>
              <a:ext uri="{FF2B5EF4-FFF2-40B4-BE49-F238E27FC236}">
                <a16:creationId xmlns:a16="http://schemas.microsoft.com/office/drawing/2014/main" id="{7E7D6E0E-499D-47FF-8ACF-0369766A8FB7}"/>
              </a:ext>
            </a:extLst>
          </p:cNvPr>
          <p:cNvSpPr>
            <a:spLocks noGrp="1"/>
          </p:cNvSpPr>
          <p:nvPr>
            <p:ph type="dt" sz="half" idx="15"/>
          </p:nvPr>
        </p:nvSpPr>
        <p:spPr/>
        <p:txBody>
          <a:bodyPr/>
          <a:lstStyle/>
          <a:p>
            <a:fld id="{38E1D3EC-A8EE-4AAB-B813-24A449240231}" type="datetime3">
              <a:rPr lang="en-GB" smtClean="0"/>
              <a:t>16 March, 2026</a:t>
            </a:fld>
            <a:endParaRPr lang="en-GB" dirty="0"/>
          </a:p>
        </p:txBody>
      </p:sp>
      <p:sp>
        <p:nvSpPr>
          <p:cNvPr id="8" name="Footer Placeholder 7">
            <a:extLst>
              <a:ext uri="{FF2B5EF4-FFF2-40B4-BE49-F238E27FC236}">
                <a16:creationId xmlns:a16="http://schemas.microsoft.com/office/drawing/2014/main" id="{22550B62-8BBC-453A-9E3B-5F6E0A9CC391}"/>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24FECB8D-711E-48DF-9790-76867C5881CC}"/>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
        <p:nvSpPr>
          <p:cNvPr id="11" name="Content Placeholder 4">
            <a:extLst>
              <a:ext uri="{FF2B5EF4-FFF2-40B4-BE49-F238E27FC236}">
                <a16:creationId xmlns:a16="http://schemas.microsoft.com/office/drawing/2014/main" id="{982DBECE-2A44-42AF-AF45-0CF8B022EEAA}"/>
              </a:ext>
            </a:extLst>
          </p:cNvPr>
          <p:cNvSpPr>
            <a:spLocks noGrp="1"/>
          </p:cNvSpPr>
          <p:nvPr>
            <p:ph sz="quarter" idx="18"/>
          </p:nvPr>
        </p:nvSpPr>
        <p:spPr>
          <a:xfrm>
            <a:off x="696000" y="1773238"/>
            <a:ext cx="8640000"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3611220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5 - Heading with bullet text and chart">
    <p:spTree>
      <p:nvGrpSpPr>
        <p:cNvPr id="1" name=""/>
        <p:cNvGrpSpPr/>
        <p:nvPr/>
      </p:nvGrpSpPr>
      <p:grpSpPr>
        <a:xfrm>
          <a:off x="0" y="0"/>
          <a:ext cx="0" cy="0"/>
          <a:chOff x="0" y="0"/>
          <a:chExt cx="0" cy="0"/>
        </a:xfrm>
      </p:grpSpPr>
      <p:sp>
        <p:nvSpPr>
          <p:cNvPr id="11" name="Content Placeholder 4">
            <a:extLst>
              <a:ext uri="{FF2B5EF4-FFF2-40B4-BE49-F238E27FC236}">
                <a16:creationId xmlns:a16="http://schemas.microsoft.com/office/drawing/2014/main" id="{B987CA4D-64A8-4AD7-96BC-E9C792DB9ED5}"/>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3" name="Content Placeholder 4">
            <a:extLst>
              <a:ext uri="{FF2B5EF4-FFF2-40B4-BE49-F238E27FC236}">
                <a16:creationId xmlns:a16="http://schemas.microsoft.com/office/drawing/2014/main" id="{6E1FE68A-5A81-42C5-8773-BD7A6411EA29}"/>
              </a:ext>
            </a:extLst>
          </p:cNvPr>
          <p:cNvSpPr>
            <a:spLocks noGrp="1"/>
          </p:cNvSpPr>
          <p:nvPr>
            <p:ph sz="quarter" idx="20"/>
          </p:nvPr>
        </p:nvSpPr>
        <p:spPr>
          <a:xfrm>
            <a:off x="6277349"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3A63870A-33B4-4320-BF1B-F61B9E7A1A02}"/>
              </a:ext>
            </a:extLst>
          </p:cNvPr>
          <p:cNvSpPr>
            <a:spLocks noGrp="1"/>
          </p:cNvSpPr>
          <p:nvPr>
            <p:ph type="dt" sz="half" idx="16"/>
          </p:nvPr>
        </p:nvSpPr>
        <p:spPr/>
        <p:txBody>
          <a:bodyPr/>
          <a:lstStyle/>
          <a:p>
            <a:fld id="{087E49D0-E71E-43BF-99CE-D0A50323898E}" type="datetime3">
              <a:rPr lang="en-GB" smtClean="0"/>
              <a:t>16 March, 2026</a:t>
            </a:fld>
            <a:endParaRPr lang="en-GB" dirty="0"/>
          </a:p>
        </p:txBody>
      </p:sp>
      <p:sp>
        <p:nvSpPr>
          <p:cNvPr id="3" name="Footer Placeholder 2">
            <a:extLst>
              <a:ext uri="{FF2B5EF4-FFF2-40B4-BE49-F238E27FC236}">
                <a16:creationId xmlns:a16="http://schemas.microsoft.com/office/drawing/2014/main" id="{729EC4F1-52AB-4D7A-BF66-E0D9AD4A2F7D}"/>
              </a:ext>
            </a:extLst>
          </p:cNvPr>
          <p:cNvSpPr>
            <a:spLocks noGrp="1"/>
          </p:cNvSpPr>
          <p:nvPr>
            <p:ph type="ftr" sz="quarter" idx="17"/>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7E2D947-F5A5-4887-9229-668EB882D1F4}"/>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63182908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6 - Heading with 2 column bullet text snow 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FA1E6D8-E1F1-4280-A066-6C2F248809F0}"/>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FD6628D3-D18C-4AD1-B753-FCA1E24940D3}"/>
              </a:ext>
            </a:extLst>
          </p:cNvPr>
          <p:cNvSpPr>
            <a:spLocks noGrp="1"/>
          </p:cNvSpPr>
          <p:nvPr>
            <p:ph type="dt" sz="half" idx="16"/>
          </p:nvPr>
        </p:nvSpPr>
        <p:spPr/>
        <p:txBody>
          <a:bodyPr/>
          <a:lstStyle/>
          <a:p>
            <a:fld id="{E6656A71-A893-4C7C-996D-E97B65589A14}" type="datetime3">
              <a:rPr lang="en-GB" smtClean="0"/>
              <a:t>16 March, 2026</a:t>
            </a:fld>
            <a:endParaRPr lang="en-GB" dirty="0"/>
          </a:p>
        </p:txBody>
      </p:sp>
      <p:sp>
        <p:nvSpPr>
          <p:cNvPr id="3" name="Footer Placeholder 2">
            <a:extLst>
              <a:ext uri="{FF2B5EF4-FFF2-40B4-BE49-F238E27FC236}">
                <a16:creationId xmlns:a16="http://schemas.microsoft.com/office/drawing/2014/main" id="{E4DA7ED5-2024-413E-BB3D-9AE453DC687E}"/>
              </a:ext>
            </a:extLst>
          </p:cNvPr>
          <p:cNvSpPr>
            <a:spLocks noGrp="1"/>
          </p:cNvSpPr>
          <p:nvPr>
            <p:ph type="ftr" sz="quarter" idx="17"/>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FD19504E-B2DB-40FC-AE80-BE347A4AAC43}"/>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
        <p:nvSpPr>
          <p:cNvPr id="14" name="Content Placeholder 4">
            <a:extLst>
              <a:ext uri="{FF2B5EF4-FFF2-40B4-BE49-F238E27FC236}">
                <a16:creationId xmlns:a16="http://schemas.microsoft.com/office/drawing/2014/main" id="{84B4B4BB-8CF9-4E44-AF74-F38752FF5AC4}"/>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5" name="Content Placeholder 4">
            <a:extLst>
              <a:ext uri="{FF2B5EF4-FFF2-40B4-BE49-F238E27FC236}">
                <a16:creationId xmlns:a16="http://schemas.microsoft.com/office/drawing/2014/main" id="{F692713A-34E6-4E38-93E0-69EA6F4AB483}"/>
              </a:ext>
            </a:extLst>
          </p:cNvPr>
          <p:cNvSpPr>
            <a:spLocks noGrp="1"/>
          </p:cNvSpPr>
          <p:nvPr>
            <p:ph sz="quarter" idx="20"/>
          </p:nvPr>
        </p:nvSpPr>
        <p:spPr>
          <a:xfrm>
            <a:off x="6277349" y="1773238"/>
            <a:ext cx="5219326" cy="424815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621043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7 - Heading with 3 column bullet text/chart right on snow bg ">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7028AB1-123F-4431-A059-3DC7723359CA}"/>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40AB648E-DEBF-4597-B74D-B5F5A98E05FD}"/>
              </a:ext>
            </a:extLst>
          </p:cNvPr>
          <p:cNvSpPr>
            <a:spLocks noGrp="1"/>
          </p:cNvSpPr>
          <p:nvPr>
            <p:ph sz="quarter" idx="17"/>
          </p:nvPr>
        </p:nvSpPr>
        <p:spPr>
          <a:xfrm>
            <a:off x="695325"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Content Placeholder 2">
            <a:extLst>
              <a:ext uri="{FF2B5EF4-FFF2-40B4-BE49-F238E27FC236}">
                <a16:creationId xmlns:a16="http://schemas.microsoft.com/office/drawing/2014/main" id="{D65A0954-F904-4FAA-91D3-D9740C81F375}"/>
              </a:ext>
            </a:extLst>
          </p:cNvPr>
          <p:cNvSpPr>
            <a:spLocks noGrp="1"/>
          </p:cNvSpPr>
          <p:nvPr>
            <p:ph sz="quarter" idx="18"/>
          </p:nvPr>
        </p:nvSpPr>
        <p:spPr>
          <a:xfrm>
            <a:off x="4414463"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id="{4276995A-3454-4F5D-AC20-1641E0135476}"/>
              </a:ext>
            </a:extLst>
          </p:cNvPr>
          <p:cNvSpPr>
            <a:spLocks noGrp="1"/>
          </p:cNvSpPr>
          <p:nvPr>
            <p:ph sz="quarter" idx="19"/>
          </p:nvPr>
        </p:nvSpPr>
        <p:spPr>
          <a:xfrm>
            <a:off x="8133600"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492D0F73-18E1-412D-8CF6-A2E67A2F5816}"/>
              </a:ext>
            </a:extLst>
          </p:cNvPr>
          <p:cNvSpPr>
            <a:spLocks noGrp="1"/>
          </p:cNvSpPr>
          <p:nvPr>
            <p:ph type="body" sz="quarter" idx="20" hasCustomPrompt="1"/>
          </p:nvPr>
        </p:nvSpPr>
        <p:spPr>
          <a:xfrm>
            <a:off x="69532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18" name="Text Placeholder 11">
            <a:extLst>
              <a:ext uri="{FF2B5EF4-FFF2-40B4-BE49-F238E27FC236}">
                <a16:creationId xmlns:a16="http://schemas.microsoft.com/office/drawing/2014/main" id="{947E1071-B10A-4069-ADDD-AEB3D9333CCD}"/>
              </a:ext>
            </a:extLst>
          </p:cNvPr>
          <p:cNvSpPr>
            <a:spLocks noGrp="1"/>
          </p:cNvSpPr>
          <p:nvPr>
            <p:ph type="body" sz="quarter" idx="21" hasCustomPrompt="1"/>
          </p:nvPr>
        </p:nvSpPr>
        <p:spPr>
          <a:xfrm>
            <a:off x="4414800"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19" name="Text Placeholder 11">
            <a:extLst>
              <a:ext uri="{FF2B5EF4-FFF2-40B4-BE49-F238E27FC236}">
                <a16:creationId xmlns:a16="http://schemas.microsoft.com/office/drawing/2014/main" id="{5C42F02D-722F-4956-9D66-70724ECD5F26}"/>
              </a:ext>
            </a:extLst>
          </p:cNvPr>
          <p:cNvSpPr>
            <a:spLocks noGrp="1"/>
          </p:cNvSpPr>
          <p:nvPr>
            <p:ph type="body" sz="quarter" idx="22" hasCustomPrompt="1"/>
          </p:nvPr>
        </p:nvSpPr>
        <p:spPr>
          <a:xfrm>
            <a:off x="813427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8" name="Date Placeholder 7">
            <a:extLst>
              <a:ext uri="{FF2B5EF4-FFF2-40B4-BE49-F238E27FC236}">
                <a16:creationId xmlns:a16="http://schemas.microsoft.com/office/drawing/2014/main" id="{B94486C7-5C7A-4460-B959-EFD196052E20}"/>
              </a:ext>
            </a:extLst>
          </p:cNvPr>
          <p:cNvSpPr>
            <a:spLocks noGrp="1"/>
          </p:cNvSpPr>
          <p:nvPr>
            <p:ph type="dt" sz="half" idx="23"/>
          </p:nvPr>
        </p:nvSpPr>
        <p:spPr/>
        <p:txBody>
          <a:bodyPr/>
          <a:lstStyle/>
          <a:p>
            <a:fld id="{B5114490-AA22-47BB-9B6C-36312D275C07}" type="datetime3">
              <a:rPr lang="en-GB" smtClean="0"/>
              <a:t>16 March, 2026</a:t>
            </a:fld>
            <a:endParaRPr lang="en-GB" dirty="0"/>
          </a:p>
        </p:txBody>
      </p:sp>
      <p:sp>
        <p:nvSpPr>
          <p:cNvPr id="20" name="Footer Placeholder 19">
            <a:extLst>
              <a:ext uri="{FF2B5EF4-FFF2-40B4-BE49-F238E27FC236}">
                <a16:creationId xmlns:a16="http://schemas.microsoft.com/office/drawing/2014/main" id="{42019B50-5ACC-47A5-BBFB-A2132454FDB4}"/>
              </a:ext>
            </a:extLst>
          </p:cNvPr>
          <p:cNvSpPr>
            <a:spLocks noGrp="1"/>
          </p:cNvSpPr>
          <p:nvPr>
            <p:ph type="ftr" sz="quarter" idx="24"/>
          </p:nvPr>
        </p:nvSpPr>
        <p:spPr/>
        <p:txBody>
          <a:bodyPr/>
          <a:lstStyle/>
          <a:p>
            <a:r>
              <a:rPr lang="en-GB"/>
              <a:t>Presentation name</a:t>
            </a:r>
            <a:endParaRPr lang="en-GB" dirty="0"/>
          </a:p>
        </p:txBody>
      </p:sp>
      <p:sp>
        <p:nvSpPr>
          <p:cNvPr id="21" name="Slide Number Placeholder 20">
            <a:extLst>
              <a:ext uri="{FF2B5EF4-FFF2-40B4-BE49-F238E27FC236}">
                <a16:creationId xmlns:a16="http://schemas.microsoft.com/office/drawing/2014/main" id="{93853E13-6F8E-402C-9276-28E7B075A897}"/>
              </a:ext>
            </a:extLst>
          </p:cNvPr>
          <p:cNvSpPr>
            <a:spLocks noGrp="1"/>
          </p:cNvSpPr>
          <p:nvPr>
            <p:ph type="sldNum" sz="quarter" idx="25"/>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52617433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8 - Heading with 3 column bullet text/chart right on white bg ">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B648E-DEBF-4597-B74D-B5F5A98E05FD}"/>
              </a:ext>
            </a:extLst>
          </p:cNvPr>
          <p:cNvSpPr>
            <a:spLocks noGrp="1"/>
          </p:cNvSpPr>
          <p:nvPr>
            <p:ph sz="quarter" idx="17"/>
          </p:nvPr>
        </p:nvSpPr>
        <p:spPr>
          <a:xfrm>
            <a:off x="695325"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Content Placeholder 2">
            <a:extLst>
              <a:ext uri="{FF2B5EF4-FFF2-40B4-BE49-F238E27FC236}">
                <a16:creationId xmlns:a16="http://schemas.microsoft.com/office/drawing/2014/main" id="{D65A0954-F904-4FAA-91D3-D9740C81F375}"/>
              </a:ext>
            </a:extLst>
          </p:cNvPr>
          <p:cNvSpPr>
            <a:spLocks noGrp="1"/>
          </p:cNvSpPr>
          <p:nvPr>
            <p:ph sz="quarter" idx="18"/>
          </p:nvPr>
        </p:nvSpPr>
        <p:spPr>
          <a:xfrm>
            <a:off x="4414463"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id="{4276995A-3454-4F5D-AC20-1641E0135476}"/>
              </a:ext>
            </a:extLst>
          </p:cNvPr>
          <p:cNvSpPr>
            <a:spLocks noGrp="1"/>
          </p:cNvSpPr>
          <p:nvPr>
            <p:ph sz="quarter" idx="19"/>
          </p:nvPr>
        </p:nvSpPr>
        <p:spPr>
          <a:xfrm>
            <a:off x="8133600"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492D0F73-18E1-412D-8CF6-A2E67A2F5816}"/>
              </a:ext>
            </a:extLst>
          </p:cNvPr>
          <p:cNvSpPr>
            <a:spLocks noGrp="1"/>
          </p:cNvSpPr>
          <p:nvPr>
            <p:ph type="body" sz="quarter" idx="20" hasCustomPrompt="1"/>
          </p:nvPr>
        </p:nvSpPr>
        <p:spPr>
          <a:xfrm>
            <a:off x="69532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18" name="Text Placeholder 11">
            <a:extLst>
              <a:ext uri="{FF2B5EF4-FFF2-40B4-BE49-F238E27FC236}">
                <a16:creationId xmlns:a16="http://schemas.microsoft.com/office/drawing/2014/main" id="{947E1071-B10A-4069-ADDD-AEB3D9333CCD}"/>
              </a:ext>
            </a:extLst>
          </p:cNvPr>
          <p:cNvSpPr>
            <a:spLocks noGrp="1"/>
          </p:cNvSpPr>
          <p:nvPr>
            <p:ph type="body" sz="quarter" idx="21" hasCustomPrompt="1"/>
          </p:nvPr>
        </p:nvSpPr>
        <p:spPr>
          <a:xfrm>
            <a:off x="4414800"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19" name="Text Placeholder 11">
            <a:extLst>
              <a:ext uri="{FF2B5EF4-FFF2-40B4-BE49-F238E27FC236}">
                <a16:creationId xmlns:a16="http://schemas.microsoft.com/office/drawing/2014/main" id="{5C42F02D-722F-4956-9D66-70724ECD5F26}"/>
              </a:ext>
            </a:extLst>
          </p:cNvPr>
          <p:cNvSpPr>
            <a:spLocks noGrp="1"/>
          </p:cNvSpPr>
          <p:nvPr>
            <p:ph type="body" sz="quarter" idx="22" hasCustomPrompt="1"/>
          </p:nvPr>
        </p:nvSpPr>
        <p:spPr>
          <a:xfrm>
            <a:off x="813427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2" name="Date Placeholder 1">
            <a:extLst>
              <a:ext uri="{FF2B5EF4-FFF2-40B4-BE49-F238E27FC236}">
                <a16:creationId xmlns:a16="http://schemas.microsoft.com/office/drawing/2014/main" id="{7110BF18-6A26-4450-8B30-7BD2CCF7380F}"/>
              </a:ext>
            </a:extLst>
          </p:cNvPr>
          <p:cNvSpPr>
            <a:spLocks noGrp="1"/>
          </p:cNvSpPr>
          <p:nvPr>
            <p:ph type="dt" sz="half" idx="23"/>
          </p:nvPr>
        </p:nvSpPr>
        <p:spPr/>
        <p:txBody>
          <a:bodyPr/>
          <a:lstStyle/>
          <a:p>
            <a:fld id="{C6A3F7D2-5855-46E2-B29D-E29B6B393816}" type="datetime3">
              <a:rPr lang="en-GB" smtClean="0"/>
              <a:t>16 March, 2026</a:t>
            </a:fld>
            <a:endParaRPr lang="en-GB" dirty="0"/>
          </a:p>
        </p:txBody>
      </p:sp>
      <p:sp>
        <p:nvSpPr>
          <p:cNvPr id="8" name="Footer Placeholder 7">
            <a:extLst>
              <a:ext uri="{FF2B5EF4-FFF2-40B4-BE49-F238E27FC236}">
                <a16:creationId xmlns:a16="http://schemas.microsoft.com/office/drawing/2014/main" id="{CB9D867B-8F61-4525-B1B3-26E7F769A769}"/>
              </a:ext>
            </a:extLst>
          </p:cNvPr>
          <p:cNvSpPr>
            <a:spLocks noGrp="1"/>
          </p:cNvSpPr>
          <p:nvPr>
            <p:ph type="ftr" sz="quarter" idx="24"/>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7AC0E731-2376-49A7-8DFC-E693566E45BD}"/>
              </a:ext>
            </a:extLst>
          </p:cNvPr>
          <p:cNvSpPr>
            <a:spLocks noGrp="1"/>
          </p:cNvSpPr>
          <p:nvPr>
            <p:ph type="sldNum" sz="quarter" idx="25"/>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40450997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9 - Heading with text bullet and picture">
    <p:spTree>
      <p:nvGrpSpPr>
        <p:cNvPr id="1" name=""/>
        <p:cNvGrpSpPr/>
        <p:nvPr/>
      </p:nvGrpSpPr>
      <p:grpSpPr>
        <a:xfrm>
          <a:off x="0" y="0"/>
          <a:ext cx="0" cy="0"/>
          <a:chOff x="0" y="0"/>
          <a:chExt cx="0" cy="0"/>
        </a:xfrm>
      </p:grpSpPr>
      <p:sp>
        <p:nvSpPr>
          <p:cNvPr id="9" name="Content Placeholder 4">
            <a:extLst>
              <a:ext uri="{FF2B5EF4-FFF2-40B4-BE49-F238E27FC236}">
                <a16:creationId xmlns:a16="http://schemas.microsoft.com/office/drawing/2014/main" id="{8575C6CE-48BE-4B25-88FE-FA031575BE03}"/>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274712" y="657850"/>
            <a:ext cx="5221288" cy="550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8" name="Date Placeholder 17">
            <a:extLst>
              <a:ext uri="{FF2B5EF4-FFF2-40B4-BE49-F238E27FC236}">
                <a16:creationId xmlns:a16="http://schemas.microsoft.com/office/drawing/2014/main" id="{3AA1E9B3-6B61-43EF-98AA-8402F13EC15A}"/>
              </a:ext>
            </a:extLst>
          </p:cNvPr>
          <p:cNvSpPr>
            <a:spLocks noGrp="1"/>
          </p:cNvSpPr>
          <p:nvPr>
            <p:ph type="dt" sz="half" idx="16"/>
          </p:nvPr>
        </p:nvSpPr>
        <p:spPr/>
        <p:txBody>
          <a:bodyPr/>
          <a:lstStyle/>
          <a:p>
            <a:fld id="{F5725299-D71F-4736-B59C-15F17439C6EC}" type="datetime3">
              <a:rPr lang="en-GB" smtClean="0"/>
              <a:t>16 March, 2026</a:t>
            </a:fld>
            <a:endParaRPr lang="en-GB" dirty="0"/>
          </a:p>
        </p:txBody>
      </p:sp>
      <p:sp>
        <p:nvSpPr>
          <p:cNvPr id="19" name="Footer Placeholder 18">
            <a:extLst>
              <a:ext uri="{FF2B5EF4-FFF2-40B4-BE49-F238E27FC236}">
                <a16:creationId xmlns:a16="http://schemas.microsoft.com/office/drawing/2014/main" id="{8A2DA809-52B4-4135-B440-496DFF0A5C98}"/>
              </a:ext>
            </a:extLst>
          </p:cNvPr>
          <p:cNvSpPr>
            <a:spLocks noGrp="1"/>
          </p:cNvSpPr>
          <p:nvPr>
            <p:ph type="ftr" sz="quarter" idx="17"/>
          </p:nvPr>
        </p:nvSpPr>
        <p:spPr/>
        <p:txBody>
          <a:bodyPr/>
          <a:lstStyle/>
          <a:p>
            <a:r>
              <a:rPr lang="en-GB"/>
              <a:t>Presentation name</a:t>
            </a:r>
            <a:endParaRPr lang="en-GB" dirty="0"/>
          </a:p>
        </p:txBody>
      </p:sp>
      <p:sp>
        <p:nvSpPr>
          <p:cNvPr id="20" name="Slide Number Placeholder 19">
            <a:extLst>
              <a:ext uri="{FF2B5EF4-FFF2-40B4-BE49-F238E27FC236}">
                <a16:creationId xmlns:a16="http://schemas.microsoft.com/office/drawing/2014/main" id="{73ECC796-BF38-4ED3-B48E-16AB0111F2E0}"/>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54592394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10 - Heading with 2 pictur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10801350" cy="676800"/>
          </a:xfrm>
        </p:spPr>
        <p:txBody>
          <a:bodyPr/>
          <a:lstStyle>
            <a:lvl1pPr>
              <a:lnSpc>
                <a:spcPct val="100000"/>
              </a:lnSpc>
              <a:defRPr/>
            </a:lvl1pPr>
          </a:lstStyle>
          <a:p>
            <a:r>
              <a:rPr lang="en-GB" dirty="0"/>
              <a:t>Heading</a:t>
            </a:r>
          </a:p>
        </p:txBody>
      </p:sp>
      <p:sp>
        <p:nvSpPr>
          <p:cNvPr id="10" name="Text Placeholder 9">
            <a:extLst>
              <a:ext uri="{FF2B5EF4-FFF2-40B4-BE49-F238E27FC236}">
                <a16:creationId xmlns:a16="http://schemas.microsoft.com/office/drawing/2014/main" id="{AA97CB80-724D-461E-827E-E2F99C111861}"/>
              </a:ext>
            </a:extLst>
          </p:cNvPr>
          <p:cNvSpPr>
            <a:spLocks noGrp="1"/>
          </p:cNvSpPr>
          <p:nvPr>
            <p:ph type="body" sz="quarter" idx="13"/>
          </p:nvPr>
        </p:nvSpPr>
        <p:spPr>
          <a:xfrm>
            <a:off x="695325" y="5208155"/>
            <a:ext cx="5220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95325" y="1773238"/>
            <a:ext cx="5221288"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9" name="Picture Placeholder 16">
            <a:extLst>
              <a:ext uri="{FF2B5EF4-FFF2-40B4-BE49-F238E27FC236}">
                <a16:creationId xmlns:a16="http://schemas.microsoft.com/office/drawing/2014/main" id="{F9710823-2A6C-48A9-80CF-AE2DE66E140D}"/>
              </a:ext>
            </a:extLst>
          </p:cNvPr>
          <p:cNvSpPr>
            <a:spLocks noGrp="1"/>
          </p:cNvSpPr>
          <p:nvPr>
            <p:ph type="pic" sz="quarter" idx="16"/>
          </p:nvPr>
        </p:nvSpPr>
        <p:spPr>
          <a:xfrm>
            <a:off x="6275387" y="1773238"/>
            <a:ext cx="5221288"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Text Placeholder 9">
            <a:extLst>
              <a:ext uri="{FF2B5EF4-FFF2-40B4-BE49-F238E27FC236}">
                <a16:creationId xmlns:a16="http://schemas.microsoft.com/office/drawing/2014/main" id="{EEA12167-DC54-4DEA-8199-867A2CFF905F}"/>
              </a:ext>
            </a:extLst>
          </p:cNvPr>
          <p:cNvSpPr>
            <a:spLocks noGrp="1"/>
          </p:cNvSpPr>
          <p:nvPr>
            <p:ph type="body" sz="quarter" idx="17"/>
          </p:nvPr>
        </p:nvSpPr>
        <p:spPr>
          <a:xfrm>
            <a:off x="6276675" y="5208154"/>
            <a:ext cx="5220000" cy="813235"/>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2" name="Date Placeholder 1">
            <a:extLst>
              <a:ext uri="{FF2B5EF4-FFF2-40B4-BE49-F238E27FC236}">
                <a16:creationId xmlns:a16="http://schemas.microsoft.com/office/drawing/2014/main" id="{39F77B87-943E-4F47-978D-D75654923F61}"/>
              </a:ext>
            </a:extLst>
          </p:cNvPr>
          <p:cNvSpPr>
            <a:spLocks noGrp="1"/>
          </p:cNvSpPr>
          <p:nvPr>
            <p:ph type="dt" sz="half" idx="18"/>
          </p:nvPr>
        </p:nvSpPr>
        <p:spPr/>
        <p:txBody>
          <a:bodyPr/>
          <a:lstStyle/>
          <a:p>
            <a:fld id="{93C8CCFF-1EA5-4620-B3D6-3A659E51CDF2}" type="datetime3">
              <a:rPr lang="en-GB" smtClean="0"/>
              <a:t>16 March, 2026</a:t>
            </a:fld>
            <a:endParaRPr lang="en-GB" dirty="0"/>
          </a:p>
        </p:txBody>
      </p:sp>
      <p:sp>
        <p:nvSpPr>
          <p:cNvPr id="3" name="Footer Placeholder 2">
            <a:extLst>
              <a:ext uri="{FF2B5EF4-FFF2-40B4-BE49-F238E27FC236}">
                <a16:creationId xmlns:a16="http://schemas.microsoft.com/office/drawing/2014/main" id="{1CA041DE-4EBF-4C54-AA08-1C2FCBCC95F9}"/>
              </a:ext>
            </a:extLst>
          </p:cNvPr>
          <p:cNvSpPr>
            <a:spLocks noGrp="1"/>
          </p:cNvSpPr>
          <p:nvPr>
            <p:ph type="ftr" sz="quarter" idx="19"/>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8EC59937-9849-40C2-A865-E434989F9FB4}"/>
              </a:ext>
            </a:extLst>
          </p:cNvPr>
          <p:cNvSpPr>
            <a:spLocks noGrp="1"/>
          </p:cNvSpPr>
          <p:nvPr>
            <p:ph type="sldNum" sz="quarter" idx="20"/>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31744241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11 - Heading with 3 pictur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10801350" cy="676800"/>
          </a:xfrm>
        </p:spPr>
        <p:txBody>
          <a:bodyPr/>
          <a:lstStyle>
            <a:lvl1pPr>
              <a:lnSpc>
                <a:spcPct val="100000"/>
              </a:lnSpc>
              <a:defRPr/>
            </a:lvl1pPr>
          </a:lstStyle>
          <a:p>
            <a:r>
              <a:rPr lang="en-GB" dirty="0"/>
              <a:t>Heading</a:t>
            </a:r>
          </a:p>
        </p:txBody>
      </p:sp>
      <p:sp>
        <p:nvSpPr>
          <p:cNvPr id="10" name="Text Placeholder 9">
            <a:extLst>
              <a:ext uri="{FF2B5EF4-FFF2-40B4-BE49-F238E27FC236}">
                <a16:creationId xmlns:a16="http://schemas.microsoft.com/office/drawing/2014/main" id="{AA97CB80-724D-461E-827E-E2F99C111861}"/>
              </a:ext>
            </a:extLst>
          </p:cNvPr>
          <p:cNvSpPr>
            <a:spLocks noGrp="1"/>
          </p:cNvSpPr>
          <p:nvPr>
            <p:ph type="body" sz="quarter" idx="13"/>
          </p:nvPr>
        </p:nvSpPr>
        <p:spPr>
          <a:xfrm>
            <a:off x="695325"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95325"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9" name="Picture Placeholder 16">
            <a:extLst>
              <a:ext uri="{FF2B5EF4-FFF2-40B4-BE49-F238E27FC236}">
                <a16:creationId xmlns:a16="http://schemas.microsoft.com/office/drawing/2014/main" id="{F9710823-2A6C-48A9-80CF-AE2DE66E140D}"/>
              </a:ext>
            </a:extLst>
          </p:cNvPr>
          <p:cNvSpPr>
            <a:spLocks noGrp="1"/>
          </p:cNvSpPr>
          <p:nvPr>
            <p:ph type="pic" sz="quarter" idx="16"/>
          </p:nvPr>
        </p:nvSpPr>
        <p:spPr>
          <a:xfrm>
            <a:off x="4413000"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Text Placeholder 9">
            <a:extLst>
              <a:ext uri="{FF2B5EF4-FFF2-40B4-BE49-F238E27FC236}">
                <a16:creationId xmlns:a16="http://schemas.microsoft.com/office/drawing/2014/main" id="{EEA12167-DC54-4DEA-8199-867A2CFF905F}"/>
              </a:ext>
            </a:extLst>
          </p:cNvPr>
          <p:cNvSpPr>
            <a:spLocks noGrp="1"/>
          </p:cNvSpPr>
          <p:nvPr>
            <p:ph type="body" sz="quarter" idx="17"/>
          </p:nvPr>
        </p:nvSpPr>
        <p:spPr>
          <a:xfrm>
            <a:off x="4413001"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3" name="Picture Placeholder 16">
            <a:extLst>
              <a:ext uri="{FF2B5EF4-FFF2-40B4-BE49-F238E27FC236}">
                <a16:creationId xmlns:a16="http://schemas.microsoft.com/office/drawing/2014/main" id="{D2897832-36AE-4E0E-9085-204130CC145A}"/>
              </a:ext>
            </a:extLst>
          </p:cNvPr>
          <p:cNvSpPr>
            <a:spLocks noGrp="1"/>
          </p:cNvSpPr>
          <p:nvPr>
            <p:ph type="pic" sz="quarter" idx="18"/>
          </p:nvPr>
        </p:nvSpPr>
        <p:spPr>
          <a:xfrm>
            <a:off x="8130675"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4" name="Text Placeholder 9">
            <a:extLst>
              <a:ext uri="{FF2B5EF4-FFF2-40B4-BE49-F238E27FC236}">
                <a16:creationId xmlns:a16="http://schemas.microsoft.com/office/drawing/2014/main" id="{8656A579-00D4-4A1D-96D5-2856157D5539}"/>
              </a:ext>
            </a:extLst>
          </p:cNvPr>
          <p:cNvSpPr>
            <a:spLocks noGrp="1"/>
          </p:cNvSpPr>
          <p:nvPr>
            <p:ph type="body" sz="quarter" idx="19"/>
          </p:nvPr>
        </p:nvSpPr>
        <p:spPr>
          <a:xfrm>
            <a:off x="8130675"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2" name="Date Placeholder 1">
            <a:extLst>
              <a:ext uri="{FF2B5EF4-FFF2-40B4-BE49-F238E27FC236}">
                <a16:creationId xmlns:a16="http://schemas.microsoft.com/office/drawing/2014/main" id="{DC9640D7-192F-438C-8BED-F8F8989ABE3F}"/>
              </a:ext>
            </a:extLst>
          </p:cNvPr>
          <p:cNvSpPr>
            <a:spLocks noGrp="1"/>
          </p:cNvSpPr>
          <p:nvPr>
            <p:ph type="dt" sz="half" idx="20"/>
          </p:nvPr>
        </p:nvSpPr>
        <p:spPr/>
        <p:txBody>
          <a:bodyPr/>
          <a:lstStyle/>
          <a:p>
            <a:fld id="{7B4B70C9-D298-46AF-98ED-2EF10DDBA8AB}" type="datetime3">
              <a:rPr lang="en-GB" smtClean="0"/>
              <a:t>16 March, 2026</a:t>
            </a:fld>
            <a:endParaRPr lang="en-GB" dirty="0"/>
          </a:p>
        </p:txBody>
      </p:sp>
      <p:sp>
        <p:nvSpPr>
          <p:cNvPr id="3" name="Footer Placeholder 2">
            <a:extLst>
              <a:ext uri="{FF2B5EF4-FFF2-40B4-BE49-F238E27FC236}">
                <a16:creationId xmlns:a16="http://schemas.microsoft.com/office/drawing/2014/main" id="{C1965707-1782-4524-A082-BDE78BCCCD69}"/>
              </a:ext>
            </a:extLst>
          </p:cNvPr>
          <p:cNvSpPr>
            <a:spLocks noGrp="1"/>
          </p:cNvSpPr>
          <p:nvPr>
            <p:ph type="ftr" sz="quarter" idx="21"/>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735A0A7E-28CC-4E09-B598-AC2602959504}"/>
              </a:ext>
            </a:extLst>
          </p:cNvPr>
          <p:cNvSpPr>
            <a:spLocks noGrp="1"/>
          </p:cNvSpPr>
          <p:nvPr>
            <p:ph type="sldNum" sz="quarter" idx="2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71480977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12 - Heading with text bullet and picture">
    <p:spTree>
      <p:nvGrpSpPr>
        <p:cNvPr id="1" name=""/>
        <p:cNvGrpSpPr/>
        <p:nvPr/>
      </p:nvGrpSpPr>
      <p:grpSpPr>
        <a:xfrm>
          <a:off x="0" y="0"/>
          <a:ext cx="0" cy="0"/>
          <a:chOff x="0" y="0"/>
          <a:chExt cx="0" cy="0"/>
        </a:xfrm>
      </p:grpSpPr>
      <p:sp>
        <p:nvSpPr>
          <p:cNvPr id="17" name="Content Placeholder 4">
            <a:extLst>
              <a:ext uri="{FF2B5EF4-FFF2-40B4-BE49-F238E27FC236}">
                <a16:creationId xmlns:a16="http://schemas.microsoft.com/office/drawing/2014/main" id="{EBA8AC51-624D-400A-9881-7445ECC8EC27}"/>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4" name="Picture Placeholder 13">
            <a:extLst>
              <a:ext uri="{FF2B5EF4-FFF2-40B4-BE49-F238E27FC236}">
                <a16:creationId xmlns:a16="http://schemas.microsoft.com/office/drawing/2014/main" id="{5AC75909-1AC1-4024-8158-7AF297D3B637}"/>
              </a:ext>
            </a:extLst>
          </p:cNvPr>
          <p:cNvSpPr>
            <a:spLocks noGrp="1"/>
          </p:cNvSpPr>
          <p:nvPr>
            <p:ph type="pic" sz="quarter" idx="15"/>
          </p:nvPr>
        </p:nvSpPr>
        <p:spPr>
          <a:xfrm>
            <a:off x="6938954" y="0"/>
            <a:ext cx="5253046" cy="5774490"/>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Date Placeholder 14">
            <a:extLst>
              <a:ext uri="{FF2B5EF4-FFF2-40B4-BE49-F238E27FC236}">
                <a16:creationId xmlns:a16="http://schemas.microsoft.com/office/drawing/2014/main" id="{898CD92C-5894-4207-9621-E840C9E7F0FC}"/>
              </a:ext>
            </a:extLst>
          </p:cNvPr>
          <p:cNvSpPr>
            <a:spLocks noGrp="1"/>
          </p:cNvSpPr>
          <p:nvPr>
            <p:ph type="dt" sz="half" idx="16"/>
          </p:nvPr>
        </p:nvSpPr>
        <p:spPr/>
        <p:txBody>
          <a:bodyPr/>
          <a:lstStyle/>
          <a:p>
            <a:fld id="{B0E90497-7D2A-4D94-98EC-1AD5861C350C}" type="datetime3">
              <a:rPr lang="en-GB" smtClean="0"/>
              <a:t>16 March, 2026</a:t>
            </a:fld>
            <a:endParaRPr lang="en-GB" dirty="0"/>
          </a:p>
        </p:txBody>
      </p:sp>
      <p:sp>
        <p:nvSpPr>
          <p:cNvPr id="19" name="Footer Placeholder 18">
            <a:extLst>
              <a:ext uri="{FF2B5EF4-FFF2-40B4-BE49-F238E27FC236}">
                <a16:creationId xmlns:a16="http://schemas.microsoft.com/office/drawing/2014/main" id="{397FA148-944F-48C7-B628-022802F2AC7A}"/>
              </a:ext>
            </a:extLst>
          </p:cNvPr>
          <p:cNvSpPr>
            <a:spLocks noGrp="1"/>
          </p:cNvSpPr>
          <p:nvPr>
            <p:ph type="ftr" sz="quarter" idx="17"/>
          </p:nvPr>
        </p:nvSpPr>
        <p:spPr/>
        <p:txBody>
          <a:bodyPr/>
          <a:lstStyle/>
          <a:p>
            <a:r>
              <a:rPr lang="en-GB"/>
              <a:t>Presentation name</a:t>
            </a:r>
            <a:endParaRPr lang="en-GB" dirty="0"/>
          </a:p>
        </p:txBody>
      </p:sp>
      <p:sp>
        <p:nvSpPr>
          <p:cNvPr id="20" name="Slide Number Placeholder 19">
            <a:extLst>
              <a:ext uri="{FF2B5EF4-FFF2-40B4-BE49-F238E27FC236}">
                <a16:creationId xmlns:a16="http://schemas.microsoft.com/office/drawing/2014/main" id="{5926AE34-13D7-4677-81A9-1224285EA8E5}"/>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252091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13 - Heading with text bullet and picture with snow 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6B25-FC4A-4987-9474-291CA10989BF}"/>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Content Placeholder 4">
            <a:extLst>
              <a:ext uri="{FF2B5EF4-FFF2-40B4-BE49-F238E27FC236}">
                <a16:creationId xmlns:a16="http://schemas.microsoft.com/office/drawing/2014/main" id="{6B3D6906-11C8-48EF-8D5A-179C11FEEB23}"/>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4" name="Picture Placeholder 13">
            <a:extLst>
              <a:ext uri="{FF2B5EF4-FFF2-40B4-BE49-F238E27FC236}">
                <a16:creationId xmlns:a16="http://schemas.microsoft.com/office/drawing/2014/main" id="{1BBAD701-AB68-46F0-B316-D316FD817603}"/>
              </a:ext>
            </a:extLst>
          </p:cNvPr>
          <p:cNvSpPr>
            <a:spLocks noGrp="1"/>
          </p:cNvSpPr>
          <p:nvPr>
            <p:ph type="pic" sz="quarter" idx="15"/>
          </p:nvPr>
        </p:nvSpPr>
        <p:spPr>
          <a:xfrm>
            <a:off x="6938954" y="2"/>
            <a:ext cx="5253046" cy="5774489"/>
          </a:xfrm>
          <a:custGeom>
            <a:avLst/>
            <a:gdLst>
              <a:gd name="connsiteX0" fmla="*/ 2956765 w 5253046"/>
              <a:gd name="connsiteY0" fmla="*/ 0 h 5774489"/>
              <a:gd name="connsiteX1" fmla="*/ 5237166 w 5253046"/>
              <a:gd name="connsiteY1" fmla="*/ 0 h 5774489"/>
              <a:gd name="connsiteX2" fmla="*/ 5253046 w 5253046"/>
              <a:gd name="connsiteY2" fmla="*/ 27504 h 5774489"/>
              <a:gd name="connsiteX3" fmla="*/ 5253046 w 5253046"/>
              <a:gd name="connsiteY3" fmla="*/ 4168787 h 5774489"/>
              <a:gd name="connsiteX4" fmla="*/ 2552320 w 5253046"/>
              <a:gd name="connsiteY4" fmla="*/ 5728065 h 5774489"/>
              <a:gd name="connsiteX5" fmla="*/ 2079565 w 5253046"/>
              <a:gd name="connsiteY5" fmla="*/ 5601393 h 5774489"/>
              <a:gd name="connsiteX6" fmla="*/ 46425 w 5253046"/>
              <a:gd name="connsiteY6" fmla="*/ 2079920 h 5774489"/>
              <a:gd name="connsiteX7" fmla="*/ 173097 w 5253046"/>
              <a:gd name="connsiteY7" fmla="*/ 1607166 h 577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046" h="5774489">
                <a:moveTo>
                  <a:pt x="2956765" y="0"/>
                </a:moveTo>
                <a:lnTo>
                  <a:pt x="5237166" y="0"/>
                </a:lnTo>
                <a:lnTo>
                  <a:pt x="5253046" y="27504"/>
                </a:lnTo>
                <a:lnTo>
                  <a:pt x="5253046" y="4168787"/>
                </a:lnTo>
                <a:lnTo>
                  <a:pt x="2552320" y="5728065"/>
                </a:lnTo>
                <a:cubicBezTo>
                  <a:pt x="2386793" y="5823633"/>
                  <a:pt x="2175134" y="5766920"/>
                  <a:pt x="2079565" y="5601393"/>
                </a:cubicBezTo>
                <a:lnTo>
                  <a:pt x="46425" y="2079920"/>
                </a:lnTo>
                <a:cubicBezTo>
                  <a:pt x="-49143" y="1914393"/>
                  <a:pt x="7570" y="1702734"/>
                  <a:pt x="173097" y="1607166"/>
                </a:cubicBez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8" name="Date Placeholder 7">
            <a:extLst>
              <a:ext uri="{FF2B5EF4-FFF2-40B4-BE49-F238E27FC236}">
                <a16:creationId xmlns:a16="http://schemas.microsoft.com/office/drawing/2014/main" id="{707DE5C8-9B52-4332-A89D-35E571648324}"/>
              </a:ext>
            </a:extLst>
          </p:cNvPr>
          <p:cNvSpPr>
            <a:spLocks noGrp="1"/>
          </p:cNvSpPr>
          <p:nvPr>
            <p:ph type="dt" sz="half" idx="16"/>
          </p:nvPr>
        </p:nvSpPr>
        <p:spPr/>
        <p:txBody>
          <a:bodyPr/>
          <a:lstStyle/>
          <a:p>
            <a:fld id="{3019F41C-2E22-43B7-8829-4C09CBA0C7BA}" type="datetime3">
              <a:rPr lang="en-GB" smtClean="0"/>
              <a:t>16 March, 2026</a:t>
            </a:fld>
            <a:endParaRPr lang="en-GB" dirty="0"/>
          </a:p>
        </p:txBody>
      </p:sp>
      <p:sp>
        <p:nvSpPr>
          <p:cNvPr id="15" name="Footer Placeholder 14">
            <a:extLst>
              <a:ext uri="{FF2B5EF4-FFF2-40B4-BE49-F238E27FC236}">
                <a16:creationId xmlns:a16="http://schemas.microsoft.com/office/drawing/2014/main" id="{D8968C54-7C67-47F5-B33C-42A8E40B3296}"/>
              </a:ext>
            </a:extLst>
          </p:cNvPr>
          <p:cNvSpPr>
            <a:spLocks noGrp="1"/>
          </p:cNvSpPr>
          <p:nvPr>
            <p:ph type="ftr" sz="quarter" idx="17"/>
          </p:nvPr>
        </p:nvSpPr>
        <p:spPr/>
        <p:txBody>
          <a:bodyPr/>
          <a:lstStyle/>
          <a:p>
            <a:r>
              <a:rPr lang="en-GB"/>
              <a:t>Presentation name</a:t>
            </a:r>
            <a:endParaRPr lang="en-GB" dirty="0"/>
          </a:p>
        </p:txBody>
      </p:sp>
      <p:sp>
        <p:nvSpPr>
          <p:cNvPr id="16" name="Slide Number Placeholder 15">
            <a:extLst>
              <a:ext uri="{FF2B5EF4-FFF2-40B4-BE49-F238E27FC236}">
                <a16:creationId xmlns:a16="http://schemas.microsoft.com/office/drawing/2014/main" id="{F430A758-BC26-4A81-B678-8E6CE588F82B}"/>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5373321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14 - Heading with text bullet and picture with blue 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6B25-FC4A-4987-9474-291CA10989BF}"/>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Content Placeholder 4">
            <a:extLst>
              <a:ext uri="{FF2B5EF4-FFF2-40B4-BE49-F238E27FC236}">
                <a16:creationId xmlns:a16="http://schemas.microsoft.com/office/drawing/2014/main" id="{A4727D2C-68A2-4036-B1F5-6E338BAB3ED6}"/>
              </a:ext>
            </a:extLst>
          </p:cNvPr>
          <p:cNvSpPr>
            <a:spLocks noGrp="1"/>
          </p:cNvSpPr>
          <p:nvPr>
            <p:ph sz="quarter" idx="19"/>
          </p:nvPr>
        </p:nvSpPr>
        <p:spPr>
          <a:xfrm>
            <a:off x="696000" y="1773238"/>
            <a:ext cx="5219326"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Picture Placeholder 14">
            <a:extLst>
              <a:ext uri="{FF2B5EF4-FFF2-40B4-BE49-F238E27FC236}">
                <a16:creationId xmlns:a16="http://schemas.microsoft.com/office/drawing/2014/main" id="{85DA3AAA-78F0-47D5-B932-B2997E8EED93}"/>
              </a:ext>
            </a:extLst>
          </p:cNvPr>
          <p:cNvSpPr>
            <a:spLocks noGrp="1"/>
          </p:cNvSpPr>
          <p:nvPr>
            <p:ph type="pic" sz="quarter" idx="15"/>
          </p:nvPr>
        </p:nvSpPr>
        <p:spPr>
          <a:xfrm>
            <a:off x="6938954" y="0"/>
            <a:ext cx="5253046" cy="5774489"/>
          </a:xfrm>
          <a:custGeom>
            <a:avLst/>
            <a:gdLst>
              <a:gd name="connsiteX0" fmla="*/ 2956765 w 5253046"/>
              <a:gd name="connsiteY0" fmla="*/ 0 h 5774489"/>
              <a:gd name="connsiteX1" fmla="*/ 3930431 w 5253046"/>
              <a:gd name="connsiteY1" fmla="*/ 0 h 5774489"/>
              <a:gd name="connsiteX2" fmla="*/ 5237166 w 5253046"/>
              <a:gd name="connsiteY2" fmla="*/ 0 h 5774489"/>
              <a:gd name="connsiteX3" fmla="*/ 5253046 w 5253046"/>
              <a:gd name="connsiteY3" fmla="*/ 0 h 5774489"/>
              <a:gd name="connsiteX4" fmla="*/ 5253046 w 5253046"/>
              <a:gd name="connsiteY4" fmla="*/ 27504 h 5774489"/>
              <a:gd name="connsiteX5" fmla="*/ 5253046 w 5253046"/>
              <a:gd name="connsiteY5" fmla="*/ 1289957 h 5774489"/>
              <a:gd name="connsiteX6" fmla="*/ 5253046 w 5253046"/>
              <a:gd name="connsiteY6" fmla="*/ 4168787 h 5774489"/>
              <a:gd name="connsiteX7" fmla="*/ 2552320 w 5253046"/>
              <a:gd name="connsiteY7" fmla="*/ 5728065 h 5774489"/>
              <a:gd name="connsiteX8" fmla="*/ 2079565 w 5253046"/>
              <a:gd name="connsiteY8" fmla="*/ 5601393 h 5774489"/>
              <a:gd name="connsiteX9" fmla="*/ 46425 w 5253046"/>
              <a:gd name="connsiteY9" fmla="*/ 2079920 h 5774489"/>
              <a:gd name="connsiteX10" fmla="*/ 173097 w 5253046"/>
              <a:gd name="connsiteY10" fmla="*/ 1607166 h 577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89">
                <a:moveTo>
                  <a:pt x="2956765" y="0"/>
                </a:moveTo>
                <a:lnTo>
                  <a:pt x="3930431" y="0"/>
                </a:lnTo>
                <a:lnTo>
                  <a:pt x="5237166" y="0"/>
                </a:lnTo>
                <a:lnTo>
                  <a:pt x="5253046" y="0"/>
                </a:lnTo>
                <a:lnTo>
                  <a:pt x="5253046" y="27504"/>
                </a:lnTo>
                <a:lnTo>
                  <a:pt x="5253046" y="1289957"/>
                </a:lnTo>
                <a:lnTo>
                  <a:pt x="5253046" y="4168787"/>
                </a:lnTo>
                <a:lnTo>
                  <a:pt x="2552320" y="5728065"/>
                </a:lnTo>
                <a:cubicBezTo>
                  <a:pt x="2386793" y="5823633"/>
                  <a:pt x="2175134" y="5766920"/>
                  <a:pt x="2079565" y="5601393"/>
                </a:cubicBezTo>
                <a:lnTo>
                  <a:pt x="46425" y="2079920"/>
                </a:lnTo>
                <a:cubicBezTo>
                  <a:pt x="-49143" y="1914393"/>
                  <a:pt x="7570" y="1702734"/>
                  <a:pt x="173097" y="1607166"/>
                </a:cubicBez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2" name="Date Placeholder 1">
            <a:extLst>
              <a:ext uri="{FF2B5EF4-FFF2-40B4-BE49-F238E27FC236}">
                <a16:creationId xmlns:a16="http://schemas.microsoft.com/office/drawing/2014/main" id="{C738F9CE-F48B-41E0-BCF8-E8ACF7F4CC01}"/>
              </a:ext>
            </a:extLst>
          </p:cNvPr>
          <p:cNvSpPr>
            <a:spLocks noGrp="1"/>
          </p:cNvSpPr>
          <p:nvPr>
            <p:ph type="dt" sz="half" idx="16"/>
          </p:nvPr>
        </p:nvSpPr>
        <p:spPr/>
        <p:txBody>
          <a:bodyPr/>
          <a:lstStyle/>
          <a:p>
            <a:fld id="{BB71D003-BB1D-4498-A164-99F6354561C1}" type="datetime3">
              <a:rPr lang="en-GB" smtClean="0"/>
              <a:t>16 March, 2026</a:t>
            </a:fld>
            <a:endParaRPr lang="en-GB" dirty="0"/>
          </a:p>
        </p:txBody>
      </p:sp>
      <p:sp>
        <p:nvSpPr>
          <p:cNvPr id="3" name="Footer Placeholder 2">
            <a:extLst>
              <a:ext uri="{FF2B5EF4-FFF2-40B4-BE49-F238E27FC236}">
                <a16:creationId xmlns:a16="http://schemas.microsoft.com/office/drawing/2014/main" id="{00242717-EB3B-433A-8A7B-3ED125B9FD4A}"/>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6E50CACE-D412-449F-A5A3-A1FB0A6E0AC5}"/>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81300431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14 - Fullscreen pictur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2" name="Date Placeholder 1">
            <a:extLst>
              <a:ext uri="{FF2B5EF4-FFF2-40B4-BE49-F238E27FC236}">
                <a16:creationId xmlns:a16="http://schemas.microsoft.com/office/drawing/2014/main" id="{2F810618-8154-4904-9138-C609BA8F0550}"/>
              </a:ext>
            </a:extLst>
          </p:cNvPr>
          <p:cNvSpPr>
            <a:spLocks noGrp="1"/>
          </p:cNvSpPr>
          <p:nvPr>
            <p:ph type="dt" sz="half" idx="16"/>
          </p:nvPr>
        </p:nvSpPr>
        <p:spPr/>
        <p:txBody>
          <a:bodyPr/>
          <a:lstStyle/>
          <a:p>
            <a:fld id="{D7858436-C458-48B0-8C11-3DDFE9683EBF}" type="datetime3">
              <a:rPr lang="en-GB" smtClean="0"/>
              <a:t>16 March, 2026</a:t>
            </a:fld>
            <a:endParaRPr lang="en-GB" dirty="0"/>
          </a:p>
        </p:txBody>
      </p:sp>
      <p:sp>
        <p:nvSpPr>
          <p:cNvPr id="3" name="Footer Placeholder 2">
            <a:extLst>
              <a:ext uri="{FF2B5EF4-FFF2-40B4-BE49-F238E27FC236}">
                <a16:creationId xmlns:a16="http://schemas.microsoft.com/office/drawing/2014/main" id="{26A2CD14-62A3-4DF2-97BF-7EE215FC9875}"/>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E0253135-58C2-4EB1-B89D-C6418890CBDD}"/>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87028721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15 - Heading fullscreen picture for light pictures">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bg2"/>
          </a:solidFill>
        </p:spPr>
        <p:txBody>
          <a:bodyPr tIns="576000" anchor="ctr" anchorCtr="0"/>
          <a:lstStyle>
            <a:lvl1pPr marL="0" indent="0" algn="ctr">
              <a:buFontTx/>
              <a:buNone/>
              <a:defRPr sz="1200">
                <a:solidFill>
                  <a:schemeClr val="tx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9FDE74DD-7803-482B-B87C-DA73C8676CF7}"/>
              </a:ext>
            </a:extLst>
          </p:cNvPr>
          <p:cNvSpPr>
            <a:spLocks noGrp="1"/>
          </p:cNvSpPr>
          <p:nvPr>
            <p:ph type="dt" sz="half" idx="16"/>
          </p:nvPr>
        </p:nvSpPr>
        <p:spPr/>
        <p:txBody>
          <a:bodyPr/>
          <a:lstStyle/>
          <a:p>
            <a:fld id="{FF7B4946-6BA3-4712-9250-7CD487E6B99C}" type="datetime3">
              <a:rPr lang="en-GB" smtClean="0"/>
              <a:t>16 March, 2026</a:t>
            </a:fld>
            <a:endParaRPr lang="en-GB" dirty="0"/>
          </a:p>
        </p:txBody>
      </p:sp>
      <p:sp>
        <p:nvSpPr>
          <p:cNvPr id="3" name="Footer Placeholder 2">
            <a:extLst>
              <a:ext uri="{FF2B5EF4-FFF2-40B4-BE49-F238E27FC236}">
                <a16:creationId xmlns:a16="http://schemas.microsoft.com/office/drawing/2014/main" id="{63B0DE45-8C73-45FE-A00A-69B1A2FED74B}"/>
              </a:ext>
            </a:extLst>
          </p:cNvPr>
          <p:cNvSpPr>
            <a:spLocks noGrp="1"/>
          </p:cNvSpPr>
          <p:nvPr>
            <p:ph type="ftr" sz="quarter" idx="17"/>
          </p:nvPr>
        </p:nvSpPr>
        <p:spPr/>
        <p:txBody>
          <a:bodyPr/>
          <a:lstStyle/>
          <a:p>
            <a:r>
              <a:rPr lang="en-GB"/>
              <a:t>Presentation name</a:t>
            </a:r>
            <a:endParaRPr lang="en-GB" dirty="0"/>
          </a:p>
        </p:txBody>
      </p:sp>
      <p:sp>
        <p:nvSpPr>
          <p:cNvPr id="11" name="Slide Number Placeholder 10">
            <a:extLst>
              <a:ext uri="{FF2B5EF4-FFF2-40B4-BE49-F238E27FC236}">
                <a16:creationId xmlns:a16="http://schemas.microsoft.com/office/drawing/2014/main" id="{BD3BFC02-B4DD-415E-BE80-4B9B909213AC}"/>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28836439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16 - Heading fullscreen picture for dark pictures">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035FBEC4-59F5-47B8-B3F3-38CB922D0E59}"/>
              </a:ext>
            </a:extLst>
          </p:cNvPr>
          <p:cNvSpPr>
            <a:spLocks noGrp="1"/>
          </p:cNvSpPr>
          <p:nvPr>
            <p:ph type="dt" sz="half" idx="16"/>
          </p:nvPr>
        </p:nvSpPr>
        <p:spPr/>
        <p:txBody>
          <a:bodyPr/>
          <a:lstStyle/>
          <a:p>
            <a:fld id="{3DB53B8C-B311-4E96-BB7D-82E96E214BE6}" type="datetime3">
              <a:rPr lang="en-GB" smtClean="0"/>
              <a:t>16 March, 2026</a:t>
            </a:fld>
            <a:endParaRPr lang="en-GB" dirty="0"/>
          </a:p>
        </p:txBody>
      </p:sp>
      <p:sp>
        <p:nvSpPr>
          <p:cNvPr id="3" name="Footer Placeholder 2">
            <a:extLst>
              <a:ext uri="{FF2B5EF4-FFF2-40B4-BE49-F238E27FC236}">
                <a16:creationId xmlns:a16="http://schemas.microsoft.com/office/drawing/2014/main" id="{DAE245F7-3C81-43CD-8F57-094ADB4F666C}"/>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0CB09AD5-0668-4482-8312-770FE726D70E}"/>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43692779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17 - Heading and bullet text on fullscreen for light picture">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bg2"/>
          </a:solidFill>
        </p:spPr>
        <p:txBody>
          <a:bodyPr tIns="576000" anchor="ctr" anchorCtr="0"/>
          <a:lstStyle>
            <a:lvl1pPr marL="0" indent="0" algn="ctr">
              <a:buFontTx/>
              <a:buNone/>
              <a:defRPr sz="1200">
                <a:solidFill>
                  <a:schemeClr val="tx1"/>
                </a:solidFill>
              </a:defRPr>
            </a:lvl1pPr>
          </a:lstStyle>
          <a:p>
            <a:r>
              <a:rPr lang="en-US"/>
              <a:t>Click icon to add picture</a:t>
            </a:r>
          </a:p>
        </p:txBody>
      </p:sp>
      <p:sp>
        <p:nvSpPr>
          <p:cNvPr id="13" name="Content Placeholder 4">
            <a:extLst>
              <a:ext uri="{FF2B5EF4-FFF2-40B4-BE49-F238E27FC236}">
                <a16:creationId xmlns:a16="http://schemas.microsoft.com/office/drawing/2014/main" id="{80881493-077C-4AB2-96A9-4163925FDD85}"/>
              </a:ext>
            </a:extLst>
          </p:cNvPr>
          <p:cNvSpPr>
            <a:spLocks noGrp="1"/>
          </p:cNvSpPr>
          <p:nvPr>
            <p:ph sz="quarter" idx="20"/>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8" name="Date Placeholder 7">
            <a:extLst>
              <a:ext uri="{FF2B5EF4-FFF2-40B4-BE49-F238E27FC236}">
                <a16:creationId xmlns:a16="http://schemas.microsoft.com/office/drawing/2014/main" id="{97AD2DCA-8FBB-4B80-89E6-1B1A7150DB95}"/>
              </a:ext>
            </a:extLst>
          </p:cNvPr>
          <p:cNvSpPr>
            <a:spLocks noGrp="1"/>
          </p:cNvSpPr>
          <p:nvPr>
            <p:ph type="dt" sz="half" idx="17"/>
          </p:nvPr>
        </p:nvSpPr>
        <p:spPr/>
        <p:txBody>
          <a:bodyPr/>
          <a:lstStyle/>
          <a:p>
            <a:fld id="{2F8FDEAC-71BB-49CF-93A5-EE3812DB99F4}" type="datetime3">
              <a:rPr lang="en-GB" smtClean="0"/>
              <a:t>16 March, 2026</a:t>
            </a:fld>
            <a:endParaRPr lang="en-GB" dirty="0"/>
          </a:p>
        </p:txBody>
      </p:sp>
      <p:sp>
        <p:nvSpPr>
          <p:cNvPr id="10" name="Footer Placeholder 9">
            <a:extLst>
              <a:ext uri="{FF2B5EF4-FFF2-40B4-BE49-F238E27FC236}">
                <a16:creationId xmlns:a16="http://schemas.microsoft.com/office/drawing/2014/main" id="{DB9D3BC1-184D-4441-BA96-95C93C5A7AAC}"/>
              </a:ext>
            </a:extLst>
          </p:cNvPr>
          <p:cNvSpPr>
            <a:spLocks noGrp="1"/>
          </p:cNvSpPr>
          <p:nvPr>
            <p:ph type="ftr" sz="quarter" idx="18"/>
          </p:nvPr>
        </p:nvSpPr>
        <p:spPr/>
        <p:txBody>
          <a:bodyPr/>
          <a:lstStyle/>
          <a:p>
            <a:r>
              <a:rPr lang="en-GB"/>
              <a:t>Presentation name</a:t>
            </a:r>
            <a:endParaRPr lang="en-GB" dirty="0"/>
          </a:p>
        </p:txBody>
      </p:sp>
      <p:sp>
        <p:nvSpPr>
          <p:cNvPr id="11" name="Slide Number Placeholder 10">
            <a:extLst>
              <a:ext uri="{FF2B5EF4-FFF2-40B4-BE49-F238E27FC236}">
                <a16:creationId xmlns:a16="http://schemas.microsoft.com/office/drawing/2014/main" id="{88745D12-BDC3-43C8-8E38-B51B8126EFF1}"/>
              </a:ext>
            </a:extLst>
          </p:cNvPr>
          <p:cNvSpPr>
            <a:spLocks noGrp="1"/>
          </p:cNvSpPr>
          <p:nvPr>
            <p:ph type="sldNum" sz="quarter" idx="19"/>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9912653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18 - Heading and bullet text on fullscreen for dark picture">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Content Placeholder 4">
            <a:extLst>
              <a:ext uri="{FF2B5EF4-FFF2-40B4-BE49-F238E27FC236}">
                <a16:creationId xmlns:a16="http://schemas.microsoft.com/office/drawing/2014/main" id="{E5DCE741-E45F-44C7-99F8-5687D0CC19D3}"/>
              </a:ext>
            </a:extLst>
          </p:cNvPr>
          <p:cNvSpPr>
            <a:spLocks noGrp="1"/>
          </p:cNvSpPr>
          <p:nvPr>
            <p:ph sz="quarter" idx="20"/>
          </p:nvPr>
        </p:nvSpPr>
        <p:spPr>
          <a:xfrm>
            <a:off x="696000" y="1773238"/>
            <a:ext cx="8640000"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218FCF86-891F-4837-ACCF-63BAFEDF59F3}"/>
              </a:ext>
            </a:extLst>
          </p:cNvPr>
          <p:cNvSpPr>
            <a:spLocks noGrp="1"/>
          </p:cNvSpPr>
          <p:nvPr>
            <p:ph type="dt" sz="half" idx="17"/>
          </p:nvPr>
        </p:nvSpPr>
        <p:spPr/>
        <p:txBody>
          <a:bodyPr/>
          <a:lstStyle/>
          <a:p>
            <a:fld id="{4C9053B6-4929-4FDD-BA68-2732FE4873CA}" type="datetime3">
              <a:rPr lang="en-GB" smtClean="0"/>
              <a:t>16 March, 2026</a:t>
            </a:fld>
            <a:endParaRPr lang="en-GB" dirty="0"/>
          </a:p>
        </p:txBody>
      </p:sp>
      <p:sp>
        <p:nvSpPr>
          <p:cNvPr id="8" name="Footer Placeholder 7">
            <a:extLst>
              <a:ext uri="{FF2B5EF4-FFF2-40B4-BE49-F238E27FC236}">
                <a16:creationId xmlns:a16="http://schemas.microsoft.com/office/drawing/2014/main" id="{4A55C7A5-30C6-4608-A790-D67BAC523440}"/>
              </a:ext>
            </a:extLst>
          </p:cNvPr>
          <p:cNvSpPr>
            <a:spLocks noGrp="1"/>
          </p:cNvSpPr>
          <p:nvPr>
            <p:ph type="ftr" sz="quarter" idx="18"/>
          </p:nvPr>
        </p:nvSpPr>
        <p:spPr/>
        <p:txBody>
          <a:bodyPr/>
          <a:lstStyle/>
          <a:p>
            <a:r>
              <a:rPr lang="en-GB"/>
              <a:t>Presentation name</a:t>
            </a:r>
            <a:endParaRPr lang="en-GB" dirty="0"/>
          </a:p>
        </p:txBody>
      </p:sp>
      <p:sp>
        <p:nvSpPr>
          <p:cNvPr id="10" name="Slide Number Placeholder 9">
            <a:extLst>
              <a:ext uri="{FF2B5EF4-FFF2-40B4-BE49-F238E27FC236}">
                <a16:creationId xmlns:a16="http://schemas.microsoft.com/office/drawing/2014/main" id="{37F5F02F-8C46-4896-BC92-49AA647A50EF}"/>
              </a:ext>
            </a:extLst>
          </p:cNvPr>
          <p:cNvSpPr>
            <a:spLocks noGrp="1"/>
          </p:cNvSpPr>
          <p:nvPr>
            <p:ph type="sldNum" sz="quarter" idx="19"/>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1192101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19 - Header only on snow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C84D998-A0A1-427E-9E94-DE69BA2AF685}"/>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58B5A567-CECF-4E8C-9DF8-802537DB9392}"/>
              </a:ext>
            </a:extLst>
          </p:cNvPr>
          <p:cNvSpPr>
            <a:spLocks noGrp="1"/>
          </p:cNvSpPr>
          <p:nvPr>
            <p:ph type="dt" sz="half" idx="15"/>
          </p:nvPr>
        </p:nvSpPr>
        <p:spPr/>
        <p:txBody>
          <a:bodyPr/>
          <a:lstStyle/>
          <a:p>
            <a:fld id="{BF6D858C-FE28-4661-9741-B74153396B0C}" type="datetime3">
              <a:rPr lang="en-GB" smtClean="0"/>
              <a:t>16 March, 2026</a:t>
            </a:fld>
            <a:endParaRPr lang="en-GB" dirty="0"/>
          </a:p>
        </p:txBody>
      </p:sp>
      <p:sp>
        <p:nvSpPr>
          <p:cNvPr id="3" name="Footer Placeholder 2">
            <a:extLst>
              <a:ext uri="{FF2B5EF4-FFF2-40B4-BE49-F238E27FC236}">
                <a16:creationId xmlns:a16="http://schemas.microsoft.com/office/drawing/2014/main" id="{AE816BFE-40C0-4268-88B7-0420E044C7C7}"/>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D81C3C49-28EA-4AB4-BC5C-1D8A36952F02}"/>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3973080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20 - Header only on white 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4F036DD7-6C24-4C48-8819-0528EB4199AC}"/>
              </a:ext>
            </a:extLst>
          </p:cNvPr>
          <p:cNvSpPr>
            <a:spLocks noGrp="1"/>
          </p:cNvSpPr>
          <p:nvPr>
            <p:ph type="dt" sz="half" idx="15"/>
          </p:nvPr>
        </p:nvSpPr>
        <p:spPr/>
        <p:txBody>
          <a:bodyPr/>
          <a:lstStyle/>
          <a:p>
            <a:fld id="{D08F46E6-1BE3-4FA3-8338-96313FADC74E}" type="datetime3">
              <a:rPr lang="en-GB" smtClean="0"/>
              <a:t>16 March, 2026</a:t>
            </a:fld>
            <a:endParaRPr lang="en-GB" dirty="0"/>
          </a:p>
        </p:txBody>
      </p:sp>
      <p:sp>
        <p:nvSpPr>
          <p:cNvPr id="3" name="Footer Placeholder 2">
            <a:extLst>
              <a:ext uri="{FF2B5EF4-FFF2-40B4-BE49-F238E27FC236}">
                <a16:creationId xmlns:a16="http://schemas.microsoft.com/office/drawing/2014/main" id="{E1DD7F54-AB07-4D01-8C64-F9B2421FB583}"/>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278BF20-C1BE-48D3-9C5C-34133B97162E}"/>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501519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21 - Header only on blue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C84D998-A0A1-427E-9E94-DE69BA2AF685}"/>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0" name="Date Placeholder 9">
            <a:extLst>
              <a:ext uri="{FF2B5EF4-FFF2-40B4-BE49-F238E27FC236}">
                <a16:creationId xmlns:a16="http://schemas.microsoft.com/office/drawing/2014/main" id="{DC92D004-45D9-4900-8B3A-20D7F802DA48}"/>
              </a:ext>
            </a:extLst>
          </p:cNvPr>
          <p:cNvSpPr>
            <a:spLocks noGrp="1"/>
          </p:cNvSpPr>
          <p:nvPr>
            <p:ph type="dt" sz="half" idx="15"/>
          </p:nvPr>
        </p:nvSpPr>
        <p:spPr/>
        <p:txBody>
          <a:bodyPr/>
          <a:lstStyle/>
          <a:p>
            <a:fld id="{1F9DED0E-F0AB-492A-8952-1203CB654487}" type="datetime3">
              <a:rPr lang="en-GB" smtClean="0"/>
              <a:t>16 March, 2026</a:t>
            </a:fld>
            <a:endParaRPr lang="en-GB" dirty="0"/>
          </a:p>
        </p:txBody>
      </p:sp>
      <p:sp>
        <p:nvSpPr>
          <p:cNvPr id="11" name="Footer Placeholder 10">
            <a:extLst>
              <a:ext uri="{FF2B5EF4-FFF2-40B4-BE49-F238E27FC236}">
                <a16:creationId xmlns:a16="http://schemas.microsoft.com/office/drawing/2014/main" id="{9C86CA62-BFDB-4F87-A424-F5D90D166B85}"/>
              </a:ext>
            </a:extLst>
          </p:cNvPr>
          <p:cNvSpPr>
            <a:spLocks noGrp="1"/>
          </p:cNvSpPr>
          <p:nvPr>
            <p:ph type="ftr" sz="quarter" idx="16"/>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2A9C68DB-004F-43DA-AAFC-81794FB395D1}"/>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45310148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3.22 - Empty">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C717F548-098C-4A84-BAE0-B9AE7935B9DB}"/>
              </a:ext>
            </a:extLst>
          </p:cNvPr>
          <p:cNvSpPr>
            <a:spLocks noGrp="1"/>
          </p:cNvSpPr>
          <p:nvPr>
            <p:ph type="dt" sz="half" idx="10"/>
          </p:nvPr>
        </p:nvSpPr>
        <p:spPr/>
        <p:txBody>
          <a:bodyPr/>
          <a:lstStyle/>
          <a:p>
            <a:fld id="{BBC98688-8316-4E08-99A7-4CF117E95DD2}" type="datetime3">
              <a:rPr lang="en-GB" smtClean="0"/>
              <a:t>16 March, 2026</a:t>
            </a:fld>
            <a:endParaRPr lang="en-GB" dirty="0"/>
          </a:p>
        </p:txBody>
      </p:sp>
      <p:sp>
        <p:nvSpPr>
          <p:cNvPr id="9" name="Footer Placeholder 8">
            <a:extLst>
              <a:ext uri="{FF2B5EF4-FFF2-40B4-BE49-F238E27FC236}">
                <a16:creationId xmlns:a16="http://schemas.microsoft.com/office/drawing/2014/main" id="{16A88127-32A8-4077-923D-55055EFBBF0E}"/>
              </a:ext>
            </a:extLst>
          </p:cNvPr>
          <p:cNvSpPr>
            <a:spLocks noGrp="1"/>
          </p:cNvSpPr>
          <p:nvPr>
            <p:ph type="ftr" sz="quarter" idx="11"/>
          </p:nvPr>
        </p:nvSpPr>
        <p:spPr/>
        <p:txBody>
          <a:bodyPr/>
          <a:lstStyle/>
          <a:p>
            <a:r>
              <a:rPr lang="en-GB"/>
              <a:t>Presentation name</a:t>
            </a:r>
            <a:endParaRPr lang="en-GB" dirty="0"/>
          </a:p>
        </p:txBody>
      </p:sp>
      <p:sp>
        <p:nvSpPr>
          <p:cNvPr id="10" name="Slide Number Placeholder 9">
            <a:extLst>
              <a:ext uri="{FF2B5EF4-FFF2-40B4-BE49-F238E27FC236}">
                <a16:creationId xmlns:a16="http://schemas.microsoft.com/office/drawing/2014/main" id="{B70096FE-52E7-40F9-B9B2-A6ED5492C3FF}"/>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7068313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22 – Disclaimer">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1A2CA5C7-790A-4B5E-A7CB-5AC08A6DCD86}" type="datetime3">
              <a:rPr lang="en-GB" smtClean="0"/>
              <a:t>16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sp>
        <p:nvSpPr>
          <p:cNvPr id="19" name="Rectangle 18">
            <a:extLst>
              <a:ext uri="{FF2B5EF4-FFF2-40B4-BE49-F238E27FC236}">
                <a16:creationId xmlns:a16="http://schemas.microsoft.com/office/drawing/2014/main" id="{A46DF209-4A08-4759-0FEE-12F6A6C0CE63}"/>
              </a:ext>
            </a:extLst>
          </p:cNvPr>
          <p:cNvSpPr/>
          <p:nvPr userDrawn="1"/>
        </p:nvSpPr>
        <p:spPr>
          <a:xfrm>
            <a:off x="454250" y="5763670"/>
            <a:ext cx="8972919" cy="10264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10000"/>
              </a:lnSpc>
              <a:spcBef>
                <a:spcPts val="600"/>
              </a:spcBef>
            </a:pPr>
            <a:endParaRPr lang="en-GB" sz="1600" dirty="0"/>
          </a:p>
        </p:txBody>
      </p:sp>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49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Text Placeholder 10">
            <a:extLst>
              <a:ext uri="{FF2B5EF4-FFF2-40B4-BE49-F238E27FC236}">
                <a16:creationId xmlns:a16="http://schemas.microsoft.com/office/drawing/2014/main" id="{0701FCCB-E585-4202-BA47-9F2063D11576}"/>
              </a:ext>
            </a:extLst>
          </p:cNvPr>
          <p:cNvSpPr>
            <a:spLocks noGrp="1"/>
          </p:cNvSpPr>
          <p:nvPr>
            <p:ph type="body" sz="quarter" idx="17" hasCustomPrompt="1"/>
          </p:nvPr>
        </p:nvSpPr>
        <p:spPr>
          <a:xfrm>
            <a:off x="695325" y="1587731"/>
            <a:ext cx="8640675" cy="3073321"/>
          </a:xfrm>
        </p:spPr>
        <p:txBody>
          <a:bodyPr anchor="b" anchorCtr="0"/>
          <a:lstStyle>
            <a:lvl1pPr marL="0" indent="0">
              <a:buFontTx/>
              <a:buNone/>
              <a:defRPr sz="9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Placeholder for disclaimer text and/or Document ID. NOTE: Copyright and trademark information are already included below and do not need to be added again.</a:t>
            </a:r>
            <a:endParaRPr lang="en-GB" dirty="0"/>
          </a:p>
        </p:txBody>
      </p:sp>
      <p:sp>
        <p:nvSpPr>
          <p:cNvPr id="3" name="TextBox 7">
            <a:extLst>
              <a:ext uri="{FF2B5EF4-FFF2-40B4-BE49-F238E27FC236}">
                <a16:creationId xmlns:a16="http://schemas.microsoft.com/office/drawing/2014/main" id="{CBB298DC-3796-92A0-871A-1B22DBA13290}"/>
              </a:ext>
            </a:extLst>
          </p:cNvPr>
          <p:cNvSpPr txBox="1"/>
          <p:nvPr userDrawn="1"/>
        </p:nvSpPr>
        <p:spPr bwMode="gray">
          <a:xfrm>
            <a:off x="712204" y="6416589"/>
            <a:ext cx="6591598" cy="144000"/>
          </a:xfrm>
          <a:prstGeom prst="rect">
            <a:avLst/>
          </a:prstGeom>
        </p:spPr>
        <p:txBody>
          <a:bodyPr vert="horz" lIns="0" tIns="0" rIns="0" bIns="0" rtlCol="0" anchor="ctr" anchorCtr="0">
            <a:noAutofit/>
          </a:bodyPr>
          <a:lstStyle>
            <a:lvl1pPr indent="0">
              <a:lnSpc>
                <a:spcPct val="120000"/>
              </a:lnSpc>
              <a:spcBef>
                <a:spcPts val="600"/>
              </a:spcBef>
              <a:buFont typeface="Arial" panose="020B0604020202020204" pitchFamily="34" charset="0"/>
              <a:buNone/>
              <a:defRPr sz="1600" b="1">
                <a:solidFill>
                  <a:schemeClr val="tx2"/>
                </a:solidFill>
              </a:defRPr>
            </a:lvl1pPr>
            <a:lvl2pPr marL="0" lvl="1" indent="0">
              <a:lnSpc>
                <a:spcPct val="120000"/>
              </a:lnSpc>
              <a:spcBef>
                <a:spcPts val="600"/>
              </a:spcBef>
              <a:buFont typeface="Arial" panose="020B0604020202020204" pitchFamily="34" charset="0"/>
              <a:buNone/>
              <a:defRPr sz="800">
                <a:solidFill>
                  <a:schemeClr val="tx2"/>
                </a:solidFill>
              </a:defRPr>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1"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GB"/>
              <a:t>© Getinge │ Getinge and                           are trademarks or registered trademarks of Getinge AB, its subsidiaries or affiliates. All rights reserved.</a:t>
            </a:r>
            <a:endParaRPr lang="en-GB" dirty="0"/>
          </a:p>
        </p:txBody>
      </p:sp>
      <p:sp>
        <p:nvSpPr>
          <p:cNvPr id="4" name="TextBox 3">
            <a:extLst>
              <a:ext uri="{FF2B5EF4-FFF2-40B4-BE49-F238E27FC236}">
                <a16:creationId xmlns:a16="http://schemas.microsoft.com/office/drawing/2014/main" id="{5785FAF3-B314-F8CA-9FD6-7174C31B3929}"/>
              </a:ext>
            </a:extLst>
          </p:cNvPr>
          <p:cNvSpPr txBox="1"/>
          <p:nvPr userDrawn="1"/>
        </p:nvSpPr>
        <p:spPr bwMode="gray">
          <a:xfrm>
            <a:off x="695326" y="5763159"/>
            <a:ext cx="8076142" cy="360852"/>
          </a:xfrm>
          <a:prstGeom prst="rect">
            <a:avLst/>
          </a:prstGeom>
        </p:spPr>
        <p:txBody>
          <a:bodyPr vert="horz" lIns="0" tIns="0" rIns="0" bIns="0" rtlCol="0">
            <a:noAutofit/>
          </a:bodyPr>
          <a:lstStyle>
            <a:lvl1pPr indent="0">
              <a:lnSpc>
                <a:spcPct val="120000"/>
              </a:lnSpc>
              <a:spcBef>
                <a:spcPts val="600"/>
              </a:spcBef>
              <a:buFont typeface="Arial" panose="020B0604020202020204" pitchFamily="34" charset="0"/>
              <a:buNone/>
              <a:defRPr sz="1600" b="1">
                <a:solidFill>
                  <a:schemeClr val="tx2"/>
                </a:solidFill>
              </a:defRPr>
            </a:lvl1pPr>
            <a:lvl2pPr marL="0" lvl="1" indent="0">
              <a:lnSpc>
                <a:spcPct val="120000"/>
              </a:lnSpc>
              <a:spcBef>
                <a:spcPts val="600"/>
              </a:spcBef>
              <a:buFont typeface="Arial" panose="020B0604020202020204" pitchFamily="34" charset="0"/>
              <a:buNone/>
              <a:defRPr sz="800">
                <a:solidFill>
                  <a:schemeClr val="tx2"/>
                </a:solidFill>
              </a:defRPr>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en-US" sz="800" dirty="0"/>
              <a:t>With a firm belief that every person and community should have access to the best possible care, Getinge provides hospitals and life science institutions with products and solutions aiming to improve clinical results and optimize workflows. The offering includes products and solutions for intensive care, cardiovascular procedures, operating rooms, sterile reprocessing and life science. Getinge employs over 10,000 people worldwide and the products are sold in more than 135 countries.</a:t>
            </a:r>
            <a:endParaRPr lang="en-GB" sz="800" dirty="0"/>
          </a:p>
        </p:txBody>
      </p:sp>
      <p:sp>
        <p:nvSpPr>
          <p:cNvPr id="5" name="TextBox 4">
            <a:extLst>
              <a:ext uri="{FF2B5EF4-FFF2-40B4-BE49-F238E27FC236}">
                <a16:creationId xmlns:a16="http://schemas.microsoft.com/office/drawing/2014/main" id="{C44887AD-4885-F0DD-4DB6-917570EB3D3A}"/>
              </a:ext>
            </a:extLst>
          </p:cNvPr>
          <p:cNvSpPr txBox="1"/>
          <p:nvPr userDrawn="1"/>
        </p:nvSpPr>
        <p:spPr bwMode="gray">
          <a:xfrm>
            <a:off x="695325" y="5154989"/>
            <a:ext cx="10801349" cy="295466"/>
          </a:xfrm>
          <a:prstGeom prst="rect">
            <a:avLst/>
          </a:prstGeom>
        </p:spPr>
        <p:txBody>
          <a:bodyPr vert="horz" lIns="0" tIns="0" rIns="0" bIns="0" rtlCol="0">
            <a:noAutofit/>
          </a:bodyPr>
          <a:lstStyle>
            <a:lvl1pPr lvl="0" indent="0">
              <a:lnSpc>
                <a:spcPct val="120000"/>
              </a:lnSpc>
              <a:spcBef>
                <a:spcPts val="600"/>
              </a:spcBef>
              <a:buFont typeface="Arial" panose="020B0604020202020204" pitchFamily="34" charset="0"/>
              <a:buNone/>
              <a:defRPr sz="1600" b="1">
                <a:solidFill>
                  <a:schemeClr val="bg1"/>
                </a:solidFill>
              </a:defRPr>
            </a:lvl1pPr>
            <a:lvl2pPr marL="0" indent="0">
              <a:lnSpc>
                <a:spcPct val="120000"/>
              </a:lnSpc>
              <a:spcBef>
                <a:spcPts val="600"/>
              </a:spcBef>
              <a:buFont typeface="Arial" panose="020B0604020202020204" pitchFamily="34" charset="0"/>
              <a:buNone/>
              <a:defRPr sz="1600"/>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sz="1600" b="0">
                <a:solidFill>
                  <a:schemeClr val="tx2"/>
                </a:solidFill>
              </a:rPr>
              <a:t>www.getinge.com</a:t>
            </a:r>
            <a:endParaRPr lang="en-GB" sz="1600" b="0" dirty="0">
              <a:solidFill>
                <a:schemeClr val="tx2"/>
              </a:solidFill>
            </a:endParaRPr>
          </a:p>
        </p:txBody>
      </p:sp>
      <p:pic>
        <p:nvPicPr>
          <p:cNvPr id="6" name="Graphic 5">
            <a:extLst>
              <a:ext uri="{FF2B5EF4-FFF2-40B4-BE49-F238E27FC236}">
                <a16:creationId xmlns:a16="http://schemas.microsoft.com/office/drawing/2014/main" id="{A98FFAA4-7621-56BD-1A7D-7FE32EA557B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98530" y="6453939"/>
            <a:ext cx="676800" cy="100267"/>
          </a:xfrm>
          <a:prstGeom prst="rect">
            <a:avLst/>
          </a:prstGeom>
        </p:spPr>
      </p:pic>
    </p:spTree>
    <p:extLst>
      <p:ext uri="{BB962C8B-B14F-4D97-AF65-F5344CB8AC3E}">
        <p14:creationId xmlns:p14="http://schemas.microsoft.com/office/powerpoint/2010/main" val="184653432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2 - End logo on graphic">
    <p:bg>
      <p:bgPr>
        <a:solidFill>
          <a:schemeClr val="tx2"/>
        </a:solidFill>
        <a:effectLst/>
      </p:bgPr>
    </p:bg>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8A13A591-4E4B-45F2-908E-4E1C3B5BC5F3}" type="datetime3">
              <a:rPr lang="en-GB" smtClean="0"/>
              <a:t>16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pic>
        <p:nvPicPr>
          <p:cNvPr id="4" name="Picture 3" descr="A picture containing background pattern&#10;&#10;Description automatically generated">
            <a:extLst>
              <a:ext uri="{FF2B5EF4-FFF2-40B4-BE49-F238E27FC236}">
                <a16:creationId xmlns:a16="http://schemas.microsoft.com/office/drawing/2014/main" id="{F8ED0573-BB28-48D5-B972-E6FBCD82B8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5" name="Group 4">
            <a:extLst>
              <a:ext uri="{FF2B5EF4-FFF2-40B4-BE49-F238E27FC236}">
                <a16:creationId xmlns:a16="http://schemas.microsoft.com/office/drawing/2014/main" id="{180ABD6B-22ED-4494-9FF9-300160E05379}"/>
              </a:ext>
            </a:extLst>
          </p:cNvPr>
          <p:cNvGrpSpPr/>
          <p:nvPr userDrawn="1"/>
        </p:nvGrpSpPr>
        <p:grpSpPr>
          <a:xfrm>
            <a:off x="4468865" y="2604738"/>
            <a:ext cx="3258066" cy="1656113"/>
            <a:chOff x="4468865" y="2604738"/>
            <a:chExt cx="3258066" cy="1656113"/>
          </a:xfrm>
        </p:grpSpPr>
        <p:pic>
          <p:nvPicPr>
            <p:cNvPr id="19" name="Picture 18">
              <a:extLst>
                <a:ext uri="{FF2B5EF4-FFF2-40B4-BE49-F238E27FC236}">
                  <a16:creationId xmlns:a16="http://schemas.microsoft.com/office/drawing/2014/main" id="{FF1E34F8-8223-4A78-B432-3EB9EBA7525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80464"/>
            <a:stretch/>
          </p:blipFill>
          <p:spPr>
            <a:xfrm>
              <a:off x="4468865" y="3935821"/>
              <a:ext cx="3254272" cy="325030"/>
            </a:xfrm>
            <a:prstGeom prst="rect">
              <a:avLst/>
            </a:prstGeom>
          </p:spPr>
        </p:pic>
        <p:pic>
          <p:nvPicPr>
            <p:cNvPr id="21" name="Graphic 20">
              <a:extLst>
                <a:ext uri="{FF2B5EF4-FFF2-40B4-BE49-F238E27FC236}">
                  <a16:creationId xmlns:a16="http://schemas.microsoft.com/office/drawing/2014/main" id="{553C90E1-7BD9-4E34-8AC3-FC945AE905C7}"/>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r="21239"/>
            <a:stretch/>
          </p:blipFill>
          <p:spPr>
            <a:xfrm>
              <a:off x="4472659" y="3323701"/>
              <a:ext cx="3254272" cy="612120"/>
            </a:xfrm>
            <a:prstGeom prst="rect">
              <a:avLst/>
            </a:prstGeom>
          </p:spPr>
        </p:pic>
        <p:pic>
          <p:nvPicPr>
            <p:cNvPr id="25" name="Graphic 24">
              <a:extLst>
                <a:ext uri="{FF2B5EF4-FFF2-40B4-BE49-F238E27FC236}">
                  <a16:creationId xmlns:a16="http://schemas.microsoft.com/office/drawing/2014/main" id="{EC88D5EE-499C-4F3A-8762-76A3B1CF8450}"/>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83781"/>
            <a:stretch/>
          </p:blipFill>
          <p:spPr>
            <a:xfrm>
              <a:off x="5713848" y="2604738"/>
              <a:ext cx="670155" cy="612120"/>
            </a:xfrm>
            <a:prstGeom prst="rect">
              <a:avLst/>
            </a:prstGeom>
          </p:spPr>
        </p:pic>
      </p:grpSp>
    </p:spTree>
    <p:extLst>
      <p:ext uri="{BB962C8B-B14F-4D97-AF65-F5344CB8AC3E}">
        <p14:creationId xmlns:p14="http://schemas.microsoft.com/office/powerpoint/2010/main" val="286197775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3 - End logo on blue">
    <p:bg>
      <p:bgPr>
        <a:solidFill>
          <a:schemeClr val="tx2"/>
        </a:solidFill>
        <a:effectLst/>
      </p:bgPr>
    </p:bg>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6575CFC9-CF72-4FF1-A9D6-AA7E501F72D2}" type="datetime3">
              <a:rPr lang="en-GB" smtClean="0"/>
              <a:t>16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sp>
        <p:nvSpPr>
          <p:cNvPr id="6" name="Rectangle 5">
            <a:extLst>
              <a:ext uri="{FF2B5EF4-FFF2-40B4-BE49-F238E27FC236}">
                <a16:creationId xmlns:a16="http://schemas.microsoft.com/office/drawing/2014/main" id="{7E817851-0F05-4A24-B522-B3546C11BA73}"/>
              </a:ext>
            </a:extLst>
          </p:cNvPr>
          <p:cNvSpPr>
            <a:spLocks/>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10000"/>
              </a:lnSpc>
              <a:spcBef>
                <a:spcPts val="1200"/>
              </a:spcBef>
            </a:pPr>
            <a:endParaRPr lang="en-GB" sz="1600" dirty="0"/>
          </a:p>
        </p:txBody>
      </p:sp>
      <p:grpSp>
        <p:nvGrpSpPr>
          <p:cNvPr id="5" name="Group 4">
            <a:extLst>
              <a:ext uri="{FF2B5EF4-FFF2-40B4-BE49-F238E27FC236}">
                <a16:creationId xmlns:a16="http://schemas.microsoft.com/office/drawing/2014/main" id="{180ABD6B-22ED-4494-9FF9-300160E05379}"/>
              </a:ext>
            </a:extLst>
          </p:cNvPr>
          <p:cNvGrpSpPr/>
          <p:nvPr userDrawn="1"/>
        </p:nvGrpSpPr>
        <p:grpSpPr>
          <a:xfrm>
            <a:off x="4468865" y="2604738"/>
            <a:ext cx="3258066" cy="1656113"/>
            <a:chOff x="4468865" y="2604738"/>
            <a:chExt cx="3258066" cy="1656113"/>
          </a:xfrm>
        </p:grpSpPr>
        <p:pic>
          <p:nvPicPr>
            <p:cNvPr id="19" name="Picture 18">
              <a:extLst>
                <a:ext uri="{FF2B5EF4-FFF2-40B4-BE49-F238E27FC236}">
                  <a16:creationId xmlns:a16="http://schemas.microsoft.com/office/drawing/2014/main" id="{FF1E34F8-8223-4A78-B432-3EB9EBA7525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0464"/>
            <a:stretch/>
          </p:blipFill>
          <p:spPr>
            <a:xfrm>
              <a:off x="4468865" y="3935821"/>
              <a:ext cx="3254272" cy="325030"/>
            </a:xfrm>
            <a:prstGeom prst="rect">
              <a:avLst/>
            </a:prstGeom>
          </p:spPr>
        </p:pic>
        <p:pic>
          <p:nvPicPr>
            <p:cNvPr id="21" name="Graphic 20">
              <a:extLst>
                <a:ext uri="{FF2B5EF4-FFF2-40B4-BE49-F238E27FC236}">
                  <a16:creationId xmlns:a16="http://schemas.microsoft.com/office/drawing/2014/main" id="{553C90E1-7BD9-4E34-8AC3-FC945AE905C7}"/>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r="21239"/>
            <a:stretch/>
          </p:blipFill>
          <p:spPr>
            <a:xfrm>
              <a:off x="4472659" y="3323701"/>
              <a:ext cx="3254272" cy="612120"/>
            </a:xfrm>
            <a:prstGeom prst="rect">
              <a:avLst/>
            </a:prstGeom>
          </p:spPr>
        </p:pic>
        <p:pic>
          <p:nvPicPr>
            <p:cNvPr id="25" name="Graphic 24">
              <a:extLst>
                <a:ext uri="{FF2B5EF4-FFF2-40B4-BE49-F238E27FC236}">
                  <a16:creationId xmlns:a16="http://schemas.microsoft.com/office/drawing/2014/main" id="{EC88D5EE-499C-4F3A-8762-76A3B1CF8450}"/>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3781"/>
            <a:stretch/>
          </p:blipFill>
          <p:spPr>
            <a:xfrm>
              <a:off x="5713848" y="2604738"/>
              <a:ext cx="670155" cy="612120"/>
            </a:xfrm>
            <a:prstGeom prst="rect">
              <a:avLst/>
            </a:prstGeom>
          </p:spPr>
        </p:pic>
      </p:grpSp>
    </p:spTree>
    <p:extLst>
      <p:ext uri="{BB962C8B-B14F-4D97-AF65-F5344CB8AC3E}">
        <p14:creationId xmlns:p14="http://schemas.microsoft.com/office/powerpoint/2010/main" val="219407332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1 – Report for long text, white 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nchor="t" anchorCtr="0"/>
          <a:lstStyle>
            <a:lvl1pPr>
              <a:lnSpc>
                <a:spcPct val="100000"/>
              </a:lnSpc>
              <a:defRPr/>
            </a:lvl1pPr>
          </a:lstStyle>
          <a:p>
            <a:r>
              <a:rPr lang="en-GB" dirty="0"/>
              <a:t>Heading</a:t>
            </a:r>
          </a:p>
        </p:txBody>
      </p:sp>
      <p:sp>
        <p:nvSpPr>
          <p:cNvPr id="2" name="Date Placeholder 1">
            <a:extLst>
              <a:ext uri="{FF2B5EF4-FFF2-40B4-BE49-F238E27FC236}">
                <a16:creationId xmlns:a16="http://schemas.microsoft.com/office/drawing/2014/main" id="{3A63870A-33B4-4320-BF1B-F61B9E7A1A02}"/>
              </a:ext>
            </a:extLst>
          </p:cNvPr>
          <p:cNvSpPr>
            <a:spLocks noGrp="1"/>
          </p:cNvSpPr>
          <p:nvPr>
            <p:ph type="dt" sz="half" idx="16"/>
          </p:nvPr>
        </p:nvSpPr>
        <p:spPr/>
        <p:txBody>
          <a:bodyPr/>
          <a:lstStyle/>
          <a:p>
            <a:fld id="{4F2DC977-4E24-4195-9D64-2EFEAF9D834B}" type="datetime3">
              <a:rPr lang="en-GB" smtClean="0"/>
              <a:t>16 March, 2026</a:t>
            </a:fld>
            <a:endParaRPr lang="en-GB" dirty="0"/>
          </a:p>
        </p:txBody>
      </p:sp>
      <p:sp>
        <p:nvSpPr>
          <p:cNvPr id="3" name="Footer Placeholder 2">
            <a:extLst>
              <a:ext uri="{FF2B5EF4-FFF2-40B4-BE49-F238E27FC236}">
                <a16:creationId xmlns:a16="http://schemas.microsoft.com/office/drawing/2014/main" id="{729EC4F1-52AB-4D7A-BF66-E0D9AD4A2F7D}"/>
              </a:ext>
            </a:extLst>
          </p:cNvPr>
          <p:cNvSpPr>
            <a:spLocks noGrp="1"/>
          </p:cNvSpPr>
          <p:nvPr>
            <p:ph type="ftr" sz="quarter" idx="17"/>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7E2D947-F5A5-4887-9229-668EB882D1F4}"/>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
        <p:nvSpPr>
          <p:cNvPr id="5" name="Text Placeholder 4">
            <a:extLst>
              <a:ext uri="{FF2B5EF4-FFF2-40B4-BE49-F238E27FC236}">
                <a16:creationId xmlns:a16="http://schemas.microsoft.com/office/drawing/2014/main" id="{8B865DFC-4A96-44F1-7F55-FB08AA95A4BA}"/>
              </a:ext>
            </a:extLst>
          </p:cNvPr>
          <p:cNvSpPr>
            <a:spLocks noGrp="1"/>
          </p:cNvSpPr>
          <p:nvPr>
            <p:ph type="body" sz="quarter" idx="21"/>
          </p:nvPr>
        </p:nvSpPr>
        <p:spPr>
          <a:xfrm>
            <a:off x="695325" y="1249326"/>
            <a:ext cx="10801350" cy="4772062"/>
          </a:xfrm>
        </p:spPr>
        <p:txBody>
          <a:bodyPr numCol="2" spcCol="360000"/>
          <a:lstStyle>
            <a:lvl1pPr marL="0" indent="0">
              <a:buFontTx/>
              <a:buNone/>
              <a:defRPr sz="1000"/>
            </a:lvl1pPr>
            <a:lvl2pPr marL="153987" indent="0">
              <a:buNone/>
              <a:defRPr sz="1000"/>
            </a:lvl2pPr>
            <a:lvl3pPr marL="425450" indent="-136525">
              <a:defRPr sz="1000"/>
            </a:lvl3pPr>
            <a:lvl4pPr marL="425450" indent="-136525">
              <a:defRPr sz="1000"/>
            </a:lvl4pPr>
            <a:lvl5pPr marL="425450" indent="-136525">
              <a:defRPr sz="1000"/>
            </a:lvl5pPr>
          </a:lstStyle>
          <a:p>
            <a:pPr lvl="0"/>
            <a:r>
              <a:rPr lang="en-US"/>
              <a:t>Click to edit Master text styles</a:t>
            </a:r>
          </a:p>
        </p:txBody>
      </p:sp>
    </p:spTree>
    <p:extLst>
      <p:ext uri="{BB962C8B-B14F-4D97-AF65-F5344CB8AC3E}">
        <p14:creationId xmlns:p14="http://schemas.microsoft.com/office/powerpoint/2010/main" val="93352583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1BEFCB-1703-40D7-823E-D3D10D02B6E1}"/>
              </a:ext>
            </a:extLst>
          </p:cNvPr>
          <p:cNvSpPr>
            <a:spLocks noGrp="1"/>
          </p:cNvSpPr>
          <p:nvPr>
            <p:ph type="title"/>
          </p:nvPr>
        </p:nvSpPr>
        <p:spPr>
          <a:xfrm>
            <a:off x="696000" y="412225"/>
            <a:ext cx="10800000" cy="676800"/>
          </a:xfrm>
          <a:prstGeom prst="rect">
            <a:avLst/>
          </a:prstGeom>
        </p:spPr>
        <p:txBody>
          <a:bodyPr vert="horz" wrap="square"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FF1E75D1-892C-4CE0-8ADF-3BD83D62DA06}"/>
              </a:ext>
            </a:extLst>
          </p:cNvPr>
          <p:cNvSpPr>
            <a:spLocks noGrp="1"/>
          </p:cNvSpPr>
          <p:nvPr>
            <p:ph type="body" idx="1"/>
          </p:nvPr>
        </p:nvSpPr>
        <p:spPr>
          <a:xfrm>
            <a:off x="696000" y="1773238"/>
            <a:ext cx="8640000" cy="424815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lide Number Placeholder 5">
            <a:extLst>
              <a:ext uri="{FF2B5EF4-FFF2-40B4-BE49-F238E27FC236}">
                <a16:creationId xmlns:a16="http://schemas.microsoft.com/office/drawing/2014/main" id="{3AE92548-6F34-4BEB-9EEC-237F04117089}"/>
              </a:ext>
            </a:extLst>
          </p:cNvPr>
          <p:cNvSpPr>
            <a:spLocks noGrp="1"/>
          </p:cNvSpPr>
          <p:nvPr>
            <p:ph type="sldNum" sz="quarter" idx="4"/>
          </p:nvPr>
        </p:nvSpPr>
        <p:spPr>
          <a:xfrm>
            <a:off x="696000" y="6559200"/>
            <a:ext cx="8640000" cy="108000"/>
          </a:xfrm>
          <a:prstGeom prst="rect">
            <a:avLst/>
          </a:prstGeom>
        </p:spPr>
        <p:txBody>
          <a:bodyPr vert="horz" lIns="0" tIns="0" rIns="0" bIns="0" rtlCol="0" anchor="ctr"/>
          <a:lstStyle>
            <a:lvl1pPr algn="l">
              <a:defRPr sz="800">
                <a:solidFill>
                  <a:schemeClr val="tx1"/>
                </a:solidFill>
              </a:defRPr>
            </a:lvl1pPr>
          </a:lstStyle>
          <a:p>
            <a:r>
              <a:rPr lang="en-GB"/>
              <a:t>Page </a:t>
            </a:r>
            <a:fld id="{C2FE92B8-3297-49BF-866E-FDAA607BBC0B}" type="slidenum">
              <a:rPr lang="en-GB" smtClean="0"/>
              <a:pPr/>
              <a:t>‹#›</a:t>
            </a:fld>
            <a:endParaRPr lang="en-GB" dirty="0"/>
          </a:p>
        </p:txBody>
      </p:sp>
      <p:pic>
        <p:nvPicPr>
          <p:cNvPr id="9" name="Graphic 8">
            <a:extLst>
              <a:ext uri="{FF2B5EF4-FFF2-40B4-BE49-F238E27FC236}">
                <a16:creationId xmlns:a16="http://schemas.microsoft.com/office/drawing/2014/main" id="{500DC82A-268B-4885-A9AC-C6141D40A658}"/>
              </a:ext>
            </a:extLst>
          </p:cNvPr>
          <p:cNvPicPr>
            <a:picLocks noChangeAspect="1"/>
          </p:cNvPicPr>
          <p:nvPr userDrawn="1"/>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673500" y="6372000"/>
            <a:ext cx="1822500" cy="270000"/>
          </a:xfrm>
          <a:prstGeom prst="rect">
            <a:avLst/>
          </a:prstGeom>
        </p:spPr>
      </p:pic>
      <p:sp>
        <p:nvSpPr>
          <p:cNvPr id="4" name="Date Placeholder 3">
            <a:extLst>
              <a:ext uri="{FF2B5EF4-FFF2-40B4-BE49-F238E27FC236}">
                <a16:creationId xmlns:a16="http://schemas.microsoft.com/office/drawing/2014/main" id="{8725914E-FFAE-4B21-95D3-7621191EF0FF}"/>
              </a:ext>
            </a:extLst>
          </p:cNvPr>
          <p:cNvSpPr>
            <a:spLocks noGrp="1"/>
          </p:cNvSpPr>
          <p:nvPr>
            <p:ph type="dt" sz="half" idx="2"/>
          </p:nvPr>
        </p:nvSpPr>
        <p:spPr>
          <a:xfrm>
            <a:off x="696000" y="6256800"/>
            <a:ext cx="8640000" cy="108000"/>
          </a:xfrm>
          <a:prstGeom prst="rect">
            <a:avLst/>
          </a:prstGeom>
        </p:spPr>
        <p:txBody>
          <a:bodyPr vert="horz" lIns="0" tIns="0" rIns="0" bIns="0" rtlCol="0" anchor="ctr"/>
          <a:lstStyle>
            <a:lvl1pPr algn="l">
              <a:defRPr sz="800">
                <a:solidFill>
                  <a:schemeClr val="tx1"/>
                </a:solidFill>
              </a:defRPr>
            </a:lvl1pPr>
          </a:lstStyle>
          <a:p>
            <a:fld id="{C2F8EDA5-EB72-41BD-988D-61D35C89EC94}" type="datetime3">
              <a:rPr lang="en-GB" smtClean="0"/>
              <a:t>16 March, 2026</a:t>
            </a:fld>
            <a:endParaRPr lang="en-GB" dirty="0"/>
          </a:p>
        </p:txBody>
      </p:sp>
      <p:sp>
        <p:nvSpPr>
          <p:cNvPr id="5" name="Footer Placeholder 4">
            <a:extLst>
              <a:ext uri="{FF2B5EF4-FFF2-40B4-BE49-F238E27FC236}">
                <a16:creationId xmlns:a16="http://schemas.microsoft.com/office/drawing/2014/main" id="{BE22E0C0-BD49-4D7F-9769-374A393C029D}"/>
              </a:ext>
            </a:extLst>
          </p:cNvPr>
          <p:cNvSpPr>
            <a:spLocks noGrp="1"/>
          </p:cNvSpPr>
          <p:nvPr>
            <p:ph type="ftr" sz="quarter" idx="3"/>
          </p:nvPr>
        </p:nvSpPr>
        <p:spPr>
          <a:xfrm>
            <a:off x="696000" y="6408000"/>
            <a:ext cx="8640000" cy="108000"/>
          </a:xfrm>
          <a:prstGeom prst="rect">
            <a:avLst/>
          </a:prstGeom>
        </p:spPr>
        <p:txBody>
          <a:bodyPr vert="horz" lIns="0" tIns="0" rIns="0" bIns="0" rtlCol="0" anchor="ctr"/>
          <a:lstStyle>
            <a:lvl1pPr algn="l">
              <a:defRPr sz="800">
                <a:solidFill>
                  <a:schemeClr val="tx1"/>
                </a:solidFill>
              </a:defRPr>
            </a:lvl1pPr>
          </a:lstStyle>
          <a:p>
            <a:r>
              <a:rPr lang="en-GB"/>
              <a:t>Presentation name</a:t>
            </a:r>
            <a:endParaRPr lang="en-GB" dirty="0"/>
          </a:p>
        </p:txBody>
      </p:sp>
    </p:spTree>
    <p:extLst>
      <p:ext uri="{BB962C8B-B14F-4D97-AF65-F5344CB8AC3E}">
        <p14:creationId xmlns:p14="http://schemas.microsoft.com/office/powerpoint/2010/main" val="145451184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90" r:id="rId3"/>
    <p:sldLayoutId id="2147483651" r:id="rId4"/>
    <p:sldLayoutId id="2147483666" r:id="rId5"/>
    <p:sldLayoutId id="2147483650" r:id="rId6"/>
    <p:sldLayoutId id="2147483664" r:id="rId7"/>
    <p:sldLayoutId id="2147483663" r:id="rId8"/>
    <p:sldLayoutId id="2147483667" r:id="rId9"/>
    <p:sldLayoutId id="2147483668" r:id="rId10"/>
    <p:sldLayoutId id="2147483669" r:id="rId11"/>
    <p:sldLayoutId id="2147483670" r:id="rId12"/>
    <p:sldLayoutId id="2147483674" r:id="rId13"/>
    <p:sldLayoutId id="2147483675" r:id="rId14"/>
    <p:sldLayoutId id="2147483676" r:id="rId15"/>
    <p:sldLayoutId id="2147483677" r:id="rId16"/>
    <p:sldLayoutId id="2147483678" r:id="rId17"/>
    <p:sldLayoutId id="2147483679" r:id="rId18"/>
    <p:sldLayoutId id="2147483680" r:id="rId19"/>
    <p:sldLayoutId id="2147483671" r:id="rId20"/>
    <p:sldLayoutId id="2147483682" r:id="rId21"/>
    <p:sldLayoutId id="2147483685" r:id="rId22"/>
    <p:sldLayoutId id="2147483686" r:id="rId23"/>
    <p:sldLayoutId id="2147483672" r:id="rId24"/>
    <p:sldLayoutId id="2147483687" r:id="rId25"/>
    <p:sldLayoutId id="2147483673" r:id="rId26"/>
    <p:sldLayoutId id="2147483655" r:id="rId27"/>
    <p:sldLayoutId id="2147483693" r:id="rId28"/>
    <p:sldLayoutId id="2147483689" r:id="rId29"/>
    <p:sldLayoutId id="2147483691" r:id="rId30"/>
    <p:sldLayoutId id="2147483692" r:id="rId31"/>
  </p:sldLayoutIdLst>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146050" indent="-146050" algn="l" defTabSz="914400" rtl="0" eaLnBrk="1" latinLnBrk="0" hangingPunct="1">
        <a:lnSpc>
          <a:spcPct val="110000"/>
        </a:lnSpc>
        <a:spcBef>
          <a:spcPts val="600"/>
        </a:spcBef>
        <a:buFont typeface="Arial" panose="020B0604020202020204" pitchFamily="34" charset="0"/>
        <a:buChar char="•"/>
        <a:defRPr sz="1600" kern="1200">
          <a:solidFill>
            <a:schemeClr val="tx1"/>
          </a:solidFill>
          <a:latin typeface="+mn-lt"/>
          <a:ea typeface="+mn-ea"/>
          <a:cs typeface="+mn-cs"/>
        </a:defRPr>
      </a:lvl1pPr>
      <a:lvl2pPr marL="334963" indent="-180975"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2pPr>
      <a:lvl3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3pPr>
      <a:lvl4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4pPr>
      <a:lvl5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3840" userDrawn="1">
          <p15:clr>
            <a:srgbClr val="F26B43"/>
          </p15:clr>
        </p15:guide>
        <p15:guide id="3" pos="7242" userDrawn="1">
          <p15:clr>
            <a:srgbClr val="F26B43"/>
          </p15:clr>
        </p15:guide>
        <p15:guide id="4" orient="horz" pos="1117" userDrawn="1">
          <p15:clr>
            <a:srgbClr val="F26B43"/>
          </p15:clr>
        </p15:guide>
        <p15:guide id="5" orient="horz" pos="3793" userDrawn="1">
          <p15:clr>
            <a:srgbClr val="F26B43"/>
          </p15:clr>
        </p15:guide>
        <p15:guide id="6" orient="horz" pos="686" userDrawn="1">
          <p15:clr>
            <a:srgbClr val="F26B43"/>
          </p15:clr>
        </p15:guide>
        <p15:guide id="7" orient="horz" pos="38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1CFDC-0B5E-49ED-8E43-7F408FFBD7EF}"/>
              </a:ext>
            </a:extLst>
          </p:cNvPr>
          <p:cNvSpPr>
            <a:spLocks noGrp="1"/>
          </p:cNvSpPr>
          <p:nvPr>
            <p:ph type="ctrTitle"/>
          </p:nvPr>
        </p:nvSpPr>
        <p:spPr/>
        <p:txBody>
          <a:bodyPr/>
          <a:lstStyle/>
          <a:p>
            <a:r>
              <a:rPr lang="en-GB" dirty="0" err="1"/>
              <a:t>LundaLoggern</a:t>
            </a:r>
            <a:endParaRPr lang="en-GB" dirty="0"/>
          </a:p>
        </p:txBody>
      </p:sp>
      <p:sp>
        <p:nvSpPr>
          <p:cNvPr id="3" name="Subtitle 2">
            <a:extLst>
              <a:ext uri="{FF2B5EF4-FFF2-40B4-BE49-F238E27FC236}">
                <a16:creationId xmlns:a16="http://schemas.microsoft.com/office/drawing/2014/main" id="{DE2E746C-6F83-47C7-B534-B7C10E234DD7}"/>
              </a:ext>
            </a:extLst>
          </p:cNvPr>
          <p:cNvSpPr>
            <a:spLocks noGrp="1"/>
          </p:cNvSpPr>
          <p:nvPr>
            <p:ph type="subTitle" idx="1"/>
          </p:nvPr>
        </p:nvSpPr>
        <p:spPr/>
        <p:txBody>
          <a:bodyPr/>
          <a:lstStyle/>
          <a:p>
            <a:r>
              <a:rPr lang="en-GB"/>
              <a:t>En datalogger</a:t>
            </a:r>
            <a:endParaRPr lang="en-GB" dirty="0"/>
          </a:p>
        </p:txBody>
      </p:sp>
      <p:sp>
        <p:nvSpPr>
          <p:cNvPr id="4" name="Text Placeholder 3">
            <a:extLst>
              <a:ext uri="{FF2B5EF4-FFF2-40B4-BE49-F238E27FC236}">
                <a16:creationId xmlns:a16="http://schemas.microsoft.com/office/drawing/2014/main" id="{6353B284-8BB4-4513-9C98-65966503C636}"/>
              </a:ext>
            </a:extLst>
          </p:cNvPr>
          <p:cNvSpPr>
            <a:spLocks noGrp="1"/>
          </p:cNvSpPr>
          <p:nvPr>
            <p:ph type="body" sz="quarter" idx="13"/>
          </p:nvPr>
        </p:nvSpPr>
        <p:spPr/>
        <p:txBody>
          <a:bodyPr/>
          <a:lstStyle/>
          <a:p>
            <a:r>
              <a:rPr lang="en-GB" dirty="0"/>
              <a:t>Åke 2026-02-27</a:t>
            </a:r>
          </a:p>
        </p:txBody>
      </p:sp>
    </p:spTree>
    <p:extLst>
      <p:ext uri="{BB962C8B-B14F-4D97-AF65-F5344CB8AC3E}">
        <p14:creationId xmlns:p14="http://schemas.microsoft.com/office/powerpoint/2010/main" val="197200261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descr="A hand holding a device with a screen&#10;&#10;AI-generated content may be incorrect.">
            <a:extLst>
              <a:ext uri="{FF2B5EF4-FFF2-40B4-BE49-F238E27FC236}">
                <a16:creationId xmlns:a16="http://schemas.microsoft.com/office/drawing/2014/main" id="{0CACF70D-8500-C214-35B7-8F083982AD69}"/>
              </a:ext>
            </a:extLst>
          </p:cNvPr>
          <p:cNvPicPr>
            <a:picLocks noGrp="1" noChangeAspect="1"/>
          </p:cNvPicPr>
          <p:nvPr>
            <p:ph sz="quarter" idx="19"/>
          </p:nvPr>
        </p:nvPicPr>
        <p:blipFill>
          <a:blip r:embed="rId3">
            <a:extLst>
              <a:ext uri="{28A0092B-C50C-407E-A947-70E740481C1C}">
                <a14:useLocalDpi xmlns:a14="http://schemas.microsoft.com/office/drawing/2010/main" val="0"/>
              </a:ext>
            </a:extLst>
          </a:blip>
          <a:srcRect l="22662" t="32514" r="10342" b="23846"/>
          <a:stretch>
            <a:fillRect/>
          </a:stretch>
        </p:blipFill>
        <p:spPr>
          <a:xfrm>
            <a:off x="827902" y="1758926"/>
            <a:ext cx="4341609" cy="2121096"/>
          </a:xfrm>
        </p:spPr>
      </p:pic>
      <p:pic>
        <p:nvPicPr>
          <p:cNvPr id="9" name="Content Placeholder 8" descr="A blue symbol of a baby and lungs&#10;&#10;AI-generated content may be incorrect.">
            <a:extLst>
              <a:ext uri="{FF2B5EF4-FFF2-40B4-BE49-F238E27FC236}">
                <a16:creationId xmlns:a16="http://schemas.microsoft.com/office/drawing/2014/main" id="{FA38D36C-3E0E-AD71-AC43-C725C5CFB340}"/>
              </a:ext>
            </a:extLst>
          </p:cNvPr>
          <p:cNvPicPr>
            <a:picLocks noGrp="1" noChangeAspect="1"/>
          </p:cNvPicPr>
          <p:nvPr>
            <p:ph type="pic" sz="quarter" idx="15"/>
          </p:nvPr>
        </p:nvPicPr>
        <p:blipFill>
          <a:blip r:embed="rId4">
            <a:extLst>
              <a:ext uri="{28A0092B-C50C-407E-A947-70E740481C1C}">
                <a14:useLocalDpi xmlns:a14="http://schemas.microsoft.com/office/drawing/2010/main" val="0"/>
              </a:ext>
            </a:extLst>
          </a:blip>
          <a:srcRect l="9030" r="-1" b="-1"/>
          <a:stretch>
            <a:fillRect/>
          </a:stretch>
        </p:blipFill>
        <p:spPr>
          <a:xfrm>
            <a:off x="6938954" y="10"/>
            <a:ext cx="5253046" cy="5774480"/>
          </a:xfrm>
          <a:noFill/>
        </p:spPr>
      </p:pic>
      <p:sp>
        <p:nvSpPr>
          <p:cNvPr id="4" name="Title 3">
            <a:extLst>
              <a:ext uri="{FF2B5EF4-FFF2-40B4-BE49-F238E27FC236}">
                <a16:creationId xmlns:a16="http://schemas.microsoft.com/office/drawing/2014/main" id="{50CA56AD-2B8B-8453-A280-43F895C33231}"/>
              </a:ext>
            </a:extLst>
          </p:cNvPr>
          <p:cNvSpPr>
            <a:spLocks noGrp="1"/>
          </p:cNvSpPr>
          <p:nvPr>
            <p:ph type="title"/>
          </p:nvPr>
        </p:nvSpPr>
        <p:spPr>
          <a:xfrm>
            <a:off x="696000" y="412225"/>
            <a:ext cx="5220000" cy="676800"/>
          </a:xfrm>
        </p:spPr>
        <p:txBody>
          <a:bodyPr wrap="square" anchor="b">
            <a:normAutofit/>
          </a:bodyPr>
          <a:lstStyle/>
          <a:p>
            <a:r>
              <a:rPr lang="sv-SE" dirty="0" err="1"/>
              <a:t>LundaLoggern</a:t>
            </a:r>
            <a:endParaRPr lang="sv-SE" dirty="0"/>
          </a:p>
        </p:txBody>
      </p:sp>
      <p:sp>
        <p:nvSpPr>
          <p:cNvPr id="16" name="Text Placeholder 4">
            <a:extLst>
              <a:ext uri="{FF2B5EF4-FFF2-40B4-BE49-F238E27FC236}">
                <a16:creationId xmlns:a16="http://schemas.microsoft.com/office/drawing/2014/main" id="{72BFD0B2-EB1C-BF8B-7575-AC725BA46EF6}"/>
              </a:ext>
            </a:extLst>
          </p:cNvPr>
          <p:cNvSpPr>
            <a:spLocks noGrp="1"/>
          </p:cNvSpPr>
          <p:nvPr>
            <p:ph type="body" sz="quarter" idx="14"/>
          </p:nvPr>
        </p:nvSpPr>
        <p:spPr>
          <a:xfrm>
            <a:off x="695325" y="1091691"/>
            <a:ext cx="5220000" cy="345600"/>
          </a:xfrm>
        </p:spPr>
        <p:txBody>
          <a:bodyPr/>
          <a:lstStyle/>
          <a:p>
            <a:endParaRPr lang="en-US"/>
          </a:p>
        </p:txBody>
      </p:sp>
      <p:sp>
        <p:nvSpPr>
          <p:cNvPr id="18" name="Footer Placeholder 5">
            <a:extLst>
              <a:ext uri="{FF2B5EF4-FFF2-40B4-BE49-F238E27FC236}">
                <a16:creationId xmlns:a16="http://schemas.microsoft.com/office/drawing/2014/main" id="{CB6808DB-764D-E8FC-5DFD-AD0575E8833B}"/>
              </a:ext>
            </a:extLst>
          </p:cNvPr>
          <p:cNvSpPr>
            <a:spLocks noGrp="1"/>
          </p:cNvSpPr>
          <p:nvPr>
            <p:ph type="ftr" sz="quarter" idx="17"/>
          </p:nvPr>
        </p:nvSpPr>
        <p:spPr>
          <a:xfrm>
            <a:off x="696000" y="6408000"/>
            <a:ext cx="8640000" cy="108000"/>
          </a:xfrm>
        </p:spPr>
        <p:txBody>
          <a:bodyPr/>
          <a:lstStyle/>
          <a:p>
            <a:pPr>
              <a:spcAft>
                <a:spcPts val="600"/>
              </a:spcAft>
            </a:pPr>
            <a:r>
              <a:rPr lang="en-GB"/>
              <a:t>Presentation name</a:t>
            </a:r>
          </a:p>
        </p:txBody>
      </p:sp>
      <p:sp>
        <p:nvSpPr>
          <p:cNvPr id="7" name="Slide Number Placeholder 6">
            <a:extLst>
              <a:ext uri="{FF2B5EF4-FFF2-40B4-BE49-F238E27FC236}">
                <a16:creationId xmlns:a16="http://schemas.microsoft.com/office/drawing/2014/main" id="{9877CEF5-1A3F-62D0-1392-0D71EEAA830B}"/>
              </a:ext>
            </a:extLst>
          </p:cNvPr>
          <p:cNvSpPr>
            <a:spLocks noGrp="1"/>
          </p:cNvSpPr>
          <p:nvPr>
            <p:ph type="sldNum" sz="quarter" idx="18"/>
          </p:nvPr>
        </p:nvSpPr>
        <p:spPr>
          <a:xfrm>
            <a:off x="696000" y="6559200"/>
            <a:ext cx="8640000" cy="108000"/>
          </a:xfrm>
        </p:spPr>
        <p:txBody>
          <a:bodyPr anchor="ctr">
            <a:normAutofit/>
          </a:bodyPr>
          <a:lstStyle/>
          <a:p>
            <a:pPr>
              <a:spcAft>
                <a:spcPts val="600"/>
              </a:spcAft>
            </a:pPr>
            <a:r>
              <a:rPr lang="en-GB" sz="700"/>
              <a:t>Page </a:t>
            </a:r>
            <a:fld id="{C2FE92B8-3297-49BF-866E-FDAA607BBC0B}" type="slidenum">
              <a:rPr lang="en-GB" sz="700" smtClean="0"/>
              <a:pPr>
                <a:spcAft>
                  <a:spcPts val="600"/>
                </a:spcAft>
              </a:pPr>
              <a:t>2</a:t>
            </a:fld>
            <a:endParaRPr lang="en-GB" sz="700"/>
          </a:p>
        </p:txBody>
      </p:sp>
    </p:spTree>
    <p:extLst>
      <p:ext uri="{BB962C8B-B14F-4D97-AF65-F5344CB8AC3E}">
        <p14:creationId xmlns:p14="http://schemas.microsoft.com/office/powerpoint/2010/main" val="136455160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A8BFD-0482-EC5C-4E16-C2CE204129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2B1D4D-D34C-22AA-F91A-A5FE9ECE1E3B}"/>
              </a:ext>
            </a:extLst>
          </p:cNvPr>
          <p:cNvSpPr>
            <a:spLocks noGrp="1"/>
          </p:cNvSpPr>
          <p:nvPr>
            <p:ph type="title"/>
          </p:nvPr>
        </p:nvSpPr>
        <p:spPr/>
        <p:txBody>
          <a:bodyPr/>
          <a:lstStyle/>
          <a:p>
            <a:r>
              <a:rPr lang="sv-SE" dirty="0" err="1"/>
              <a:t>LundaLoggern</a:t>
            </a:r>
            <a:endParaRPr lang="sv-SE" dirty="0"/>
          </a:p>
        </p:txBody>
      </p:sp>
      <p:sp>
        <p:nvSpPr>
          <p:cNvPr id="5" name="Text Placeholder 4">
            <a:extLst>
              <a:ext uri="{FF2B5EF4-FFF2-40B4-BE49-F238E27FC236}">
                <a16:creationId xmlns:a16="http://schemas.microsoft.com/office/drawing/2014/main" id="{E1E5AC67-9499-96E8-7D7B-F8DE2C7D73B7}"/>
              </a:ext>
            </a:extLst>
          </p:cNvPr>
          <p:cNvSpPr>
            <a:spLocks noGrp="1"/>
          </p:cNvSpPr>
          <p:nvPr>
            <p:ph type="body" sz="quarter" idx="14"/>
          </p:nvPr>
        </p:nvSpPr>
        <p:spPr/>
        <p:txBody>
          <a:bodyPr/>
          <a:lstStyle/>
          <a:p>
            <a:endParaRPr lang="sv-SE"/>
          </a:p>
        </p:txBody>
      </p:sp>
      <p:sp>
        <p:nvSpPr>
          <p:cNvPr id="7" name="Slide Number Placeholder 6">
            <a:extLst>
              <a:ext uri="{FF2B5EF4-FFF2-40B4-BE49-F238E27FC236}">
                <a16:creationId xmlns:a16="http://schemas.microsoft.com/office/drawing/2014/main" id="{D7CBCBE6-18EE-52A8-6870-C14F028EAEA0}"/>
              </a:ext>
            </a:extLst>
          </p:cNvPr>
          <p:cNvSpPr>
            <a:spLocks noGrp="1"/>
          </p:cNvSpPr>
          <p:nvPr>
            <p:ph type="sldNum" sz="quarter" idx="18"/>
          </p:nvPr>
        </p:nvSpPr>
        <p:spPr/>
        <p:txBody>
          <a:bodyPr/>
          <a:lstStyle/>
          <a:p>
            <a:r>
              <a:rPr lang="en-GB"/>
              <a:t>Page </a:t>
            </a:r>
            <a:fld id="{C2FE92B8-3297-49BF-866E-FDAA607BBC0B}" type="slidenum">
              <a:rPr lang="en-GB" smtClean="0"/>
              <a:pPr/>
              <a:t>3</a:t>
            </a:fld>
            <a:endParaRPr lang="en-GB" dirty="0"/>
          </a:p>
        </p:txBody>
      </p:sp>
      <p:sp>
        <p:nvSpPr>
          <p:cNvPr id="10" name="Content Placeholder 9">
            <a:extLst>
              <a:ext uri="{FF2B5EF4-FFF2-40B4-BE49-F238E27FC236}">
                <a16:creationId xmlns:a16="http://schemas.microsoft.com/office/drawing/2014/main" id="{933E445A-D31A-1571-845C-D524084264DE}"/>
              </a:ext>
            </a:extLst>
          </p:cNvPr>
          <p:cNvSpPr>
            <a:spLocks noGrp="1"/>
          </p:cNvSpPr>
          <p:nvPr>
            <p:ph sz="quarter" idx="19"/>
          </p:nvPr>
        </p:nvSpPr>
        <p:spPr/>
        <p:txBody>
          <a:bodyPr/>
          <a:lstStyle/>
          <a:p>
            <a:endParaRPr lang="sv-SE"/>
          </a:p>
        </p:txBody>
      </p:sp>
      <p:pic>
        <p:nvPicPr>
          <p:cNvPr id="11" name="Content Placeholder 8" descr="A blue symbol of a baby and lungs&#10;&#10;AI-generated content may be incorrect.">
            <a:extLst>
              <a:ext uri="{FF2B5EF4-FFF2-40B4-BE49-F238E27FC236}">
                <a16:creationId xmlns:a16="http://schemas.microsoft.com/office/drawing/2014/main" id="{82257D6D-1486-A3EC-957B-854A49F13CE8}"/>
              </a:ext>
            </a:extLst>
          </p:cNvPr>
          <p:cNvPicPr>
            <a:picLocks noChangeAspect="1"/>
          </p:cNvPicPr>
          <p:nvPr/>
        </p:nvPicPr>
        <p:blipFill>
          <a:blip r:embed="rId3">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extLst>
      <p:ext uri="{BB962C8B-B14F-4D97-AF65-F5344CB8AC3E}">
        <p14:creationId xmlns:p14="http://schemas.microsoft.com/office/powerpoint/2010/main" val="31471559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636E17-2894-4FD1-B668-562EC1D6424D}"/>
              </a:ext>
            </a:extLst>
          </p:cNvPr>
          <p:cNvSpPr>
            <a:spLocks noGrp="1"/>
          </p:cNvSpPr>
          <p:nvPr>
            <p:ph type="ftr" sz="quarter" idx="19"/>
          </p:nvPr>
        </p:nvSpPr>
        <p:spPr/>
        <p:txBody>
          <a:bodyPr/>
          <a:lstStyle/>
          <a:p>
            <a:r>
              <a:rPr lang="en-GB"/>
              <a:t>Presentation name</a:t>
            </a:r>
            <a:endParaRPr lang="en-GB" dirty="0"/>
          </a:p>
        </p:txBody>
      </p:sp>
      <p:sp>
        <p:nvSpPr>
          <p:cNvPr id="4" name="Slide Number Placeholder 3">
            <a:extLst>
              <a:ext uri="{FF2B5EF4-FFF2-40B4-BE49-F238E27FC236}">
                <a16:creationId xmlns:a16="http://schemas.microsoft.com/office/drawing/2014/main" id="{469C2B7D-BEC9-4E9C-B92D-18F787838AB5}"/>
              </a:ext>
            </a:extLst>
          </p:cNvPr>
          <p:cNvSpPr>
            <a:spLocks noGrp="1"/>
          </p:cNvSpPr>
          <p:nvPr>
            <p:ph type="sldNum" sz="quarter" idx="20"/>
          </p:nvPr>
        </p:nvSpPr>
        <p:spPr/>
        <p:txBody>
          <a:bodyPr/>
          <a:lstStyle/>
          <a:p>
            <a:r>
              <a:rPr lang="en-GB"/>
              <a:t>Page </a:t>
            </a:r>
            <a:fld id="{C2FE92B8-3297-49BF-866E-FDAA607BBC0B}" type="slidenum">
              <a:rPr lang="en-GB" smtClean="0"/>
              <a:pPr/>
              <a:t>4</a:t>
            </a:fld>
            <a:endParaRPr lang="en-GB" dirty="0"/>
          </a:p>
        </p:txBody>
      </p:sp>
    </p:spTree>
    <p:extLst>
      <p:ext uri="{BB962C8B-B14F-4D97-AF65-F5344CB8AC3E}">
        <p14:creationId xmlns:p14="http://schemas.microsoft.com/office/powerpoint/2010/main" val="23259198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Office Theme">
  <a:themeElements>
    <a:clrScheme name="Getinge color 20230627">
      <a:dk1>
        <a:srgbClr val="595857"/>
      </a:dk1>
      <a:lt1>
        <a:srgbClr val="FFFFFF"/>
      </a:lt1>
      <a:dk2>
        <a:srgbClr val="18274A"/>
      </a:dk2>
      <a:lt2>
        <a:srgbClr val="E9E4E3"/>
      </a:lt2>
      <a:accent1>
        <a:srgbClr val="18274A"/>
      </a:accent1>
      <a:accent2>
        <a:srgbClr val="495A6B"/>
      </a:accent2>
      <a:accent3>
        <a:srgbClr val="31B7BC"/>
      </a:accent3>
      <a:accent4>
        <a:srgbClr val="ADE2E4"/>
      </a:accent4>
      <a:accent5>
        <a:srgbClr val="E9E4E3"/>
      </a:accent5>
      <a:accent6>
        <a:srgbClr val="D4CAC8"/>
      </a:accent6>
      <a:hlink>
        <a:srgbClr val="18274A"/>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l">
          <a:lnSpc>
            <a:spcPct val="110000"/>
          </a:lnSpc>
          <a:spcBef>
            <a:spcPts val="600"/>
          </a:spcBef>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10000"/>
          </a:lnSpc>
          <a:spcBef>
            <a:spcPts val="600"/>
          </a:spcBef>
          <a:defRPr sz="1600" dirty="0" err="1" smtClean="0"/>
        </a:defPPr>
      </a:lstStyle>
    </a:txDef>
  </a:objectDefaults>
  <a:extraClrSchemeLst/>
  <a:custClrLst>
    <a:custClr name="Getinge Snow">
      <a:srgbClr val="E9E4E3"/>
    </a:custClr>
    <a:custClr name="Getinge Oat">
      <a:srgbClr val="D4CAC8"/>
    </a:custClr>
    <a:custClr name="Getinge Clay">
      <a:srgbClr val="BFB1AC"/>
    </a:custClr>
    <a:custClr name="Getinge Cliff">
      <a:srgbClr val="8B7E79"/>
    </a:custClr>
    <a:custClr name="Getinge Granite">
      <a:srgbClr val="595857"/>
    </a:custClr>
    <a:custClr name="Getinge Midnight">
      <a:srgbClr val="495A6B"/>
    </a:custClr>
    <a:custClr name="Getinge Ocean">
      <a:srgbClr val="31B7BC"/>
    </a:custClr>
    <a:custClr name="Getinge Berry">
      <a:srgbClr val="E56B78"/>
    </a:custClr>
    <a:custClr name="Getinge Sun">
      <a:srgbClr val="F39200"/>
    </a:custClr>
    <a:custClr name="Getinge Grass">
      <a:srgbClr val="94B654"/>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Getinge Ocean 70%">
      <a:srgbClr val="6FCDD0"/>
    </a:custClr>
    <a:custClr name="Getinge Berry 70%">
      <a:srgbClr val="ED98A0"/>
    </a:custClr>
    <a:custClr name="Getinge Sun 70%">
      <a:srgbClr val="F7B34D"/>
    </a:custClr>
    <a:custClr name="Getinge Grass 70%">
      <a:srgbClr val="B4CC87"/>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Getinge Ocean 40%">
      <a:srgbClr val="ADE2E4"/>
    </a:custClr>
    <a:custClr name="Getinge Berry 40%">
      <a:srgbClr val="F5C4C9"/>
    </a:custClr>
    <a:custClr name="Getinge Sun 40%">
      <a:srgbClr val="FAD399"/>
    </a:custClr>
    <a:custClr name="Getinge Grass 40%">
      <a:srgbClr val="D4E2BB"/>
    </a:custClr>
  </a:custClrLst>
  <a:extLst>
    <a:ext uri="{05A4C25C-085E-4340-85A3-A5531E510DB2}">
      <thm15:themeFamily xmlns:thm15="http://schemas.microsoft.com/office/thememl/2012/main" name="Getinge_16x9_20230704.potx" id="{C86CB47C-12DD-411D-B716-BD5B725B22DE}" vid="{5D61A01D-CFC5-4E50-A534-7DB294354334}"/>
    </a:ext>
  </a:extLst>
</a:theme>
</file>

<file path=ppt/theme/theme2.xml><?xml version="1.0" encoding="utf-8"?>
<a:theme xmlns:a="http://schemas.openxmlformats.org/drawingml/2006/main" name="Office Theme">
  <a:themeElements>
    <a:clrScheme name="Getinge colors">
      <a:dk1>
        <a:srgbClr val="595857"/>
      </a:dk1>
      <a:lt1>
        <a:srgbClr val="FFFFFF"/>
      </a:lt1>
      <a:dk2>
        <a:srgbClr val="18274A"/>
      </a:dk2>
      <a:lt2>
        <a:srgbClr val="E9E4E3"/>
      </a:lt2>
      <a:accent1>
        <a:srgbClr val="18274A"/>
      </a:accent1>
      <a:accent2>
        <a:srgbClr val="495A6B"/>
      </a:accent2>
      <a:accent3>
        <a:srgbClr val="8B7E79"/>
      </a:accent3>
      <a:accent4>
        <a:srgbClr val="BFB1AC"/>
      </a:accent4>
      <a:accent5>
        <a:srgbClr val="D4CAC8"/>
      </a:accent5>
      <a:accent6>
        <a:srgbClr val="E9E4E3"/>
      </a:accent6>
      <a:hlink>
        <a:srgbClr val="7F7F7F"/>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Getinge colors">
      <a:dk1>
        <a:srgbClr val="595857"/>
      </a:dk1>
      <a:lt1>
        <a:srgbClr val="FFFFFF"/>
      </a:lt1>
      <a:dk2>
        <a:srgbClr val="18274A"/>
      </a:dk2>
      <a:lt2>
        <a:srgbClr val="E9E4E3"/>
      </a:lt2>
      <a:accent1>
        <a:srgbClr val="18274A"/>
      </a:accent1>
      <a:accent2>
        <a:srgbClr val="495A6B"/>
      </a:accent2>
      <a:accent3>
        <a:srgbClr val="8B7E79"/>
      </a:accent3>
      <a:accent4>
        <a:srgbClr val="BFB1AC"/>
      </a:accent4>
      <a:accent5>
        <a:srgbClr val="D4CAC8"/>
      </a:accent5>
      <a:accent6>
        <a:srgbClr val="E9E4E3"/>
      </a:accent6>
      <a:hlink>
        <a:srgbClr val="7F7F7F"/>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9acc02a-c8f5-41c3-948c-9949a2c263bb">
      <Terms xmlns="http://schemas.microsoft.com/office/infopath/2007/PartnerControls"/>
    </lcf76f155ced4ddcb4097134ff3c332f>
    <TaxCatchAll xmlns="e2c5984c-8612-4132-ad6e-33699d3d83f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82B31DA8C6E342B9C55D122F8D03F3" ma:contentTypeVersion="19" ma:contentTypeDescription="Create a new document." ma:contentTypeScope="" ma:versionID="a7440640abb51b684a864ff054e46d73">
  <xsd:schema xmlns:xsd="http://www.w3.org/2001/XMLSchema" xmlns:xs="http://www.w3.org/2001/XMLSchema" xmlns:p="http://schemas.microsoft.com/office/2006/metadata/properties" xmlns:ns2="49acc02a-c8f5-41c3-948c-9949a2c263bb" xmlns:ns3="e2c5984c-8612-4132-ad6e-33699d3d83f1" targetNamespace="http://schemas.microsoft.com/office/2006/metadata/properties" ma:root="true" ma:fieldsID="e9e416d79cbbbb1f27ad9a403097787a" ns2:_="" ns3:_="">
    <xsd:import namespace="49acc02a-c8f5-41c3-948c-9949a2c263bb"/>
    <xsd:import namespace="e2c5984c-8612-4132-ad6e-33699d3d83f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acc02a-c8f5-41c3-948c-9949a2c263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905ff41-04b4-41da-a488-6cac68089d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2c5984c-8612-4132-ad6e-33699d3d83f1"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7a4c88b-5ca9-498b-85b6-88fcf62d23a6}" ma:internalName="TaxCatchAll" ma:showField="CatchAllData" ma:web="e2c5984c-8612-4132-ad6e-33699d3d83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52AD6F-2171-4581-BA6C-9F10DE797FA3}">
  <ds:schemaRefs>
    <ds:schemaRef ds:uri="http://schemas.microsoft.com/office/2006/metadata/properties"/>
    <ds:schemaRef ds:uri="http://schemas.microsoft.com/office/infopath/2007/PartnerControls"/>
    <ds:schemaRef ds:uri="49acc02a-c8f5-41c3-948c-9949a2c263bb"/>
    <ds:schemaRef ds:uri="e2c5984c-8612-4132-ad6e-33699d3d83f1"/>
  </ds:schemaRefs>
</ds:datastoreItem>
</file>

<file path=customXml/itemProps2.xml><?xml version="1.0" encoding="utf-8"?>
<ds:datastoreItem xmlns:ds="http://schemas.openxmlformats.org/officeDocument/2006/customXml" ds:itemID="{2A522438-5191-4B64-B3C4-3D5BBBC5FFE5}">
  <ds:schemaRefs>
    <ds:schemaRef ds:uri="http://schemas.microsoft.com/sharepoint/v3/contenttype/forms"/>
  </ds:schemaRefs>
</ds:datastoreItem>
</file>

<file path=customXml/itemProps3.xml><?xml version="1.0" encoding="utf-8"?>
<ds:datastoreItem xmlns:ds="http://schemas.openxmlformats.org/officeDocument/2006/customXml" ds:itemID="{7CF209F1-FDE3-414D-8E5E-0A3C10AC04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acc02a-c8f5-41c3-948c-9949a2c263bb"/>
    <ds:schemaRef ds:uri="e2c5984c-8612-4132-ad6e-33699d3d83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Getinge 16-9</Template>
  <TotalTime>41020</TotalTime>
  <Words>21</Words>
  <Application>Microsoft Office PowerPoint</Application>
  <PresentationFormat>Widescreen</PresentationFormat>
  <Paragraphs>14</Paragraphs>
  <Slides>4</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vt:i4>
      </vt:variant>
    </vt:vector>
  </HeadingPairs>
  <TitlesOfParts>
    <vt:vector size="6" baseType="lpstr">
      <vt:lpstr>Arial</vt:lpstr>
      <vt:lpstr>Office Theme</vt:lpstr>
      <vt:lpstr>LundaLoggern</vt:lpstr>
      <vt:lpstr>LundaLoggern</vt:lpstr>
      <vt:lpstr>LundaLoggern</vt:lpstr>
      <vt:lpstr>PowerPoint Presentation</vt:lpstr>
    </vt:vector>
  </TitlesOfParts>
  <Company>Getinge 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Through flow</dc:title>
  <dc:creator>Åke Larsson</dc:creator>
  <cp:lastModifiedBy>Åke Larsson</cp:lastModifiedBy>
  <cp:revision>13</cp:revision>
  <dcterms:created xsi:type="dcterms:W3CDTF">2025-10-13T07:16:28Z</dcterms:created>
  <dcterms:modified xsi:type="dcterms:W3CDTF">2026-03-16T12:39:35Z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0x0101000982B31DA8C6E342B9C55D122F8D03F3</vt:lpwstr>
  </property>
  <property fmtid="{D5CDD505-2E9C-101B-9397-08002B2CF9AE}" pid="3" name="MediaServiceImageTags">
    <vt:lpwstr/>
  </property>
</Properties>
</file>