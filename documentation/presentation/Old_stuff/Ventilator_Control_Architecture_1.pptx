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8"/>
  </p:notesMasterIdLst>
  <p:handoutMasterIdLst>
    <p:handoutMasterId r:id="rId29"/>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C09CF5-6253-458E-9651-FED778A7C9EE}" v="71" dt="2026-03-02T07:27:13.1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4" autoAdjust="0"/>
    <p:restoredTop sz="74115" autoAdjust="0"/>
  </p:normalViewPr>
  <p:slideViewPr>
    <p:cSldViewPr snapToGrid="0" showGuides="1">
      <p:cViewPr varScale="1">
        <p:scale>
          <a:sx n="78" d="100"/>
          <a:sy n="78" d="100"/>
        </p:scale>
        <p:origin x="1482" y="90"/>
      </p:cViewPr>
      <p:guideLst>
        <p:guide orient="horz" pos="2160"/>
        <p:guide pos="3817"/>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117" d="100"/>
          <a:sy n="117" d="100"/>
        </p:scale>
        <p:origin x="307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FB8D0E-4053-431A-B8E3-715C63B8D349}"/>
              </a:ext>
            </a:extLst>
          </p:cNvPr>
          <p:cNvSpPr>
            <a:spLocks noGrp="1"/>
          </p:cNvSpPr>
          <p:nvPr>
            <p:ph type="hdr" sz="quarter"/>
          </p:nvPr>
        </p:nvSpPr>
        <p:spPr>
          <a:xfrm>
            <a:off x="0" y="0"/>
            <a:ext cx="2612571" cy="458788"/>
          </a:xfrm>
          <a:prstGeom prst="rect">
            <a:avLst/>
          </a:prstGeom>
        </p:spPr>
        <p:txBody>
          <a:bodyPr vert="horz" lIns="91440" tIns="45720" rIns="91440" bIns="45720" rtlCol="0"/>
          <a:lstStyle>
            <a:lvl1pPr algn="l">
              <a:defRPr sz="1200"/>
            </a:lvl1pPr>
          </a:lstStyle>
          <a:p>
            <a:endParaRPr lang="en-GB" sz="1000" dirty="0"/>
          </a:p>
        </p:txBody>
      </p:sp>
      <p:sp>
        <p:nvSpPr>
          <p:cNvPr id="3" name="Date Placeholder 2">
            <a:extLst>
              <a:ext uri="{FF2B5EF4-FFF2-40B4-BE49-F238E27FC236}">
                <a16:creationId xmlns:a16="http://schemas.microsoft.com/office/drawing/2014/main" id="{4E3A7CD0-D27C-48B0-8027-9C8876D5C8FF}"/>
              </a:ext>
            </a:extLst>
          </p:cNvPr>
          <p:cNvSpPr>
            <a:spLocks noGrp="1"/>
          </p:cNvSpPr>
          <p:nvPr>
            <p:ph type="dt" sz="quarter" idx="1"/>
          </p:nvPr>
        </p:nvSpPr>
        <p:spPr>
          <a:xfrm>
            <a:off x="4125685" y="0"/>
            <a:ext cx="2730727" cy="458788"/>
          </a:xfrm>
          <a:prstGeom prst="rect">
            <a:avLst/>
          </a:prstGeom>
        </p:spPr>
        <p:txBody>
          <a:bodyPr vert="horz" lIns="91440" tIns="45720" rIns="91440" bIns="45720" rtlCol="0"/>
          <a:lstStyle>
            <a:lvl1pPr algn="r">
              <a:defRPr sz="1200"/>
            </a:lvl1pPr>
          </a:lstStyle>
          <a:p>
            <a:fld id="{1E9BBD7F-E87C-4D5B-84DA-2F37CC44F185}" type="datetimeFigureOut">
              <a:rPr lang="en-GB" sz="1000" smtClean="0"/>
              <a:t>23/03/2026</a:t>
            </a:fld>
            <a:endParaRPr lang="en-GB" sz="1000" dirty="0"/>
          </a:p>
        </p:txBody>
      </p:sp>
      <p:sp>
        <p:nvSpPr>
          <p:cNvPr id="4" name="Footer Placeholder 3">
            <a:extLst>
              <a:ext uri="{FF2B5EF4-FFF2-40B4-BE49-F238E27FC236}">
                <a16:creationId xmlns:a16="http://schemas.microsoft.com/office/drawing/2014/main" id="{DCFCF483-1D2B-4799-84AB-AE11BBAA3E46}"/>
              </a:ext>
            </a:extLst>
          </p:cNvPr>
          <p:cNvSpPr>
            <a:spLocks noGrp="1"/>
          </p:cNvSpPr>
          <p:nvPr>
            <p:ph type="ftr" sz="quarter" idx="2"/>
          </p:nvPr>
        </p:nvSpPr>
        <p:spPr>
          <a:xfrm>
            <a:off x="0" y="8685213"/>
            <a:ext cx="2612571" cy="458787"/>
          </a:xfrm>
          <a:prstGeom prst="rect">
            <a:avLst/>
          </a:prstGeom>
        </p:spPr>
        <p:txBody>
          <a:bodyPr vert="horz" lIns="91440" tIns="45720" rIns="91440" bIns="45720" rtlCol="0" anchor="b"/>
          <a:lstStyle>
            <a:lvl1pPr algn="l">
              <a:defRPr sz="1200"/>
            </a:lvl1pPr>
          </a:lstStyle>
          <a:p>
            <a:endParaRPr lang="en-GB" sz="1000" dirty="0"/>
          </a:p>
        </p:txBody>
      </p:sp>
      <p:sp>
        <p:nvSpPr>
          <p:cNvPr id="5" name="Slide Number Placeholder 4">
            <a:extLst>
              <a:ext uri="{FF2B5EF4-FFF2-40B4-BE49-F238E27FC236}">
                <a16:creationId xmlns:a16="http://schemas.microsoft.com/office/drawing/2014/main" id="{98A4B3EF-9BBD-4B14-8B6B-B9875FFE6508}"/>
              </a:ext>
            </a:extLst>
          </p:cNvPr>
          <p:cNvSpPr>
            <a:spLocks noGrp="1"/>
          </p:cNvSpPr>
          <p:nvPr>
            <p:ph type="sldNum" sz="quarter" idx="3"/>
          </p:nvPr>
        </p:nvSpPr>
        <p:spPr>
          <a:xfrm>
            <a:off x="4125685" y="8685213"/>
            <a:ext cx="2730727" cy="458787"/>
          </a:xfrm>
          <a:prstGeom prst="rect">
            <a:avLst/>
          </a:prstGeom>
        </p:spPr>
        <p:txBody>
          <a:bodyPr vert="horz" lIns="91440" tIns="45720" rIns="91440" bIns="45720" rtlCol="0" anchor="b"/>
          <a:lstStyle>
            <a:lvl1pPr algn="r">
              <a:defRPr sz="1200"/>
            </a:lvl1pPr>
          </a:lstStyle>
          <a:p>
            <a:fld id="{EB2DDBF9-5C9B-473C-B52F-89A8EDE9AC63}" type="slidenum">
              <a:rPr lang="en-GB" sz="1000" smtClean="0"/>
              <a:t>‹#›</a:t>
            </a:fld>
            <a:endParaRPr lang="en-GB" sz="1000" dirty="0"/>
          </a:p>
        </p:txBody>
      </p:sp>
      <p:pic>
        <p:nvPicPr>
          <p:cNvPr id="6" name="Graphic 5">
            <a:extLst>
              <a:ext uri="{FF2B5EF4-FFF2-40B4-BE49-F238E27FC236}">
                <a16:creationId xmlns:a16="http://schemas.microsoft.com/office/drawing/2014/main" id="{6F43B242-8F36-4774-BE21-AD5D709CB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328810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48643" cy="458788"/>
          </a:xfrm>
          <a:prstGeom prst="rect">
            <a:avLst/>
          </a:prstGeom>
        </p:spPr>
        <p:txBody>
          <a:bodyPr vert="horz" lIns="91440" tIns="45720" rIns="91440" bIns="45720" rtlCol="0"/>
          <a:lstStyle>
            <a:lvl1pPr algn="l">
              <a:defRPr sz="1000"/>
            </a:lvl1pPr>
          </a:lstStyle>
          <a:p>
            <a:endParaRPr lang="en-GB" dirty="0"/>
          </a:p>
        </p:txBody>
      </p:sp>
      <p:sp>
        <p:nvSpPr>
          <p:cNvPr id="3" name="Date Placeholder 2"/>
          <p:cNvSpPr>
            <a:spLocks noGrp="1"/>
          </p:cNvSpPr>
          <p:nvPr>
            <p:ph type="dt" idx="1"/>
          </p:nvPr>
        </p:nvSpPr>
        <p:spPr>
          <a:xfrm>
            <a:off x="4147457" y="0"/>
            <a:ext cx="2708956" cy="458788"/>
          </a:xfrm>
          <a:prstGeom prst="rect">
            <a:avLst/>
          </a:prstGeom>
        </p:spPr>
        <p:txBody>
          <a:bodyPr vert="horz" lIns="91440" tIns="45720" rIns="91440" bIns="45720" rtlCol="0"/>
          <a:lstStyle>
            <a:lvl1pPr algn="r">
              <a:defRPr sz="1000"/>
            </a:lvl1pPr>
          </a:lstStyle>
          <a:p>
            <a:fld id="{1A266A4F-91A0-4919-BC8C-42B666F37B80}" type="datetimeFigureOut">
              <a:rPr lang="en-GB" smtClean="0"/>
              <a:pPr/>
              <a:t>23/03/2026</a:t>
            </a:fld>
            <a:endParaRPr lang="en-GB" dirty="0"/>
          </a:p>
        </p:txBody>
      </p:sp>
      <p:sp>
        <p:nvSpPr>
          <p:cNvPr id="4" name="Slide Image Placeholder 3"/>
          <p:cNvSpPr>
            <a:spLocks noGrp="1" noRot="1" noChangeAspect="1"/>
          </p:cNvSpPr>
          <p:nvPr>
            <p:ph type="sldImg" idx="2"/>
          </p:nvPr>
        </p:nvSpPr>
        <p:spPr>
          <a:xfrm>
            <a:off x="685800" y="1143000"/>
            <a:ext cx="4158343" cy="2339068"/>
          </a:xfrm>
          <a:prstGeom prst="rect">
            <a:avLst/>
          </a:prstGeom>
          <a:noFill/>
          <a:ln w="12700">
            <a:solidFill>
              <a:schemeClr val="bg2"/>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652157"/>
            <a:ext cx="5486400" cy="4550229"/>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endParaRPr lang="en-GB" dirty="0"/>
          </a:p>
        </p:txBody>
      </p:sp>
      <p:sp>
        <p:nvSpPr>
          <p:cNvPr id="6" name="Footer Placeholder 5"/>
          <p:cNvSpPr>
            <a:spLocks noGrp="1"/>
          </p:cNvSpPr>
          <p:nvPr>
            <p:ph type="ftr" sz="quarter" idx="4"/>
          </p:nvPr>
        </p:nvSpPr>
        <p:spPr>
          <a:xfrm>
            <a:off x="0" y="8685213"/>
            <a:ext cx="2748643" cy="458787"/>
          </a:xfrm>
          <a:prstGeom prst="rect">
            <a:avLst/>
          </a:prstGeom>
        </p:spPr>
        <p:txBody>
          <a:bodyPr vert="horz" lIns="91440" tIns="45720" rIns="91440" bIns="45720" rtlCol="0" anchor="b"/>
          <a:lstStyle>
            <a:lvl1pPr algn="l">
              <a:defRPr sz="1000"/>
            </a:lvl1pPr>
          </a:lstStyle>
          <a:p>
            <a:endParaRPr lang="en-GB" dirty="0"/>
          </a:p>
        </p:txBody>
      </p:sp>
      <p:sp>
        <p:nvSpPr>
          <p:cNvPr id="7" name="Slide Number Placeholder 6"/>
          <p:cNvSpPr>
            <a:spLocks noGrp="1"/>
          </p:cNvSpPr>
          <p:nvPr>
            <p:ph type="sldNum" sz="quarter" idx="5"/>
          </p:nvPr>
        </p:nvSpPr>
        <p:spPr>
          <a:xfrm>
            <a:off x="4147457" y="8685213"/>
            <a:ext cx="2708956" cy="458787"/>
          </a:xfrm>
          <a:prstGeom prst="rect">
            <a:avLst/>
          </a:prstGeom>
        </p:spPr>
        <p:txBody>
          <a:bodyPr vert="horz" lIns="91440" tIns="45720" rIns="91440" bIns="45720" rtlCol="0" anchor="b"/>
          <a:lstStyle>
            <a:lvl1pPr algn="r">
              <a:defRPr sz="1000"/>
            </a:lvl1pPr>
          </a:lstStyle>
          <a:p>
            <a:fld id="{51CF3995-A0E4-472D-BBAC-D95090DBD551}" type="slidenum">
              <a:rPr lang="en-GB" smtClean="0"/>
              <a:pPr/>
              <a:t>‹#›</a:t>
            </a:fld>
            <a:endParaRPr lang="en-GB" dirty="0"/>
          </a:p>
        </p:txBody>
      </p:sp>
      <p:pic>
        <p:nvPicPr>
          <p:cNvPr id="8" name="Graphic 7">
            <a:extLst>
              <a:ext uri="{FF2B5EF4-FFF2-40B4-BE49-F238E27FC236}">
                <a16:creationId xmlns:a16="http://schemas.microsoft.com/office/drawing/2014/main" id="{31B9EE4C-9F6C-4A27-B96F-37CC6C181F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163638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1</a:t>
            </a:fld>
            <a:endParaRPr lang="en-GB" dirty="0"/>
          </a:p>
        </p:txBody>
      </p:sp>
    </p:spTree>
    <p:extLst>
      <p:ext uri="{BB962C8B-B14F-4D97-AF65-F5344CB8AC3E}">
        <p14:creationId xmlns:p14="http://schemas.microsoft.com/office/powerpoint/2010/main" val="1250794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2</a:t>
            </a:fld>
            <a:endParaRPr lang="en-GB" dirty="0"/>
          </a:p>
        </p:txBody>
      </p:sp>
    </p:spTree>
    <p:extLst>
      <p:ext uri="{BB962C8B-B14F-4D97-AF65-F5344CB8AC3E}">
        <p14:creationId xmlns:p14="http://schemas.microsoft.com/office/powerpoint/2010/main" val="3752190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3</a:t>
            </a:fld>
            <a:endParaRPr lang="en-GB" dirty="0"/>
          </a:p>
        </p:txBody>
      </p:sp>
    </p:spTree>
    <p:extLst>
      <p:ext uri="{BB962C8B-B14F-4D97-AF65-F5344CB8AC3E}">
        <p14:creationId xmlns:p14="http://schemas.microsoft.com/office/powerpoint/2010/main" val="3042099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4</a:t>
            </a:fld>
            <a:endParaRPr lang="en-GB" dirty="0"/>
          </a:p>
        </p:txBody>
      </p:sp>
    </p:spTree>
    <p:extLst>
      <p:ext uri="{BB962C8B-B14F-4D97-AF65-F5344CB8AC3E}">
        <p14:creationId xmlns:p14="http://schemas.microsoft.com/office/powerpoint/2010/main" val="1330560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1 - Start Blue graphic">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8666C960-3936-42E1-B717-9B1D454BACAF}"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pic>
        <p:nvPicPr>
          <p:cNvPr id="9" name="Picture 8" descr="A picture containing chart&#10;&#10;Description automatically generated">
            <a:extLst>
              <a:ext uri="{FF2B5EF4-FFF2-40B4-BE49-F238E27FC236}">
                <a16:creationId xmlns:a16="http://schemas.microsoft.com/office/drawing/2014/main" id="{94CCA856-6CEE-4A59-8F1B-F51CCE2620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5039D8B-108B-488D-A0EE-320936379B64}"/>
              </a:ext>
            </a:extLst>
          </p:cNvPr>
          <p:cNvSpPr>
            <a:spLocks noGrp="1"/>
          </p:cNvSpPr>
          <p:nvPr>
            <p:ph type="ctrTitle" hasCustomPrompt="1"/>
          </p:nvPr>
        </p:nvSpPr>
        <p:spPr>
          <a:xfrm>
            <a:off x="696000" y="403200"/>
            <a:ext cx="6480000" cy="2660400"/>
          </a:xfrm>
        </p:spPr>
        <p:txBody>
          <a:bodyPr wrap="square" anchor="b">
            <a:noAutofit/>
          </a:bodyPr>
          <a:lstStyle>
            <a:lvl1pPr algn="l">
              <a:defRPr sz="4000">
                <a:solidFill>
                  <a:schemeClr val="bg1"/>
                </a:solidFill>
              </a:defRPr>
            </a:lvl1pPr>
          </a:lstStyle>
          <a:p>
            <a:r>
              <a:rPr lang="en-GB" sz="4000"/>
              <a:t>Heading on maximum three lines</a:t>
            </a: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96000" y="3571200"/>
            <a:ext cx="6480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95325" y="3934800"/>
            <a:ext cx="6480175"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Tree>
    <p:extLst>
      <p:ext uri="{BB962C8B-B14F-4D97-AF65-F5344CB8AC3E}">
        <p14:creationId xmlns:p14="http://schemas.microsoft.com/office/powerpoint/2010/main" val="330887606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2 Start - Blue bg with picture">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E4BC60C8-230B-4FA5-A25E-6F82944C7BC4}"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2" name="Rectangle 11">
            <a:extLst>
              <a:ext uri="{FF2B5EF4-FFF2-40B4-BE49-F238E27FC236}">
                <a16:creationId xmlns:a16="http://schemas.microsoft.com/office/drawing/2014/main" id="{D52F0A5F-8E9E-4EEE-8D9A-AC96E5B41395}"/>
              </a:ext>
            </a:extLst>
          </p:cNvPr>
          <p:cNvSpPr>
            <a:spLocks/>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bg1"/>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Heading on maximum three lines</a:t>
            </a:r>
          </a:p>
        </p:txBody>
      </p:sp>
      <p:sp>
        <p:nvSpPr>
          <p:cNvPr id="16" name="Picture Placeholder 15">
            <a:extLst>
              <a:ext uri="{FF2B5EF4-FFF2-40B4-BE49-F238E27FC236}">
                <a16:creationId xmlns:a16="http://schemas.microsoft.com/office/drawing/2014/main" id="{A37682AD-C06A-470B-8A6E-10E5CE94D41B}"/>
              </a:ext>
            </a:extLst>
          </p:cNvPr>
          <p:cNvSpPr>
            <a:spLocks noGrp="1"/>
          </p:cNvSpPr>
          <p:nvPr>
            <p:ph type="pic" sz="quarter" idx="15"/>
          </p:nvPr>
        </p:nvSpPr>
        <p:spPr>
          <a:xfrm>
            <a:off x="0" y="0"/>
            <a:ext cx="5871765" cy="6858000"/>
          </a:xfrm>
          <a:custGeom>
            <a:avLst/>
            <a:gdLst>
              <a:gd name="connsiteX0" fmla="*/ 0 w 5871765"/>
              <a:gd name="connsiteY0" fmla="*/ 0 h 6858000"/>
              <a:gd name="connsiteX1" fmla="*/ 5871765 w 5871765"/>
              <a:gd name="connsiteY1" fmla="*/ 0 h 6858000"/>
              <a:gd name="connsiteX2" fmla="*/ 5871765 w 5871765"/>
              <a:gd name="connsiteY2" fmla="*/ 689205 h 6858000"/>
              <a:gd name="connsiteX3" fmla="*/ 5871765 w 5871765"/>
              <a:gd name="connsiteY3" fmla="*/ 696685 h 6858000"/>
              <a:gd name="connsiteX4" fmla="*/ 5868433 w 5871765"/>
              <a:gd name="connsiteY4" fmla="*/ 2034640 h 6858000"/>
              <a:gd name="connsiteX5" fmla="*/ 5863022 w 5871765"/>
              <a:gd name="connsiteY5" fmla="*/ 2695096 h 6858000"/>
              <a:gd name="connsiteX6" fmla="*/ 3558513 w 5871765"/>
              <a:gd name="connsiteY6" fmla="*/ 6784859 h 6858000"/>
              <a:gd name="connsiteX7" fmla="*/ 3431188 w 5871765"/>
              <a:gd name="connsiteY7" fmla="*/ 6858000 h 6858000"/>
              <a:gd name="connsiteX8" fmla="*/ 0 w 587176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1765" h="6858000">
                <a:moveTo>
                  <a:pt x="0" y="0"/>
                </a:moveTo>
                <a:lnTo>
                  <a:pt x="5871765" y="0"/>
                </a:lnTo>
                <a:lnTo>
                  <a:pt x="5871765" y="689205"/>
                </a:lnTo>
                <a:cubicBezTo>
                  <a:pt x="5871765" y="691697"/>
                  <a:pt x="5871765" y="694188"/>
                  <a:pt x="5871765" y="696685"/>
                </a:cubicBezTo>
                <a:lnTo>
                  <a:pt x="5868433" y="2034640"/>
                </a:lnTo>
                <a:lnTo>
                  <a:pt x="5863022" y="2695096"/>
                </a:lnTo>
                <a:cubicBezTo>
                  <a:pt x="5863022" y="4428521"/>
                  <a:pt x="4939986" y="5946249"/>
                  <a:pt x="3558513" y="6784859"/>
                </a:cubicBezTo>
                <a:lnTo>
                  <a:pt x="3431188" y="6858000"/>
                </a:lnTo>
                <a:lnTo>
                  <a:pt x="0" y="6858000"/>
                </a:lnTo>
                <a:close/>
              </a:path>
            </a:pathLst>
          </a:custGeom>
          <a:solidFill>
            <a:schemeClr val="accent2"/>
          </a:solid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Tree>
    <p:extLst>
      <p:ext uri="{BB962C8B-B14F-4D97-AF65-F5344CB8AC3E}">
        <p14:creationId xmlns:p14="http://schemas.microsoft.com/office/powerpoint/2010/main" val="120154951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3 Start - White bg with pictur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15A338BB-21BC-4C89-9008-94B94F845937}"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4" name="Rectangle 13">
            <a:extLst>
              <a:ext uri="{FF2B5EF4-FFF2-40B4-BE49-F238E27FC236}">
                <a16:creationId xmlns:a16="http://schemas.microsoft.com/office/drawing/2014/main" id="{8D727EF7-D044-4C87-8FDE-8D738300984B}"/>
              </a:ext>
            </a:extLst>
          </p:cNvPr>
          <p:cNvSpPr>
            <a:spLocks/>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tx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tx2"/>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Heading on maximum three lines</a:t>
            </a:r>
            <a:endParaRPr lang="en-GB" dirty="0"/>
          </a:p>
        </p:txBody>
      </p:sp>
      <p:pic>
        <p:nvPicPr>
          <p:cNvPr id="13" name="Graphic 12">
            <a:extLst>
              <a:ext uri="{FF2B5EF4-FFF2-40B4-BE49-F238E27FC236}">
                <a16:creationId xmlns:a16="http://schemas.microsoft.com/office/drawing/2014/main" id="{E27CA6F6-5421-4C17-A69F-75CE7EDA66E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5" name="Picture Placeholder 14">
            <a:extLst>
              <a:ext uri="{FF2B5EF4-FFF2-40B4-BE49-F238E27FC236}">
                <a16:creationId xmlns:a16="http://schemas.microsoft.com/office/drawing/2014/main" id="{5B5E551C-01A5-43C5-B77B-6CCA9F2C3540}"/>
              </a:ext>
            </a:extLst>
          </p:cNvPr>
          <p:cNvSpPr>
            <a:spLocks noGrp="1"/>
          </p:cNvSpPr>
          <p:nvPr>
            <p:ph type="pic" sz="quarter" idx="15"/>
          </p:nvPr>
        </p:nvSpPr>
        <p:spPr>
          <a:xfrm>
            <a:off x="0" y="0"/>
            <a:ext cx="8405813" cy="6858000"/>
          </a:xfrm>
          <a:custGeom>
            <a:avLst/>
            <a:gdLst>
              <a:gd name="connsiteX0" fmla="*/ 0 w 8405813"/>
              <a:gd name="connsiteY0" fmla="*/ 0 h 6858000"/>
              <a:gd name="connsiteX1" fmla="*/ 6760502 w 8405813"/>
              <a:gd name="connsiteY1" fmla="*/ 0 h 6858000"/>
              <a:gd name="connsiteX2" fmla="*/ 6760502 w 8405813"/>
              <a:gd name="connsiteY2" fmla="*/ 1 h 6858000"/>
              <a:gd name="connsiteX3" fmla="*/ 6759457 w 8405813"/>
              <a:gd name="connsiteY3" fmla="*/ 1 h 6858000"/>
              <a:gd name="connsiteX4" fmla="*/ 6742996 w 8405813"/>
              <a:gd name="connsiteY4" fmla="*/ 20330 h 6858000"/>
              <a:gd name="connsiteX5" fmla="*/ 6427502 w 8405813"/>
              <a:gd name="connsiteY5" fmla="*/ 495961 h 6858000"/>
              <a:gd name="connsiteX6" fmla="*/ 8077080 w 8405813"/>
              <a:gd name="connsiteY6" fmla="*/ 6653438 h 6858000"/>
              <a:gd name="connsiteX7" fmla="*/ 8405813 w 8405813"/>
              <a:gd name="connsiteY7" fmla="*/ 6847023 h 6858000"/>
              <a:gd name="connsiteX8" fmla="*/ 8405813 w 8405813"/>
              <a:gd name="connsiteY8" fmla="*/ 6858000 h 6858000"/>
              <a:gd name="connsiteX9" fmla="*/ 0 w 840581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05813" h="6858000">
                <a:moveTo>
                  <a:pt x="0" y="0"/>
                </a:moveTo>
                <a:lnTo>
                  <a:pt x="6760502" y="0"/>
                </a:lnTo>
                <a:lnTo>
                  <a:pt x="6760502" y="1"/>
                </a:lnTo>
                <a:lnTo>
                  <a:pt x="6759457" y="1"/>
                </a:lnTo>
                <a:lnTo>
                  <a:pt x="6742996" y="20330"/>
                </a:lnTo>
                <a:cubicBezTo>
                  <a:pt x="6628234" y="171582"/>
                  <a:pt x="6522803" y="330397"/>
                  <a:pt x="6427502" y="495961"/>
                </a:cubicBezTo>
                <a:cubicBezTo>
                  <a:pt x="5184060" y="2651811"/>
                  <a:pt x="5922987" y="5408696"/>
                  <a:pt x="8077080" y="6653438"/>
                </a:cubicBezTo>
                <a:lnTo>
                  <a:pt x="8405813" y="6847023"/>
                </a:lnTo>
                <a:lnTo>
                  <a:pt x="8405813" y="6858000"/>
                </a:lnTo>
                <a:lnTo>
                  <a:pt x="0" y="6858000"/>
                </a:lnTo>
                <a:close/>
              </a:path>
            </a:pathLst>
          </a:custGeom>
          <a:blipFill>
            <a:blip r:embed="rId4"/>
            <a:stretch>
              <a:fillRect/>
            </a:stretch>
          </a:blipFill>
        </p:spPr>
        <p:txBody>
          <a:bodyPr wrap="square" tIns="468000" anchor="ctr" anchorCtr="0">
            <a:noAutofit/>
          </a:bodyPr>
          <a:lstStyle>
            <a:lvl1pPr marL="0" indent="0" algn="ctr">
              <a:buFontTx/>
              <a:buNone/>
              <a:defRPr sz="12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40850918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1 - Section divider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solidFill>
                  <a:schemeClr val="bg1"/>
                </a:solidFill>
              </a:defRPr>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ED79BB06-335C-4FF0-918A-758D1BC8D60B}"/>
              </a:ext>
            </a:extLst>
          </p:cNvPr>
          <p:cNvSpPr>
            <a:spLocks noGrp="1"/>
          </p:cNvSpPr>
          <p:nvPr>
            <p:ph type="dt" sz="half" idx="10"/>
          </p:nvPr>
        </p:nvSpPr>
        <p:spPr/>
        <p:txBody>
          <a:bodyPr/>
          <a:lstStyle/>
          <a:p>
            <a:fld id="{66979D71-B388-47F5-9B71-F71530ED1A63}" type="datetime3">
              <a:rPr lang="en-GB" smtClean="0"/>
              <a:t>23 March, 2026</a:t>
            </a:fld>
            <a:endParaRPr lang="en-GB" dirty="0"/>
          </a:p>
        </p:txBody>
      </p:sp>
      <p:sp>
        <p:nvSpPr>
          <p:cNvPr id="12" name="Footer Placeholder 11">
            <a:extLst>
              <a:ext uri="{FF2B5EF4-FFF2-40B4-BE49-F238E27FC236}">
                <a16:creationId xmlns:a16="http://schemas.microsoft.com/office/drawing/2014/main" id="{F40096BF-3574-4E20-865B-D2C7F696CDCD}"/>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8E1CE177-B3B7-4AB3-859D-58DDF835291E}"/>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5850000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2 - Section divider snow">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0B2996DB-E4A4-4CB9-B160-9629BA0EF912}"/>
              </a:ext>
            </a:extLst>
          </p:cNvPr>
          <p:cNvSpPr>
            <a:spLocks noGrp="1"/>
          </p:cNvSpPr>
          <p:nvPr>
            <p:ph type="dt" sz="half" idx="10"/>
          </p:nvPr>
        </p:nvSpPr>
        <p:spPr/>
        <p:txBody>
          <a:bodyPr/>
          <a:lstStyle/>
          <a:p>
            <a:fld id="{3647E28B-CAC7-4D42-AD3F-196245E581C0}" type="datetime3">
              <a:rPr lang="en-GB" smtClean="0"/>
              <a:t>23 March, 2026</a:t>
            </a:fld>
            <a:endParaRPr lang="en-GB" dirty="0"/>
          </a:p>
        </p:txBody>
      </p:sp>
      <p:sp>
        <p:nvSpPr>
          <p:cNvPr id="12" name="Footer Placeholder 11">
            <a:extLst>
              <a:ext uri="{FF2B5EF4-FFF2-40B4-BE49-F238E27FC236}">
                <a16:creationId xmlns:a16="http://schemas.microsoft.com/office/drawing/2014/main" id="{EC104C7A-7BFB-4F67-A87B-3890C2C52E15}"/>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E519083B-7078-4F24-A0F5-A4DD283FF4C9}"/>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1293883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1 Content - Heading and bullet text on white 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A9D44F6-0B03-47DC-850F-E97E645294FF}"/>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wrap="square"/>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D5493CB7-2F2C-40E8-8B62-32945EFDDF3F}"/>
              </a:ext>
            </a:extLst>
          </p:cNvPr>
          <p:cNvSpPr>
            <a:spLocks noGrp="1"/>
          </p:cNvSpPr>
          <p:nvPr>
            <p:ph type="dt" sz="half" idx="15"/>
          </p:nvPr>
        </p:nvSpPr>
        <p:spPr/>
        <p:txBody>
          <a:bodyPr/>
          <a:lstStyle/>
          <a:p>
            <a:fld id="{0DC9F904-60C8-4872-861F-23C9F1840CFE}" type="datetime3">
              <a:rPr lang="en-GB" smtClean="0"/>
              <a:t>23 March, 2026</a:t>
            </a:fld>
            <a:endParaRPr lang="en-GB" dirty="0"/>
          </a:p>
        </p:txBody>
      </p:sp>
      <p:sp>
        <p:nvSpPr>
          <p:cNvPr id="3" name="Footer Placeholder 2">
            <a:extLst>
              <a:ext uri="{FF2B5EF4-FFF2-40B4-BE49-F238E27FC236}">
                <a16:creationId xmlns:a16="http://schemas.microsoft.com/office/drawing/2014/main" id="{3DF615FA-1CD1-46CD-BD15-A7665D17E5A1}"/>
              </a:ext>
            </a:extLst>
          </p:cNvPr>
          <p:cNvSpPr>
            <a:spLocks noGrp="1"/>
          </p:cNvSpPr>
          <p:nvPr>
            <p:ph type="ftr" sz="quarter" idx="16"/>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4DBAFC1B-31A1-4E01-B1F4-F66707A01BBD}"/>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65387927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2 Content - Heding and bullet text on snow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42DCBB10-8E83-439E-B266-8FC019526EB9}"/>
              </a:ext>
            </a:extLst>
          </p:cNvPr>
          <p:cNvSpPr>
            <a:spLocks noGrp="1"/>
          </p:cNvSpPr>
          <p:nvPr>
            <p:ph type="dt" sz="half" idx="15"/>
          </p:nvPr>
        </p:nvSpPr>
        <p:spPr/>
        <p:txBody>
          <a:bodyPr/>
          <a:lstStyle/>
          <a:p>
            <a:fld id="{8EA04FDE-33C1-472D-9617-FC1A0830BDAD}" type="datetime3">
              <a:rPr lang="en-GB" smtClean="0"/>
              <a:t>23 March, 2026</a:t>
            </a:fld>
            <a:endParaRPr lang="en-GB" dirty="0"/>
          </a:p>
        </p:txBody>
      </p:sp>
      <p:sp>
        <p:nvSpPr>
          <p:cNvPr id="8" name="Footer Placeholder 7">
            <a:extLst>
              <a:ext uri="{FF2B5EF4-FFF2-40B4-BE49-F238E27FC236}">
                <a16:creationId xmlns:a16="http://schemas.microsoft.com/office/drawing/2014/main" id="{95AC7E7D-3352-48D4-9AD9-329C5AACD2C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6831967-45E9-4AAE-B1FD-925D1C176C29}"/>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74FBEE82-4BC3-402D-B19C-C6B4706750F2}"/>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7405516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3 Content - Heading and bullet text on blu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7E7D6E0E-499D-47FF-8ACF-0369766A8FB7}"/>
              </a:ext>
            </a:extLst>
          </p:cNvPr>
          <p:cNvSpPr>
            <a:spLocks noGrp="1"/>
          </p:cNvSpPr>
          <p:nvPr>
            <p:ph type="dt" sz="half" idx="15"/>
          </p:nvPr>
        </p:nvSpPr>
        <p:spPr/>
        <p:txBody>
          <a:bodyPr/>
          <a:lstStyle/>
          <a:p>
            <a:fld id="{38E1D3EC-A8EE-4AAB-B813-24A449240231}" type="datetime3">
              <a:rPr lang="en-GB" smtClean="0"/>
              <a:t>23 March, 2026</a:t>
            </a:fld>
            <a:endParaRPr lang="en-GB" dirty="0"/>
          </a:p>
        </p:txBody>
      </p:sp>
      <p:sp>
        <p:nvSpPr>
          <p:cNvPr id="8" name="Footer Placeholder 7">
            <a:extLst>
              <a:ext uri="{FF2B5EF4-FFF2-40B4-BE49-F238E27FC236}">
                <a16:creationId xmlns:a16="http://schemas.microsoft.com/office/drawing/2014/main" id="{22550B62-8BBC-453A-9E3B-5F6E0A9CC391}"/>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24FECB8D-711E-48DF-9790-76867C5881CC}"/>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982DBECE-2A44-42AF-AF45-0CF8B022EEAA}"/>
              </a:ext>
            </a:extLst>
          </p:cNvPr>
          <p:cNvSpPr>
            <a:spLocks noGrp="1"/>
          </p:cNvSpPr>
          <p:nvPr>
            <p:ph sz="quarter" idx="18"/>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611220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5 - Heading with bullet text and chart">
    <p:spTree>
      <p:nvGrpSpPr>
        <p:cNvPr id="1" name=""/>
        <p:cNvGrpSpPr/>
        <p:nvPr/>
      </p:nvGrpSpPr>
      <p:grpSpPr>
        <a:xfrm>
          <a:off x="0" y="0"/>
          <a:ext cx="0" cy="0"/>
          <a:chOff x="0" y="0"/>
          <a:chExt cx="0" cy="0"/>
        </a:xfrm>
      </p:grpSpPr>
      <p:sp>
        <p:nvSpPr>
          <p:cNvPr id="11" name="Content Placeholder 4">
            <a:extLst>
              <a:ext uri="{FF2B5EF4-FFF2-40B4-BE49-F238E27FC236}">
                <a16:creationId xmlns:a16="http://schemas.microsoft.com/office/drawing/2014/main" id="{B987CA4D-64A8-4AD7-96BC-E9C792DB9ED5}"/>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3" name="Content Placeholder 4">
            <a:extLst>
              <a:ext uri="{FF2B5EF4-FFF2-40B4-BE49-F238E27FC236}">
                <a16:creationId xmlns:a16="http://schemas.microsoft.com/office/drawing/2014/main" id="{6E1FE68A-5A81-42C5-8773-BD7A6411EA29}"/>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087E49D0-E71E-43BF-99CE-D0A50323898E}" type="datetime3">
              <a:rPr lang="en-GB" smtClean="0"/>
              <a:t>23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63182908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6 - Heading with 2 column bullet text snow 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FA1E6D8-E1F1-4280-A066-6C2F248809F0}"/>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FD6628D3-D18C-4AD1-B753-FCA1E24940D3}"/>
              </a:ext>
            </a:extLst>
          </p:cNvPr>
          <p:cNvSpPr>
            <a:spLocks noGrp="1"/>
          </p:cNvSpPr>
          <p:nvPr>
            <p:ph type="dt" sz="half" idx="16"/>
          </p:nvPr>
        </p:nvSpPr>
        <p:spPr/>
        <p:txBody>
          <a:bodyPr/>
          <a:lstStyle/>
          <a:p>
            <a:fld id="{E6656A71-A893-4C7C-996D-E97B65589A14}" type="datetime3">
              <a:rPr lang="en-GB" smtClean="0"/>
              <a:t>23 March, 2026</a:t>
            </a:fld>
            <a:endParaRPr lang="en-GB" dirty="0"/>
          </a:p>
        </p:txBody>
      </p:sp>
      <p:sp>
        <p:nvSpPr>
          <p:cNvPr id="3" name="Footer Placeholder 2">
            <a:extLst>
              <a:ext uri="{FF2B5EF4-FFF2-40B4-BE49-F238E27FC236}">
                <a16:creationId xmlns:a16="http://schemas.microsoft.com/office/drawing/2014/main" id="{E4DA7ED5-2024-413E-BB3D-9AE453DC687E}"/>
              </a:ext>
            </a:extLst>
          </p:cNvPr>
          <p:cNvSpPr>
            <a:spLocks noGrp="1"/>
          </p:cNvSpPr>
          <p:nvPr>
            <p:ph type="ftr" sz="quarter" idx="17"/>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FD19504E-B2DB-40FC-AE80-BE347A4AAC43}"/>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14" name="Content Placeholder 4">
            <a:extLst>
              <a:ext uri="{FF2B5EF4-FFF2-40B4-BE49-F238E27FC236}">
                <a16:creationId xmlns:a16="http://schemas.microsoft.com/office/drawing/2014/main" id="{84B4B4BB-8CF9-4E44-AF74-F38752FF5AC4}"/>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5" name="Content Placeholder 4">
            <a:extLst>
              <a:ext uri="{FF2B5EF4-FFF2-40B4-BE49-F238E27FC236}">
                <a16:creationId xmlns:a16="http://schemas.microsoft.com/office/drawing/2014/main" id="{F692713A-34E6-4E38-93E0-69EA6F4AB483}"/>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621043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7 - Heading with 3 column bullet text/chart right on snow bg ">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028AB1-123F-4431-A059-3DC7723359CA}"/>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8" name="Date Placeholder 7">
            <a:extLst>
              <a:ext uri="{FF2B5EF4-FFF2-40B4-BE49-F238E27FC236}">
                <a16:creationId xmlns:a16="http://schemas.microsoft.com/office/drawing/2014/main" id="{B94486C7-5C7A-4460-B959-EFD196052E20}"/>
              </a:ext>
            </a:extLst>
          </p:cNvPr>
          <p:cNvSpPr>
            <a:spLocks noGrp="1"/>
          </p:cNvSpPr>
          <p:nvPr>
            <p:ph type="dt" sz="half" idx="23"/>
          </p:nvPr>
        </p:nvSpPr>
        <p:spPr/>
        <p:txBody>
          <a:bodyPr/>
          <a:lstStyle/>
          <a:p>
            <a:fld id="{B5114490-AA22-47BB-9B6C-36312D275C07}" type="datetime3">
              <a:rPr lang="en-GB" smtClean="0"/>
              <a:t>23 March, 2026</a:t>
            </a:fld>
            <a:endParaRPr lang="en-GB" dirty="0"/>
          </a:p>
        </p:txBody>
      </p:sp>
      <p:sp>
        <p:nvSpPr>
          <p:cNvPr id="20" name="Footer Placeholder 19">
            <a:extLst>
              <a:ext uri="{FF2B5EF4-FFF2-40B4-BE49-F238E27FC236}">
                <a16:creationId xmlns:a16="http://schemas.microsoft.com/office/drawing/2014/main" id="{42019B50-5ACC-47A5-BBFB-A2132454FDB4}"/>
              </a:ext>
            </a:extLst>
          </p:cNvPr>
          <p:cNvSpPr>
            <a:spLocks noGrp="1"/>
          </p:cNvSpPr>
          <p:nvPr>
            <p:ph type="ftr" sz="quarter" idx="24"/>
          </p:nvPr>
        </p:nvSpPr>
        <p:spPr/>
        <p:txBody>
          <a:bodyPr/>
          <a:lstStyle/>
          <a:p>
            <a:r>
              <a:rPr lang="en-GB"/>
              <a:t>Presentation name</a:t>
            </a:r>
            <a:endParaRPr lang="en-GB" dirty="0"/>
          </a:p>
        </p:txBody>
      </p:sp>
      <p:sp>
        <p:nvSpPr>
          <p:cNvPr id="21" name="Slide Number Placeholder 20">
            <a:extLst>
              <a:ext uri="{FF2B5EF4-FFF2-40B4-BE49-F238E27FC236}">
                <a16:creationId xmlns:a16="http://schemas.microsoft.com/office/drawing/2014/main" id="{93853E13-6F8E-402C-9276-28E7B075A897}"/>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52617433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8 - Heading with 3 column bullet text/chart right on white bg ">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2" name="Date Placeholder 1">
            <a:extLst>
              <a:ext uri="{FF2B5EF4-FFF2-40B4-BE49-F238E27FC236}">
                <a16:creationId xmlns:a16="http://schemas.microsoft.com/office/drawing/2014/main" id="{7110BF18-6A26-4450-8B30-7BD2CCF7380F}"/>
              </a:ext>
            </a:extLst>
          </p:cNvPr>
          <p:cNvSpPr>
            <a:spLocks noGrp="1"/>
          </p:cNvSpPr>
          <p:nvPr>
            <p:ph type="dt" sz="half" idx="23"/>
          </p:nvPr>
        </p:nvSpPr>
        <p:spPr/>
        <p:txBody>
          <a:bodyPr/>
          <a:lstStyle/>
          <a:p>
            <a:fld id="{C6A3F7D2-5855-46E2-B29D-E29B6B393816}" type="datetime3">
              <a:rPr lang="en-GB" smtClean="0"/>
              <a:t>23 March, 2026</a:t>
            </a:fld>
            <a:endParaRPr lang="en-GB" dirty="0"/>
          </a:p>
        </p:txBody>
      </p:sp>
      <p:sp>
        <p:nvSpPr>
          <p:cNvPr id="8" name="Footer Placeholder 7">
            <a:extLst>
              <a:ext uri="{FF2B5EF4-FFF2-40B4-BE49-F238E27FC236}">
                <a16:creationId xmlns:a16="http://schemas.microsoft.com/office/drawing/2014/main" id="{CB9D867B-8F61-4525-B1B3-26E7F769A769}"/>
              </a:ext>
            </a:extLst>
          </p:cNvPr>
          <p:cNvSpPr>
            <a:spLocks noGrp="1"/>
          </p:cNvSpPr>
          <p:nvPr>
            <p:ph type="ftr" sz="quarter" idx="24"/>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7AC0E731-2376-49A7-8DFC-E693566E45BD}"/>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0450997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9 - Heading with text bullet and picture">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8575C6CE-48BE-4B25-88FE-FA031575BE0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274712" y="657850"/>
            <a:ext cx="5221288" cy="550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8" name="Date Placeholder 17">
            <a:extLst>
              <a:ext uri="{FF2B5EF4-FFF2-40B4-BE49-F238E27FC236}">
                <a16:creationId xmlns:a16="http://schemas.microsoft.com/office/drawing/2014/main" id="{3AA1E9B3-6B61-43EF-98AA-8402F13EC15A}"/>
              </a:ext>
            </a:extLst>
          </p:cNvPr>
          <p:cNvSpPr>
            <a:spLocks noGrp="1"/>
          </p:cNvSpPr>
          <p:nvPr>
            <p:ph type="dt" sz="half" idx="16"/>
          </p:nvPr>
        </p:nvSpPr>
        <p:spPr/>
        <p:txBody>
          <a:bodyPr/>
          <a:lstStyle/>
          <a:p>
            <a:fld id="{F5725299-D71F-4736-B59C-15F17439C6EC}" type="datetime3">
              <a:rPr lang="en-GB" smtClean="0"/>
              <a:t>23 March, 2026</a:t>
            </a:fld>
            <a:endParaRPr lang="en-GB" dirty="0"/>
          </a:p>
        </p:txBody>
      </p:sp>
      <p:sp>
        <p:nvSpPr>
          <p:cNvPr id="19" name="Footer Placeholder 18">
            <a:extLst>
              <a:ext uri="{FF2B5EF4-FFF2-40B4-BE49-F238E27FC236}">
                <a16:creationId xmlns:a16="http://schemas.microsoft.com/office/drawing/2014/main" id="{8A2DA809-52B4-4135-B440-496DFF0A5C98}"/>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73ECC796-BF38-4ED3-B48E-16AB0111F2E0}"/>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54592394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10 - Heading with 2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5220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6275387"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6276675" y="5208154"/>
            <a:ext cx="5220000" cy="813235"/>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39F77B87-943E-4F47-978D-D75654923F61}"/>
              </a:ext>
            </a:extLst>
          </p:cNvPr>
          <p:cNvSpPr>
            <a:spLocks noGrp="1"/>
          </p:cNvSpPr>
          <p:nvPr>
            <p:ph type="dt" sz="half" idx="18"/>
          </p:nvPr>
        </p:nvSpPr>
        <p:spPr/>
        <p:txBody>
          <a:bodyPr/>
          <a:lstStyle/>
          <a:p>
            <a:fld id="{93C8CCFF-1EA5-4620-B3D6-3A659E51CDF2}" type="datetime3">
              <a:rPr lang="en-GB" smtClean="0"/>
              <a:t>23 March, 2026</a:t>
            </a:fld>
            <a:endParaRPr lang="en-GB" dirty="0"/>
          </a:p>
        </p:txBody>
      </p:sp>
      <p:sp>
        <p:nvSpPr>
          <p:cNvPr id="3" name="Footer Placeholder 2">
            <a:extLst>
              <a:ext uri="{FF2B5EF4-FFF2-40B4-BE49-F238E27FC236}">
                <a16:creationId xmlns:a16="http://schemas.microsoft.com/office/drawing/2014/main" id="{1CA041DE-4EBF-4C54-AA08-1C2FCBCC95F9}"/>
              </a:ext>
            </a:extLst>
          </p:cNvPr>
          <p:cNvSpPr>
            <a:spLocks noGrp="1"/>
          </p:cNvSpPr>
          <p:nvPr>
            <p:ph type="ftr" sz="quarter" idx="19"/>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8EC59937-9849-40C2-A865-E434989F9FB4}"/>
              </a:ext>
            </a:extLst>
          </p:cNvPr>
          <p:cNvSpPr>
            <a:spLocks noGrp="1"/>
          </p:cNvSpPr>
          <p:nvPr>
            <p:ph type="sldNum" sz="quarter" idx="20"/>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1744241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11 - Heading with 3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4413000"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4413001"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3" name="Picture Placeholder 16">
            <a:extLst>
              <a:ext uri="{FF2B5EF4-FFF2-40B4-BE49-F238E27FC236}">
                <a16:creationId xmlns:a16="http://schemas.microsoft.com/office/drawing/2014/main" id="{D2897832-36AE-4E0E-9085-204130CC145A}"/>
              </a:ext>
            </a:extLst>
          </p:cNvPr>
          <p:cNvSpPr>
            <a:spLocks noGrp="1"/>
          </p:cNvSpPr>
          <p:nvPr>
            <p:ph type="pic" sz="quarter" idx="18"/>
          </p:nvPr>
        </p:nvSpPr>
        <p:spPr>
          <a:xfrm>
            <a:off x="813067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4" name="Text Placeholder 9">
            <a:extLst>
              <a:ext uri="{FF2B5EF4-FFF2-40B4-BE49-F238E27FC236}">
                <a16:creationId xmlns:a16="http://schemas.microsoft.com/office/drawing/2014/main" id="{8656A579-00D4-4A1D-96D5-2856157D5539}"/>
              </a:ext>
            </a:extLst>
          </p:cNvPr>
          <p:cNvSpPr>
            <a:spLocks noGrp="1"/>
          </p:cNvSpPr>
          <p:nvPr>
            <p:ph type="body" sz="quarter" idx="19"/>
          </p:nvPr>
        </p:nvSpPr>
        <p:spPr>
          <a:xfrm>
            <a:off x="813067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DC9640D7-192F-438C-8BED-F8F8989ABE3F}"/>
              </a:ext>
            </a:extLst>
          </p:cNvPr>
          <p:cNvSpPr>
            <a:spLocks noGrp="1"/>
          </p:cNvSpPr>
          <p:nvPr>
            <p:ph type="dt" sz="half" idx="20"/>
          </p:nvPr>
        </p:nvSpPr>
        <p:spPr/>
        <p:txBody>
          <a:bodyPr/>
          <a:lstStyle/>
          <a:p>
            <a:fld id="{7B4B70C9-D298-46AF-98ED-2EF10DDBA8AB}" type="datetime3">
              <a:rPr lang="en-GB" smtClean="0"/>
              <a:t>23 March, 2026</a:t>
            </a:fld>
            <a:endParaRPr lang="en-GB" dirty="0"/>
          </a:p>
        </p:txBody>
      </p:sp>
      <p:sp>
        <p:nvSpPr>
          <p:cNvPr id="3" name="Footer Placeholder 2">
            <a:extLst>
              <a:ext uri="{FF2B5EF4-FFF2-40B4-BE49-F238E27FC236}">
                <a16:creationId xmlns:a16="http://schemas.microsoft.com/office/drawing/2014/main" id="{C1965707-1782-4524-A082-BDE78BCCCD69}"/>
              </a:ext>
            </a:extLst>
          </p:cNvPr>
          <p:cNvSpPr>
            <a:spLocks noGrp="1"/>
          </p:cNvSpPr>
          <p:nvPr>
            <p:ph type="ftr" sz="quarter" idx="21"/>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735A0A7E-28CC-4E09-B598-AC2602959504}"/>
              </a:ext>
            </a:extLst>
          </p:cNvPr>
          <p:cNvSpPr>
            <a:spLocks noGrp="1"/>
          </p:cNvSpPr>
          <p:nvPr>
            <p:ph type="sldNum" sz="quarter" idx="2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71480977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12 - Heading with text bullet and picture">
    <p:spTree>
      <p:nvGrpSpPr>
        <p:cNvPr id="1" name=""/>
        <p:cNvGrpSpPr/>
        <p:nvPr/>
      </p:nvGrpSpPr>
      <p:grpSpPr>
        <a:xfrm>
          <a:off x="0" y="0"/>
          <a:ext cx="0" cy="0"/>
          <a:chOff x="0" y="0"/>
          <a:chExt cx="0" cy="0"/>
        </a:xfrm>
      </p:grpSpPr>
      <p:sp>
        <p:nvSpPr>
          <p:cNvPr id="17" name="Content Placeholder 4">
            <a:extLst>
              <a:ext uri="{FF2B5EF4-FFF2-40B4-BE49-F238E27FC236}">
                <a16:creationId xmlns:a16="http://schemas.microsoft.com/office/drawing/2014/main" id="{EBA8AC51-624D-400A-9881-7445ECC8EC27}"/>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5AC75909-1AC1-4024-8158-7AF297D3B637}"/>
              </a:ext>
            </a:extLst>
          </p:cNvPr>
          <p:cNvSpPr>
            <a:spLocks noGrp="1"/>
          </p:cNvSpPr>
          <p:nvPr>
            <p:ph type="pic" sz="quarter" idx="15"/>
          </p:nvPr>
        </p:nvSpPr>
        <p:spPr>
          <a:xfrm>
            <a:off x="6938954" y="0"/>
            <a:ext cx="5253046" cy="5774490"/>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Date Placeholder 14">
            <a:extLst>
              <a:ext uri="{FF2B5EF4-FFF2-40B4-BE49-F238E27FC236}">
                <a16:creationId xmlns:a16="http://schemas.microsoft.com/office/drawing/2014/main" id="{898CD92C-5894-4207-9621-E840C9E7F0FC}"/>
              </a:ext>
            </a:extLst>
          </p:cNvPr>
          <p:cNvSpPr>
            <a:spLocks noGrp="1"/>
          </p:cNvSpPr>
          <p:nvPr>
            <p:ph type="dt" sz="half" idx="16"/>
          </p:nvPr>
        </p:nvSpPr>
        <p:spPr/>
        <p:txBody>
          <a:bodyPr/>
          <a:lstStyle/>
          <a:p>
            <a:fld id="{B0E90497-7D2A-4D94-98EC-1AD5861C350C}" type="datetime3">
              <a:rPr lang="en-GB" smtClean="0"/>
              <a:t>23 March, 2026</a:t>
            </a:fld>
            <a:endParaRPr lang="en-GB" dirty="0"/>
          </a:p>
        </p:txBody>
      </p:sp>
      <p:sp>
        <p:nvSpPr>
          <p:cNvPr id="19" name="Footer Placeholder 18">
            <a:extLst>
              <a:ext uri="{FF2B5EF4-FFF2-40B4-BE49-F238E27FC236}">
                <a16:creationId xmlns:a16="http://schemas.microsoft.com/office/drawing/2014/main" id="{397FA148-944F-48C7-B628-022802F2AC7A}"/>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5926AE34-13D7-4677-81A9-1224285EA8E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5209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13 - Heading with text bullet and picture with snow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Content Placeholder 4">
            <a:extLst>
              <a:ext uri="{FF2B5EF4-FFF2-40B4-BE49-F238E27FC236}">
                <a16:creationId xmlns:a16="http://schemas.microsoft.com/office/drawing/2014/main" id="{6B3D6906-11C8-48EF-8D5A-179C11FEEB2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1BBAD701-AB68-46F0-B316-D316FD817603}"/>
              </a:ext>
            </a:extLst>
          </p:cNvPr>
          <p:cNvSpPr>
            <a:spLocks noGrp="1"/>
          </p:cNvSpPr>
          <p:nvPr>
            <p:ph type="pic" sz="quarter" idx="15"/>
          </p:nvPr>
        </p:nvSpPr>
        <p:spPr>
          <a:xfrm>
            <a:off x="6938954" y="2"/>
            <a:ext cx="5253046" cy="5774489"/>
          </a:xfrm>
          <a:custGeom>
            <a:avLst/>
            <a:gdLst>
              <a:gd name="connsiteX0" fmla="*/ 2956765 w 5253046"/>
              <a:gd name="connsiteY0" fmla="*/ 0 h 5774489"/>
              <a:gd name="connsiteX1" fmla="*/ 5237166 w 5253046"/>
              <a:gd name="connsiteY1" fmla="*/ 0 h 5774489"/>
              <a:gd name="connsiteX2" fmla="*/ 5253046 w 5253046"/>
              <a:gd name="connsiteY2" fmla="*/ 27504 h 5774489"/>
              <a:gd name="connsiteX3" fmla="*/ 5253046 w 5253046"/>
              <a:gd name="connsiteY3" fmla="*/ 4168787 h 5774489"/>
              <a:gd name="connsiteX4" fmla="*/ 2552320 w 5253046"/>
              <a:gd name="connsiteY4" fmla="*/ 5728065 h 5774489"/>
              <a:gd name="connsiteX5" fmla="*/ 2079565 w 5253046"/>
              <a:gd name="connsiteY5" fmla="*/ 5601393 h 5774489"/>
              <a:gd name="connsiteX6" fmla="*/ 46425 w 5253046"/>
              <a:gd name="connsiteY6" fmla="*/ 2079920 h 5774489"/>
              <a:gd name="connsiteX7" fmla="*/ 173097 w 5253046"/>
              <a:gd name="connsiteY7"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046" h="5774489">
                <a:moveTo>
                  <a:pt x="2956765" y="0"/>
                </a:moveTo>
                <a:lnTo>
                  <a:pt x="5237166" y="0"/>
                </a:lnTo>
                <a:lnTo>
                  <a:pt x="5253046" y="27504"/>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707DE5C8-9B52-4332-A89D-35E571648324}"/>
              </a:ext>
            </a:extLst>
          </p:cNvPr>
          <p:cNvSpPr>
            <a:spLocks noGrp="1"/>
          </p:cNvSpPr>
          <p:nvPr>
            <p:ph type="dt" sz="half" idx="16"/>
          </p:nvPr>
        </p:nvSpPr>
        <p:spPr/>
        <p:txBody>
          <a:bodyPr/>
          <a:lstStyle/>
          <a:p>
            <a:fld id="{3019F41C-2E22-43B7-8829-4C09CBA0C7BA}" type="datetime3">
              <a:rPr lang="en-GB" smtClean="0"/>
              <a:t>23 March, 2026</a:t>
            </a:fld>
            <a:endParaRPr lang="en-GB" dirty="0"/>
          </a:p>
        </p:txBody>
      </p:sp>
      <p:sp>
        <p:nvSpPr>
          <p:cNvPr id="15" name="Footer Placeholder 14">
            <a:extLst>
              <a:ext uri="{FF2B5EF4-FFF2-40B4-BE49-F238E27FC236}">
                <a16:creationId xmlns:a16="http://schemas.microsoft.com/office/drawing/2014/main" id="{D8968C54-7C67-47F5-B33C-42A8E40B3296}"/>
              </a:ext>
            </a:extLst>
          </p:cNvPr>
          <p:cNvSpPr>
            <a:spLocks noGrp="1"/>
          </p:cNvSpPr>
          <p:nvPr>
            <p:ph type="ftr" sz="quarter" idx="17"/>
          </p:nvPr>
        </p:nvSpPr>
        <p:spPr/>
        <p:txBody>
          <a:bodyPr/>
          <a:lstStyle/>
          <a:p>
            <a:r>
              <a:rPr lang="en-GB"/>
              <a:t>Presentation name</a:t>
            </a:r>
            <a:endParaRPr lang="en-GB" dirty="0"/>
          </a:p>
        </p:txBody>
      </p:sp>
      <p:sp>
        <p:nvSpPr>
          <p:cNvPr id="16" name="Slide Number Placeholder 15">
            <a:extLst>
              <a:ext uri="{FF2B5EF4-FFF2-40B4-BE49-F238E27FC236}">
                <a16:creationId xmlns:a16="http://schemas.microsoft.com/office/drawing/2014/main" id="{F430A758-BC26-4A81-B678-8E6CE588F82B}"/>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5373321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14 - Heading with text bullet and picture with blue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Content Placeholder 4">
            <a:extLst>
              <a:ext uri="{FF2B5EF4-FFF2-40B4-BE49-F238E27FC236}">
                <a16:creationId xmlns:a16="http://schemas.microsoft.com/office/drawing/2014/main" id="{A4727D2C-68A2-4036-B1F5-6E338BAB3ED6}"/>
              </a:ext>
            </a:extLst>
          </p:cNvPr>
          <p:cNvSpPr>
            <a:spLocks noGrp="1"/>
          </p:cNvSpPr>
          <p:nvPr>
            <p:ph sz="quarter" idx="19"/>
          </p:nvPr>
        </p:nvSpPr>
        <p:spPr>
          <a:xfrm>
            <a:off x="696000" y="1773238"/>
            <a:ext cx="5219326"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Picture Placeholder 14">
            <a:extLst>
              <a:ext uri="{FF2B5EF4-FFF2-40B4-BE49-F238E27FC236}">
                <a16:creationId xmlns:a16="http://schemas.microsoft.com/office/drawing/2014/main" id="{85DA3AAA-78F0-47D5-B932-B2997E8EED93}"/>
              </a:ext>
            </a:extLst>
          </p:cNvPr>
          <p:cNvSpPr>
            <a:spLocks noGrp="1"/>
          </p:cNvSpPr>
          <p:nvPr>
            <p:ph type="pic" sz="quarter" idx="15"/>
          </p:nvPr>
        </p:nvSpPr>
        <p:spPr>
          <a:xfrm>
            <a:off x="6938954" y="0"/>
            <a:ext cx="5253046" cy="5774489"/>
          </a:xfrm>
          <a:custGeom>
            <a:avLst/>
            <a:gdLst>
              <a:gd name="connsiteX0" fmla="*/ 2956765 w 5253046"/>
              <a:gd name="connsiteY0" fmla="*/ 0 h 5774489"/>
              <a:gd name="connsiteX1" fmla="*/ 3930431 w 5253046"/>
              <a:gd name="connsiteY1" fmla="*/ 0 h 5774489"/>
              <a:gd name="connsiteX2" fmla="*/ 5237166 w 5253046"/>
              <a:gd name="connsiteY2" fmla="*/ 0 h 5774489"/>
              <a:gd name="connsiteX3" fmla="*/ 5253046 w 5253046"/>
              <a:gd name="connsiteY3" fmla="*/ 0 h 5774489"/>
              <a:gd name="connsiteX4" fmla="*/ 5253046 w 5253046"/>
              <a:gd name="connsiteY4" fmla="*/ 27504 h 5774489"/>
              <a:gd name="connsiteX5" fmla="*/ 5253046 w 5253046"/>
              <a:gd name="connsiteY5" fmla="*/ 1289957 h 5774489"/>
              <a:gd name="connsiteX6" fmla="*/ 5253046 w 5253046"/>
              <a:gd name="connsiteY6" fmla="*/ 4168787 h 5774489"/>
              <a:gd name="connsiteX7" fmla="*/ 2552320 w 5253046"/>
              <a:gd name="connsiteY7" fmla="*/ 5728065 h 5774489"/>
              <a:gd name="connsiteX8" fmla="*/ 2079565 w 5253046"/>
              <a:gd name="connsiteY8" fmla="*/ 5601393 h 5774489"/>
              <a:gd name="connsiteX9" fmla="*/ 46425 w 5253046"/>
              <a:gd name="connsiteY9" fmla="*/ 2079920 h 5774489"/>
              <a:gd name="connsiteX10" fmla="*/ 173097 w 5253046"/>
              <a:gd name="connsiteY10"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89">
                <a:moveTo>
                  <a:pt x="2956765" y="0"/>
                </a:moveTo>
                <a:lnTo>
                  <a:pt x="3930431" y="0"/>
                </a:lnTo>
                <a:lnTo>
                  <a:pt x="5237166" y="0"/>
                </a:lnTo>
                <a:lnTo>
                  <a:pt x="5253046" y="0"/>
                </a:lnTo>
                <a:lnTo>
                  <a:pt x="5253046" y="27504"/>
                </a:lnTo>
                <a:lnTo>
                  <a:pt x="5253046" y="1289957"/>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C738F9CE-F48B-41E0-BCF8-E8ACF7F4CC01}"/>
              </a:ext>
            </a:extLst>
          </p:cNvPr>
          <p:cNvSpPr>
            <a:spLocks noGrp="1"/>
          </p:cNvSpPr>
          <p:nvPr>
            <p:ph type="dt" sz="half" idx="16"/>
          </p:nvPr>
        </p:nvSpPr>
        <p:spPr/>
        <p:txBody>
          <a:bodyPr/>
          <a:lstStyle/>
          <a:p>
            <a:fld id="{BB71D003-BB1D-4498-A164-99F6354561C1}" type="datetime3">
              <a:rPr lang="en-GB" smtClean="0"/>
              <a:t>23 March, 2026</a:t>
            </a:fld>
            <a:endParaRPr lang="en-GB" dirty="0"/>
          </a:p>
        </p:txBody>
      </p:sp>
      <p:sp>
        <p:nvSpPr>
          <p:cNvPr id="3" name="Footer Placeholder 2">
            <a:extLst>
              <a:ext uri="{FF2B5EF4-FFF2-40B4-BE49-F238E27FC236}">
                <a16:creationId xmlns:a16="http://schemas.microsoft.com/office/drawing/2014/main" id="{00242717-EB3B-433A-8A7B-3ED125B9FD4A}"/>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6E50CACE-D412-449F-A5A3-A1FB0A6E0AC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81300431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14 - Fullscreen pictur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2F810618-8154-4904-9138-C609BA8F0550}"/>
              </a:ext>
            </a:extLst>
          </p:cNvPr>
          <p:cNvSpPr>
            <a:spLocks noGrp="1"/>
          </p:cNvSpPr>
          <p:nvPr>
            <p:ph type="dt" sz="half" idx="16"/>
          </p:nvPr>
        </p:nvSpPr>
        <p:spPr/>
        <p:txBody>
          <a:bodyPr/>
          <a:lstStyle/>
          <a:p>
            <a:fld id="{D7858436-C458-48B0-8C11-3DDFE9683EBF}" type="datetime3">
              <a:rPr lang="en-GB" smtClean="0"/>
              <a:t>23 March, 2026</a:t>
            </a:fld>
            <a:endParaRPr lang="en-GB" dirty="0"/>
          </a:p>
        </p:txBody>
      </p:sp>
      <p:sp>
        <p:nvSpPr>
          <p:cNvPr id="3" name="Footer Placeholder 2">
            <a:extLst>
              <a:ext uri="{FF2B5EF4-FFF2-40B4-BE49-F238E27FC236}">
                <a16:creationId xmlns:a16="http://schemas.microsoft.com/office/drawing/2014/main" id="{26A2CD14-62A3-4DF2-97BF-7EE215FC9875}"/>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E0253135-58C2-4EB1-B89D-C6418890CBDD}"/>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87028721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15 - Heading fullscreen picture for light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9FDE74DD-7803-482B-B87C-DA73C8676CF7}"/>
              </a:ext>
            </a:extLst>
          </p:cNvPr>
          <p:cNvSpPr>
            <a:spLocks noGrp="1"/>
          </p:cNvSpPr>
          <p:nvPr>
            <p:ph type="dt" sz="half" idx="16"/>
          </p:nvPr>
        </p:nvSpPr>
        <p:spPr/>
        <p:txBody>
          <a:bodyPr/>
          <a:lstStyle/>
          <a:p>
            <a:fld id="{FF7B4946-6BA3-4712-9250-7CD487E6B99C}" type="datetime3">
              <a:rPr lang="en-GB" smtClean="0"/>
              <a:t>23 March, 2026</a:t>
            </a:fld>
            <a:endParaRPr lang="en-GB" dirty="0"/>
          </a:p>
        </p:txBody>
      </p:sp>
      <p:sp>
        <p:nvSpPr>
          <p:cNvPr id="3" name="Footer Placeholder 2">
            <a:extLst>
              <a:ext uri="{FF2B5EF4-FFF2-40B4-BE49-F238E27FC236}">
                <a16:creationId xmlns:a16="http://schemas.microsoft.com/office/drawing/2014/main" id="{63B0DE45-8C73-45FE-A00A-69B1A2FED74B}"/>
              </a:ext>
            </a:extLst>
          </p:cNvPr>
          <p:cNvSpPr>
            <a:spLocks noGrp="1"/>
          </p:cNvSpPr>
          <p:nvPr>
            <p:ph type="ftr" sz="quarter" idx="17"/>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BD3BFC02-B4DD-415E-BE80-4B9B909213AC}"/>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8836439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16 - Heading fullscreen picture for dark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035FBEC4-59F5-47B8-B3F3-38CB922D0E59}"/>
              </a:ext>
            </a:extLst>
          </p:cNvPr>
          <p:cNvSpPr>
            <a:spLocks noGrp="1"/>
          </p:cNvSpPr>
          <p:nvPr>
            <p:ph type="dt" sz="half" idx="16"/>
          </p:nvPr>
        </p:nvSpPr>
        <p:spPr/>
        <p:txBody>
          <a:bodyPr/>
          <a:lstStyle/>
          <a:p>
            <a:fld id="{3DB53B8C-B311-4E96-BB7D-82E96E214BE6}" type="datetime3">
              <a:rPr lang="en-GB" smtClean="0"/>
              <a:t>23 March, 2026</a:t>
            </a:fld>
            <a:endParaRPr lang="en-GB" dirty="0"/>
          </a:p>
        </p:txBody>
      </p:sp>
      <p:sp>
        <p:nvSpPr>
          <p:cNvPr id="3" name="Footer Placeholder 2">
            <a:extLst>
              <a:ext uri="{FF2B5EF4-FFF2-40B4-BE49-F238E27FC236}">
                <a16:creationId xmlns:a16="http://schemas.microsoft.com/office/drawing/2014/main" id="{DAE245F7-3C81-43CD-8F57-094ADB4F666C}"/>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0CB09AD5-0668-4482-8312-770FE726D70E}"/>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3692779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17 - Heading and bullet text on fullscreen for light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13" name="Content Placeholder 4">
            <a:extLst>
              <a:ext uri="{FF2B5EF4-FFF2-40B4-BE49-F238E27FC236}">
                <a16:creationId xmlns:a16="http://schemas.microsoft.com/office/drawing/2014/main" id="{80881493-077C-4AB2-96A9-4163925FDD85}"/>
              </a:ext>
            </a:extLst>
          </p:cNvPr>
          <p:cNvSpPr>
            <a:spLocks noGrp="1"/>
          </p:cNvSpPr>
          <p:nvPr>
            <p:ph sz="quarter" idx="20"/>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97AD2DCA-8FBB-4B80-89E6-1B1A7150DB95}"/>
              </a:ext>
            </a:extLst>
          </p:cNvPr>
          <p:cNvSpPr>
            <a:spLocks noGrp="1"/>
          </p:cNvSpPr>
          <p:nvPr>
            <p:ph type="dt" sz="half" idx="17"/>
          </p:nvPr>
        </p:nvSpPr>
        <p:spPr/>
        <p:txBody>
          <a:bodyPr/>
          <a:lstStyle/>
          <a:p>
            <a:fld id="{2F8FDEAC-71BB-49CF-93A5-EE3812DB99F4}" type="datetime3">
              <a:rPr lang="en-GB" smtClean="0"/>
              <a:t>23 March, 2026</a:t>
            </a:fld>
            <a:endParaRPr lang="en-GB" dirty="0"/>
          </a:p>
        </p:txBody>
      </p:sp>
      <p:sp>
        <p:nvSpPr>
          <p:cNvPr id="10" name="Footer Placeholder 9">
            <a:extLst>
              <a:ext uri="{FF2B5EF4-FFF2-40B4-BE49-F238E27FC236}">
                <a16:creationId xmlns:a16="http://schemas.microsoft.com/office/drawing/2014/main" id="{DB9D3BC1-184D-4441-BA96-95C93C5A7AAC}"/>
              </a:ext>
            </a:extLst>
          </p:cNvPr>
          <p:cNvSpPr>
            <a:spLocks noGrp="1"/>
          </p:cNvSpPr>
          <p:nvPr>
            <p:ph type="ftr" sz="quarter" idx="18"/>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88745D12-BDC3-43C8-8E38-B51B8126EFF1}"/>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9912653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18 - Heading and bullet text on fullscreen for dark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Content Placeholder 4">
            <a:extLst>
              <a:ext uri="{FF2B5EF4-FFF2-40B4-BE49-F238E27FC236}">
                <a16:creationId xmlns:a16="http://schemas.microsoft.com/office/drawing/2014/main" id="{E5DCE741-E45F-44C7-99F8-5687D0CC19D3}"/>
              </a:ext>
            </a:extLst>
          </p:cNvPr>
          <p:cNvSpPr>
            <a:spLocks noGrp="1"/>
          </p:cNvSpPr>
          <p:nvPr>
            <p:ph sz="quarter" idx="20"/>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218FCF86-891F-4837-ACCF-63BAFEDF59F3}"/>
              </a:ext>
            </a:extLst>
          </p:cNvPr>
          <p:cNvSpPr>
            <a:spLocks noGrp="1"/>
          </p:cNvSpPr>
          <p:nvPr>
            <p:ph type="dt" sz="half" idx="17"/>
          </p:nvPr>
        </p:nvSpPr>
        <p:spPr/>
        <p:txBody>
          <a:bodyPr/>
          <a:lstStyle/>
          <a:p>
            <a:fld id="{4C9053B6-4929-4FDD-BA68-2732FE4873CA}" type="datetime3">
              <a:rPr lang="en-GB" smtClean="0"/>
              <a:t>23 March, 2026</a:t>
            </a:fld>
            <a:endParaRPr lang="en-GB" dirty="0"/>
          </a:p>
        </p:txBody>
      </p:sp>
      <p:sp>
        <p:nvSpPr>
          <p:cNvPr id="8" name="Footer Placeholder 7">
            <a:extLst>
              <a:ext uri="{FF2B5EF4-FFF2-40B4-BE49-F238E27FC236}">
                <a16:creationId xmlns:a16="http://schemas.microsoft.com/office/drawing/2014/main" id="{4A55C7A5-30C6-4608-A790-D67BAC523440}"/>
              </a:ext>
            </a:extLst>
          </p:cNvPr>
          <p:cNvSpPr>
            <a:spLocks noGrp="1"/>
          </p:cNvSpPr>
          <p:nvPr>
            <p:ph type="ftr" sz="quarter" idx="18"/>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37F5F02F-8C46-4896-BC92-49AA647A50EF}"/>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119210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19 - Header only on snow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58B5A567-CECF-4E8C-9DF8-802537DB9392}"/>
              </a:ext>
            </a:extLst>
          </p:cNvPr>
          <p:cNvSpPr>
            <a:spLocks noGrp="1"/>
          </p:cNvSpPr>
          <p:nvPr>
            <p:ph type="dt" sz="half" idx="15"/>
          </p:nvPr>
        </p:nvSpPr>
        <p:spPr/>
        <p:txBody>
          <a:bodyPr/>
          <a:lstStyle/>
          <a:p>
            <a:fld id="{BF6D858C-FE28-4661-9741-B74153396B0C}" type="datetime3">
              <a:rPr lang="en-GB" smtClean="0"/>
              <a:t>23 March, 2026</a:t>
            </a:fld>
            <a:endParaRPr lang="en-GB" dirty="0"/>
          </a:p>
        </p:txBody>
      </p:sp>
      <p:sp>
        <p:nvSpPr>
          <p:cNvPr id="3" name="Footer Placeholder 2">
            <a:extLst>
              <a:ext uri="{FF2B5EF4-FFF2-40B4-BE49-F238E27FC236}">
                <a16:creationId xmlns:a16="http://schemas.microsoft.com/office/drawing/2014/main" id="{AE816BFE-40C0-4268-88B7-0420E044C7C7}"/>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D81C3C49-28EA-4AB4-BC5C-1D8A36952F02}"/>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973080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20 - Header only on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4F036DD7-6C24-4C48-8819-0528EB4199AC}"/>
              </a:ext>
            </a:extLst>
          </p:cNvPr>
          <p:cNvSpPr>
            <a:spLocks noGrp="1"/>
          </p:cNvSpPr>
          <p:nvPr>
            <p:ph type="dt" sz="half" idx="15"/>
          </p:nvPr>
        </p:nvSpPr>
        <p:spPr/>
        <p:txBody>
          <a:bodyPr/>
          <a:lstStyle/>
          <a:p>
            <a:fld id="{D08F46E6-1BE3-4FA3-8338-96313FADC74E}" type="datetime3">
              <a:rPr lang="en-GB" smtClean="0"/>
              <a:t>23 March, 2026</a:t>
            </a:fld>
            <a:endParaRPr lang="en-GB" dirty="0"/>
          </a:p>
        </p:txBody>
      </p:sp>
      <p:sp>
        <p:nvSpPr>
          <p:cNvPr id="3" name="Footer Placeholder 2">
            <a:extLst>
              <a:ext uri="{FF2B5EF4-FFF2-40B4-BE49-F238E27FC236}">
                <a16:creationId xmlns:a16="http://schemas.microsoft.com/office/drawing/2014/main" id="{E1DD7F54-AB07-4D01-8C64-F9B2421FB58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278BF20-C1BE-48D3-9C5C-34133B97162E}"/>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501519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21 - Header only on blue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0" name="Date Placeholder 9">
            <a:extLst>
              <a:ext uri="{FF2B5EF4-FFF2-40B4-BE49-F238E27FC236}">
                <a16:creationId xmlns:a16="http://schemas.microsoft.com/office/drawing/2014/main" id="{DC92D004-45D9-4900-8B3A-20D7F802DA48}"/>
              </a:ext>
            </a:extLst>
          </p:cNvPr>
          <p:cNvSpPr>
            <a:spLocks noGrp="1"/>
          </p:cNvSpPr>
          <p:nvPr>
            <p:ph type="dt" sz="half" idx="15"/>
          </p:nvPr>
        </p:nvSpPr>
        <p:spPr/>
        <p:txBody>
          <a:bodyPr/>
          <a:lstStyle/>
          <a:p>
            <a:fld id="{1F9DED0E-F0AB-492A-8952-1203CB654487}" type="datetime3">
              <a:rPr lang="en-GB" smtClean="0"/>
              <a:t>23 March, 2026</a:t>
            </a:fld>
            <a:endParaRPr lang="en-GB" dirty="0"/>
          </a:p>
        </p:txBody>
      </p:sp>
      <p:sp>
        <p:nvSpPr>
          <p:cNvPr id="11" name="Footer Placeholder 10">
            <a:extLst>
              <a:ext uri="{FF2B5EF4-FFF2-40B4-BE49-F238E27FC236}">
                <a16:creationId xmlns:a16="http://schemas.microsoft.com/office/drawing/2014/main" id="{9C86CA62-BFDB-4F87-A424-F5D90D166B85}"/>
              </a:ext>
            </a:extLst>
          </p:cNvPr>
          <p:cNvSpPr>
            <a:spLocks noGrp="1"/>
          </p:cNvSpPr>
          <p:nvPr>
            <p:ph type="ftr" sz="quarter" idx="16"/>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2A9C68DB-004F-43DA-AAFC-81794FB395D1}"/>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45310148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3.22 - Empty">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C717F548-098C-4A84-BAE0-B9AE7935B9DB}"/>
              </a:ext>
            </a:extLst>
          </p:cNvPr>
          <p:cNvSpPr>
            <a:spLocks noGrp="1"/>
          </p:cNvSpPr>
          <p:nvPr>
            <p:ph type="dt" sz="half" idx="10"/>
          </p:nvPr>
        </p:nvSpPr>
        <p:spPr/>
        <p:txBody>
          <a:bodyPr/>
          <a:lstStyle/>
          <a:p>
            <a:fld id="{BBC98688-8316-4E08-99A7-4CF117E95DD2}" type="datetime3">
              <a:rPr lang="en-GB" smtClean="0"/>
              <a:t>23 March, 2026</a:t>
            </a:fld>
            <a:endParaRPr lang="en-GB" dirty="0"/>
          </a:p>
        </p:txBody>
      </p:sp>
      <p:sp>
        <p:nvSpPr>
          <p:cNvPr id="9" name="Footer Placeholder 8">
            <a:extLst>
              <a:ext uri="{FF2B5EF4-FFF2-40B4-BE49-F238E27FC236}">
                <a16:creationId xmlns:a16="http://schemas.microsoft.com/office/drawing/2014/main" id="{16A88127-32A8-4077-923D-55055EFBBF0E}"/>
              </a:ext>
            </a:extLst>
          </p:cNvPr>
          <p:cNvSpPr>
            <a:spLocks noGrp="1"/>
          </p:cNvSpPr>
          <p:nvPr>
            <p:ph type="ftr" sz="quarter" idx="11"/>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B70096FE-52E7-40F9-B9B2-A6ED5492C3FF}"/>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7068313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22 – Disclaimer">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1A2CA5C7-790A-4B5E-A7CB-5AC08A6DCD86}"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19" name="Rectangle 18">
            <a:extLst>
              <a:ext uri="{FF2B5EF4-FFF2-40B4-BE49-F238E27FC236}">
                <a16:creationId xmlns:a16="http://schemas.microsoft.com/office/drawing/2014/main" id="{A46DF209-4A08-4759-0FEE-12F6A6C0CE63}"/>
              </a:ext>
            </a:extLst>
          </p:cNvPr>
          <p:cNvSpPr/>
          <p:nvPr userDrawn="1"/>
        </p:nvSpPr>
        <p:spPr>
          <a:xfrm>
            <a:off x="454250" y="5763670"/>
            <a:ext cx="8972919" cy="1026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600"/>
              </a:spcBef>
            </a:pPr>
            <a:endParaRPr lang="en-GB" sz="1600" dirty="0"/>
          </a:p>
        </p:txBody>
      </p:sp>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49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ext Placeholder 10">
            <a:extLst>
              <a:ext uri="{FF2B5EF4-FFF2-40B4-BE49-F238E27FC236}">
                <a16:creationId xmlns:a16="http://schemas.microsoft.com/office/drawing/2014/main" id="{0701FCCB-E585-4202-BA47-9F2063D11576}"/>
              </a:ext>
            </a:extLst>
          </p:cNvPr>
          <p:cNvSpPr>
            <a:spLocks noGrp="1"/>
          </p:cNvSpPr>
          <p:nvPr>
            <p:ph type="body" sz="quarter" idx="17" hasCustomPrompt="1"/>
          </p:nvPr>
        </p:nvSpPr>
        <p:spPr>
          <a:xfrm>
            <a:off x="695325" y="1587731"/>
            <a:ext cx="8640675" cy="3073321"/>
          </a:xfrm>
        </p:spPr>
        <p:txBody>
          <a:bodyPr anchor="b" anchorCtr="0"/>
          <a:lstStyle>
            <a:lvl1pPr marL="0" indent="0">
              <a:buFontTx/>
              <a:buNone/>
              <a:defRPr sz="9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Placeholder for disclaimer text and/or Document ID. NOTE: Copyright and trademark information are already included below and do not need to be added again.</a:t>
            </a:r>
            <a:endParaRPr lang="en-GB" dirty="0"/>
          </a:p>
        </p:txBody>
      </p:sp>
      <p:sp>
        <p:nvSpPr>
          <p:cNvPr id="3" name="TextBox 7">
            <a:extLst>
              <a:ext uri="{FF2B5EF4-FFF2-40B4-BE49-F238E27FC236}">
                <a16:creationId xmlns:a16="http://schemas.microsoft.com/office/drawing/2014/main" id="{CBB298DC-3796-92A0-871A-1B22DBA13290}"/>
              </a:ext>
            </a:extLst>
          </p:cNvPr>
          <p:cNvSpPr txBox="1"/>
          <p:nvPr userDrawn="1"/>
        </p:nvSpPr>
        <p:spPr bwMode="gray">
          <a:xfrm>
            <a:off x="712204" y="6416589"/>
            <a:ext cx="6591598" cy="144000"/>
          </a:xfrm>
          <a:prstGeom prst="rect">
            <a:avLst/>
          </a:prstGeom>
        </p:spPr>
        <p:txBody>
          <a:bodyPr vert="horz" lIns="0" tIns="0" rIns="0" bIns="0" rtlCol="0" anchor="ctr" anchorCtr="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1"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GB"/>
              <a:t>© Getinge │ Getinge and                           are trademarks or registered trademarks of Getinge AB, its subsidiaries or affiliates. All rights reserved.</a:t>
            </a:r>
            <a:endParaRPr lang="en-GB" dirty="0"/>
          </a:p>
        </p:txBody>
      </p:sp>
      <p:sp>
        <p:nvSpPr>
          <p:cNvPr id="4" name="TextBox 3">
            <a:extLst>
              <a:ext uri="{FF2B5EF4-FFF2-40B4-BE49-F238E27FC236}">
                <a16:creationId xmlns:a16="http://schemas.microsoft.com/office/drawing/2014/main" id="{5785FAF3-B314-F8CA-9FD6-7174C31B3929}"/>
              </a:ext>
            </a:extLst>
          </p:cNvPr>
          <p:cNvSpPr txBox="1"/>
          <p:nvPr userDrawn="1"/>
        </p:nvSpPr>
        <p:spPr bwMode="gray">
          <a:xfrm>
            <a:off x="695326" y="5763159"/>
            <a:ext cx="8076142" cy="360852"/>
          </a:xfrm>
          <a:prstGeom prst="rect">
            <a:avLst/>
          </a:prstGeom>
        </p:spPr>
        <p:txBody>
          <a:bodyPr vert="horz" lIns="0" tIns="0" rIns="0" bIns="0" rtlCol="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en-US" sz="800" dirty="0"/>
              <a:t>With a firm belief that every person and community should have access to the best possible care, Getinge provides hospitals and life science institutions with products and solutions aiming to improve clinical results and optimize workflows. The offering includes products and solutions for intensive care, cardiovascular procedures, operating rooms, sterile reprocessing and life science. Getinge employs over 10,000 people worldwide and the products are sold in more than 135 countries.</a:t>
            </a:r>
            <a:endParaRPr lang="en-GB" sz="800" dirty="0"/>
          </a:p>
        </p:txBody>
      </p:sp>
      <p:sp>
        <p:nvSpPr>
          <p:cNvPr id="5" name="TextBox 4">
            <a:extLst>
              <a:ext uri="{FF2B5EF4-FFF2-40B4-BE49-F238E27FC236}">
                <a16:creationId xmlns:a16="http://schemas.microsoft.com/office/drawing/2014/main" id="{C44887AD-4885-F0DD-4DB6-917570EB3D3A}"/>
              </a:ext>
            </a:extLst>
          </p:cNvPr>
          <p:cNvSpPr txBox="1"/>
          <p:nvPr userDrawn="1"/>
        </p:nvSpPr>
        <p:spPr bwMode="gray">
          <a:xfrm>
            <a:off x="695325" y="5154989"/>
            <a:ext cx="10801349" cy="295466"/>
          </a:xfrm>
          <a:prstGeom prst="rect">
            <a:avLst/>
          </a:prstGeom>
        </p:spPr>
        <p:txBody>
          <a:bodyPr vert="horz" lIns="0" tIns="0" rIns="0" bIns="0" rtlCol="0">
            <a:noAutofit/>
          </a:bodyPr>
          <a:lstStyle>
            <a:lvl1pPr lvl="0" indent="0">
              <a:lnSpc>
                <a:spcPct val="120000"/>
              </a:lnSpc>
              <a:spcBef>
                <a:spcPts val="600"/>
              </a:spcBef>
              <a:buFont typeface="Arial" panose="020B0604020202020204" pitchFamily="34" charset="0"/>
              <a:buNone/>
              <a:defRPr sz="1600" b="1">
                <a:solidFill>
                  <a:schemeClr val="bg1"/>
                </a:solidFill>
              </a:defRPr>
            </a:lvl1pPr>
            <a:lvl2pPr marL="0" indent="0">
              <a:lnSpc>
                <a:spcPct val="120000"/>
              </a:lnSpc>
              <a:spcBef>
                <a:spcPts val="600"/>
              </a:spcBef>
              <a:buFont typeface="Arial" panose="020B0604020202020204" pitchFamily="34" charset="0"/>
              <a:buNone/>
              <a:defRPr sz="1600"/>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sz="1600" b="0">
                <a:solidFill>
                  <a:schemeClr val="tx2"/>
                </a:solidFill>
              </a:rPr>
              <a:t>www.getinge.com</a:t>
            </a:r>
            <a:endParaRPr lang="en-GB" sz="1600" b="0" dirty="0">
              <a:solidFill>
                <a:schemeClr val="tx2"/>
              </a:solidFill>
            </a:endParaRPr>
          </a:p>
        </p:txBody>
      </p:sp>
      <p:pic>
        <p:nvPicPr>
          <p:cNvPr id="6" name="Graphic 5">
            <a:extLst>
              <a:ext uri="{FF2B5EF4-FFF2-40B4-BE49-F238E27FC236}">
                <a16:creationId xmlns:a16="http://schemas.microsoft.com/office/drawing/2014/main" id="{A98FFAA4-7621-56BD-1A7D-7FE32EA557B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98530" y="6453939"/>
            <a:ext cx="676800" cy="100267"/>
          </a:xfrm>
          <a:prstGeom prst="rect">
            <a:avLst/>
          </a:prstGeom>
        </p:spPr>
      </p:pic>
    </p:spTree>
    <p:extLst>
      <p:ext uri="{BB962C8B-B14F-4D97-AF65-F5344CB8AC3E}">
        <p14:creationId xmlns:p14="http://schemas.microsoft.com/office/powerpoint/2010/main" val="184653432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2 - End logo on graphic">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8A13A591-4E4B-45F2-908E-4E1C3B5BC5F3}"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pic>
        <p:nvPicPr>
          <p:cNvPr id="4" name="Picture 3" descr="A picture containing background pattern&#10;&#10;Description automatically generated">
            <a:extLst>
              <a:ext uri="{FF2B5EF4-FFF2-40B4-BE49-F238E27FC236}">
                <a16:creationId xmlns:a16="http://schemas.microsoft.com/office/drawing/2014/main" id="{F8ED0573-BB28-48D5-B972-E6FBCD82B8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86197775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3 - End logo on blue">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6575CFC9-CF72-4FF1-A9D6-AA7E501F72D2}"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6" name="Rectangle 5">
            <a:extLst>
              <a:ext uri="{FF2B5EF4-FFF2-40B4-BE49-F238E27FC236}">
                <a16:creationId xmlns:a16="http://schemas.microsoft.com/office/drawing/2014/main" id="{7E817851-0F05-4A24-B522-B3546C11BA73}"/>
              </a:ext>
            </a:extLst>
          </p:cNvPr>
          <p:cNvSpPr>
            <a:spLocks/>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1200"/>
              </a:spcBef>
            </a:pPr>
            <a:endParaRPr lang="en-GB" sz="1600" dirty="0"/>
          </a:p>
        </p:txBody>
      </p:sp>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19407332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1 – Report for long text,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nchor="t" anchorCtr="0"/>
          <a:lstStyle>
            <a:lvl1pPr>
              <a:lnSpc>
                <a:spcPct val="100000"/>
              </a:lnSpc>
              <a:defRPr/>
            </a:lvl1pPr>
          </a:lstStyle>
          <a:p>
            <a:r>
              <a:rPr lang="en-GB" dirty="0"/>
              <a:t>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4F2DC977-4E24-4195-9D64-2EFEAF9D834B}" type="datetime3">
              <a:rPr lang="en-GB" smtClean="0"/>
              <a:t>23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5" name="Text Placeholder 4">
            <a:extLst>
              <a:ext uri="{FF2B5EF4-FFF2-40B4-BE49-F238E27FC236}">
                <a16:creationId xmlns:a16="http://schemas.microsoft.com/office/drawing/2014/main" id="{8B865DFC-4A96-44F1-7F55-FB08AA95A4BA}"/>
              </a:ext>
            </a:extLst>
          </p:cNvPr>
          <p:cNvSpPr>
            <a:spLocks noGrp="1"/>
          </p:cNvSpPr>
          <p:nvPr>
            <p:ph type="body" sz="quarter" idx="21"/>
          </p:nvPr>
        </p:nvSpPr>
        <p:spPr>
          <a:xfrm>
            <a:off x="695325" y="1249326"/>
            <a:ext cx="10801350" cy="4772062"/>
          </a:xfrm>
        </p:spPr>
        <p:txBody>
          <a:bodyPr numCol="2" spcCol="360000"/>
          <a:lstStyle>
            <a:lvl1pPr marL="0" indent="0">
              <a:buFontTx/>
              <a:buNone/>
              <a:defRPr sz="1000"/>
            </a:lvl1pPr>
            <a:lvl2pPr marL="153987" indent="0">
              <a:buNone/>
              <a:defRPr sz="1000"/>
            </a:lvl2pPr>
            <a:lvl3pPr marL="425450" indent="-136525">
              <a:defRPr sz="1000"/>
            </a:lvl3pPr>
            <a:lvl4pPr marL="425450" indent="-136525">
              <a:defRPr sz="1000"/>
            </a:lvl4pPr>
            <a:lvl5pPr marL="425450" indent="-136525">
              <a:defRPr sz="1000"/>
            </a:lvl5pPr>
          </a:lstStyle>
          <a:p>
            <a:pPr lvl="0"/>
            <a:r>
              <a:rPr lang="en-US"/>
              <a:t>Click to edit Master text styles</a:t>
            </a:r>
          </a:p>
        </p:txBody>
      </p:sp>
    </p:spTree>
    <p:extLst>
      <p:ext uri="{BB962C8B-B14F-4D97-AF65-F5344CB8AC3E}">
        <p14:creationId xmlns:p14="http://schemas.microsoft.com/office/powerpoint/2010/main" val="93352583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1BEFCB-1703-40D7-823E-D3D10D02B6E1}"/>
              </a:ext>
            </a:extLst>
          </p:cNvPr>
          <p:cNvSpPr>
            <a:spLocks noGrp="1"/>
          </p:cNvSpPr>
          <p:nvPr>
            <p:ph type="title"/>
          </p:nvPr>
        </p:nvSpPr>
        <p:spPr>
          <a:xfrm>
            <a:off x="696000" y="412225"/>
            <a:ext cx="10800000" cy="676800"/>
          </a:xfrm>
          <a:prstGeom prst="rect">
            <a:avLst/>
          </a:prstGeom>
        </p:spPr>
        <p:txBody>
          <a:bodyPr vert="horz" wrap="square"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FF1E75D1-892C-4CE0-8ADF-3BD83D62DA06}"/>
              </a:ext>
            </a:extLst>
          </p:cNvPr>
          <p:cNvSpPr>
            <a:spLocks noGrp="1"/>
          </p:cNvSpPr>
          <p:nvPr>
            <p:ph type="body" idx="1"/>
          </p:nvPr>
        </p:nvSpPr>
        <p:spPr>
          <a:xfrm>
            <a:off x="696000" y="1773238"/>
            <a:ext cx="8640000" cy="42481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lide Number Placeholder 5">
            <a:extLst>
              <a:ext uri="{FF2B5EF4-FFF2-40B4-BE49-F238E27FC236}">
                <a16:creationId xmlns:a16="http://schemas.microsoft.com/office/drawing/2014/main" id="{3AE92548-6F34-4BEB-9EEC-237F04117089}"/>
              </a:ext>
            </a:extLst>
          </p:cNvPr>
          <p:cNvSpPr>
            <a:spLocks noGrp="1"/>
          </p:cNvSpPr>
          <p:nvPr>
            <p:ph type="sldNum" sz="quarter" idx="4"/>
          </p:nvPr>
        </p:nvSpPr>
        <p:spPr>
          <a:xfrm>
            <a:off x="696000" y="6559200"/>
            <a:ext cx="8640000" cy="108000"/>
          </a:xfrm>
          <a:prstGeom prst="rect">
            <a:avLst/>
          </a:prstGeom>
        </p:spPr>
        <p:txBody>
          <a:bodyPr vert="horz" lIns="0" tIns="0" rIns="0" bIns="0" rtlCol="0" anchor="ctr"/>
          <a:lstStyle>
            <a:lvl1pPr algn="l">
              <a:defRPr sz="800">
                <a:solidFill>
                  <a:schemeClr val="tx1"/>
                </a:solidFill>
              </a:defRPr>
            </a:lvl1pPr>
          </a:lstStyle>
          <a:p>
            <a:r>
              <a:rPr lang="en-GB"/>
              <a:t>Page </a:t>
            </a:r>
            <a:fld id="{C2FE92B8-3297-49BF-866E-FDAA607BBC0B}" type="slidenum">
              <a:rPr lang="en-GB" smtClean="0"/>
              <a:pPr/>
              <a:t>‹#›</a:t>
            </a:fld>
            <a:endParaRPr lang="en-GB" dirty="0"/>
          </a:p>
        </p:txBody>
      </p:sp>
      <p:pic>
        <p:nvPicPr>
          <p:cNvPr id="9" name="Graphic 8">
            <a:extLst>
              <a:ext uri="{FF2B5EF4-FFF2-40B4-BE49-F238E27FC236}">
                <a16:creationId xmlns:a16="http://schemas.microsoft.com/office/drawing/2014/main" id="{500DC82A-268B-4885-A9AC-C6141D40A658}"/>
              </a:ext>
            </a:extLst>
          </p:cNvPr>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673500" y="6372000"/>
            <a:ext cx="1822500" cy="270000"/>
          </a:xfrm>
          <a:prstGeom prst="rect">
            <a:avLst/>
          </a:prstGeom>
        </p:spPr>
      </p:pic>
      <p:sp>
        <p:nvSpPr>
          <p:cNvPr id="4" name="Date Placeholder 3">
            <a:extLst>
              <a:ext uri="{FF2B5EF4-FFF2-40B4-BE49-F238E27FC236}">
                <a16:creationId xmlns:a16="http://schemas.microsoft.com/office/drawing/2014/main" id="{8725914E-FFAE-4B21-95D3-7621191EF0FF}"/>
              </a:ext>
            </a:extLst>
          </p:cNvPr>
          <p:cNvSpPr>
            <a:spLocks noGrp="1"/>
          </p:cNvSpPr>
          <p:nvPr>
            <p:ph type="dt" sz="half" idx="2"/>
          </p:nvPr>
        </p:nvSpPr>
        <p:spPr>
          <a:xfrm>
            <a:off x="696000" y="6256800"/>
            <a:ext cx="8640000" cy="108000"/>
          </a:xfrm>
          <a:prstGeom prst="rect">
            <a:avLst/>
          </a:prstGeom>
        </p:spPr>
        <p:txBody>
          <a:bodyPr vert="horz" lIns="0" tIns="0" rIns="0" bIns="0" rtlCol="0" anchor="ctr"/>
          <a:lstStyle>
            <a:lvl1pPr algn="l">
              <a:defRPr sz="800">
                <a:solidFill>
                  <a:schemeClr val="tx1"/>
                </a:solidFill>
              </a:defRPr>
            </a:lvl1pPr>
          </a:lstStyle>
          <a:p>
            <a:fld id="{C2F8EDA5-EB72-41BD-988D-61D35C89EC94}" type="datetime3">
              <a:rPr lang="en-GB" smtClean="0"/>
              <a:t>23 March, 2026</a:t>
            </a:fld>
            <a:endParaRPr lang="en-GB" dirty="0"/>
          </a:p>
        </p:txBody>
      </p:sp>
      <p:sp>
        <p:nvSpPr>
          <p:cNvPr id="5" name="Footer Placeholder 4">
            <a:extLst>
              <a:ext uri="{FF2B5EF4-FFF2-40B4-BE49-F238E27FC236}">
                <a16:creationId xmlns:a16="http://schemas.microsoft.com/office/drawing/2014/main" id="{BE22E0C0-BD49-4D7F-9769-374A393C029D}"/>
              </a:ext>
            </a:extLst>
          </p:cNvPr>
          <p:cNvSpPr>
            <a:spLocks noGrp="1"/>
          </p:cNvSpPr>
          <p:nvPr>
            <p:ph type="ftr" sz="quarter" idx="3"/>
          </p:nvPr>
        </p:nvSpPr>
        <p:spPr>
          <a:xfrm>
            <a:off x="696000" y="6408000"/>
            <a:ext cx="8640000" cy="108000"/>
          </a:xfrm>
          <a:prstGeom prst="rect">
            <a:avLst/>
          </a:prstGeom>
        </p:spPr>
        <p:txBody>
          <a:bodyPr vert="horz" lIns="0" tIns="0" rIns="0" bIns="0" rtlCol="0" anchor="ctr"/>
          <a:lstStyle>
            <a:lvl1pPr algn="l">
              <a:defRPr sz="800">
                <a:solidFill>
                  <a:schemeClr val="tx1"/>
                </a:solidFill>
              </a:defRPr>
            </a:lvl1pPr>
          </a:lstStyle>
          <a:p>
            <a:r>
              <a:rPr lang="en-GB"/>
              <a:t>Presentation name</a:t>
            </a:r>
            <a:endParaRPr lang="en-GB" dirty="0"/>
          </a:p>
        </p:txBody>
      </p:sp>
    </p:spTree>
    <p:extLst>
      <p:ext uri="{BB962C8B-B14F-4D97-AF65-F5344CB8AC3E}">
        <p14:creationId xmlns:p14="http://schemas.microsoft.com/office/powerpoint/2010/main" val="145451184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90" r:id="rId3"/>
    <p:sldLayoutId id="2147483651" r:id="rId4"/>
    <p:sldLayoutId id="2147483666" r:id="rId5"/>
    <p:sldLayoutId id="2147483650" r:id="rId6"/>
    <p:sldLayoutId id="2147483664" r:id="rId7"/>
    <p:sldLayoutId id="2147483663" r:id="rId8"/>
    <p:sldLayoutId id="2147483667" r:id="rId9"/>
    <p:sldLayoutId id="2147483668" r:id="rId10"/>
    <p:sldLayoutId id="2147483669" r:id="rId11"/>
    <p:sldLayoutId id="2147483670" r:id="rId12"/>
    <p:sldLayoutId id="2147483674" r:id="rId13"/>
    <p:sldLayoutId id="2147483675" r:id="rId14"/>
    <p:sldLayoutId id="2147483676" r:id="rId15"/>
    <p:sldLayoutId id="2147483677" r:id="rId16"/>
    <p:sldLayoutId id="2147483678" r:id="rId17"/>
    <p:sldLayoutId id="2147483679" r:id="rId18"/>
    <p:sldLayoutId id="2147483680" r:id="rId19"/>
    <p:sldLayoutId id="2147483671" r:id="rId20"/>
    <p:sldLayoutId id="2147483682" r:id="rId21"/>
    <p:sldLayoutId id="2147483685" r:id="rId22"/>
    <p:sldLayoutId id="2147483686" r:id="rId23"/>
    <p:sldLayoutId id="2147483672" r:id="rId24"/>
    <p:sldLayoutId id="2147483687" r:id="rId25"/>
    <p:sldLayoutId id="2147483673" r:id="rId26"/>
    <p:sldLayoutId id="2147483655" r:id="rId27"/>
    <p:sldLayoutId id="2147483693" r:id="rId28"/>
    <p:sldLayoutId id="2147483689" r:id="rId29"/>
    <p:sldLayoutId id="2147483691" r:id="rId30"/>
    <p:sldLayoutId id="2147483692" r:id="rId31"/>
  </p:sldLayoutIdLst>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146050" indent="-146050" algn="l" defTabSz="914400" rtl="0" eaLnBrk="1" latinLnBrk="0" hangingPunct="1">
        <a:lnSpc>
          <a:spcPct val="110000"/>
        </a:lnSpc>
        <a:spcBef>
          <a:spcPts val="600"/>
        </a:spcBef>
        <a:buFont typeface="Arial" panose="020B0604020202020204" pitchFamily="34" charset="0"/>
        <a:buChar char="•"/>
        <a:defRPr sz="1600" kern="1200">
          <a:solidFill>
            <a:schemeClr val="tx1"/>
          </a:solidFill>
          <a:latin typeface="+mn-lt"/>
          <a:ea typeface="+mn-ea"/>
          <a:cs typeface="+mn-cs"/>
        </a:defRPr>
      </a:lvl1pPr>
      <a:lvl2pPr marL="334963" indent="-180975"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2pPr>
      <a:lvl3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3pPr>
      <a:lvl4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4pPr>
      <a:lvl5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3840" userDrawn="1">
          <p15:clr>
            <a:srgbClr val="F26B43"/>
          </p15:clr>
        </p15:guide>
        <p15:guide id="3" pos="7242" userDrawn="1">
          <p15:clr>
            <a:srgbClr val="F26B43"/>
          </p15:clr>
        </p15:guide>
        <p15:guide id="4" orient="horz" pos="1117" userDrawn="1">
          <p15:clr>
            <a:srgbClr val="F26B43"/>
          </p15:clr>
        </p15:guide>
        <p15:guide id="5" orient="horz" pos="3793" userDrawn="1">
          <p15:clr>
            <a:srgbClr val="F26B43"/>
          </p15:clr>
        </p15:guide>
        <p15:guide id="6" orient="horz" pos="686" userDrawn="1">
          <p15:clr>
            <a:srgbClr val="F26B43"/>
          </p15:clr>
        </p15:guide>
        <p15:guide id="7" orient="horz" pos="38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1CFDC-0B5E-49ED-8E43-7F408FFBD7EF}"/>
              </a:ext>
            </a:extLst>
          </p:cNvPr>
          <p:cNvSpPr>
            <a:spLocks noGrp="1"/>
          </p:cNvSpPr>
          <p:nvPr>
            <p:ph type="ctrTitle"/>
          </p:nvPr>
        </p:nvSpPr>
        <p:spPr/>
        <p:txBody>
          <a:bodyPr/>
          <a:lstStyle/>
          <a:p>
            <a:r>
              <a:rPr lang="en-GB" dirty="0" err="1"/>
              <a:t>LundaLoggern</a:t>
            </a:r>
            <a:endParaRPr lang="en-GB" dirty="0"/>
          </a:p>
        </p:txBody>
      </p:sp>
      <p:sp>
        <p:nvSpPr>
          <p:cNvPr id="3" name="Subtitle 2">
            <a:extLst>
              <a:ext uri="{FF2B5EF4-FFF2-40B4-BE49-F238E27FC236}">
                <a16:creationId xmlns:a16="http://schemas.microsoft.com/office/drawing/2014/main" id="{DE2E746C-6F83-47C7-B534-B7C10E234DD7}"/>
              </a:ext>
            </a:extLst>
          </p:cNvPr>
          <p:cNvSpPr>
            <a:spLocks noGrp="1"/>
          </p:cNvSpPr>
          <p:nvPr>
            <p:ph type="subTitle" idx="1"/>
          </p:nvPr>
        </p:nvSpPr>
        <p:spPr/>
        <p:txBody>
          <a:bodyPr/>
          <a:lstStyle/>
          <a:p>
            <a:r>
              <a:rPr lang="en-GB"/>
              <a:t>En datalogger</a:t>
            </a:r>
            <a:endParaRPr lang="en-GB" dirty="0"/>
          </a:p>
        </p:txBody>
      </p:sp>
      <p:sp>
        <p:nvSpPr>
          <p:cNvPr id="4" name="Text Placeholder 3">
            <a:extLst>
              <a:ext uri="{FF2B5EF4-FFF2-40B4-BE49-F238E27FC236}">
                <a16:creationId xmlns:a16="http://schemas.microsoft.com/office/drawing/2014/main" id="{6353B284-8BB4-4513-9C98-65966503C636}"/>
              </a:ext>
            </a:extLst>
          </p:cNvPr>
          <p:cNvSpPr>
            <a:spLocks noGrp="1"/>
          </p:cNvSpPr>
          <p:nvPr>
            <p:ph type="body" sz="quarter" idx="13"/>
          </p:nvPr>
        </p:nvSpPr>
        <p:spPr/>
        <p:txBody>
          <a:bodyPr/>
          <a:lstStyle/>
          <a:p>
            <a:r>
              <a:rPr lang="en-GB" dirty="0"/>
              <a:t>Åke 2026-02-27</a:t>
            </a:r>
          </a:p>
        </p:txBody>
      </p:sp>
    </p:spTree>
    <p:extLst>
      <p:ext uri="{BB962C8B-B14F-4D97-AF65-F5344CB8AC3E}">
        <p14:creationId xmlns:p14="http://schemas.microsoft.com/office/powerpoint/2010/main" val="197200261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hand holding a device with a screen&#10;&#10;AI-generated content may be incorrect.">
            <a:extLst>
              <a:ext uri="{FF2B5EF4-FFF2-40B4-BE49-F238E27FC236}">
                <a16:creationId xmlns:a16="http://schemas.microsoft.com/office/drawing/2014/main" id="{0CACF70D-8500-C214-35B7-8F083982AD69}"/>
              </a:ext>
            </a:extLst>
          </p:cNvPr>
          <p:cNvPicPr>
            <a:picLocks noGrp="1" noChangeAspect="1"/>
          </p:cNvPicPr>
          <p:nvPr>
            <p:ph sz="quarter" idx="19"/>
          </p:nvPr>
        </p:nvPicPr>
        <p:blipFill>
          <a:blip r:embed="rId3">
            <a:extLst>
              <a:ext uri="{28A0092B-C50C-407E-A947-70E740481C1C}">
                <a14:useLocalDpi xmlns:a14="http://schemas.microsoft.com/office/drawing/2010/main" val="0"/>
              </a:ext>
            </a:extLst>
          </a:blip>
          <a:srcRect l="22662" t="32514" r="10342" b="23846"/>
          <a:stretch>
            <a:fillRect/>
          </a:stretch>
        </p:blipFill>
        <p:spPr>
          <a:xfrm>
            <a:off x="827902" y="1758926"/>
            <a:ext cx="4341609" cy="2121096"/>
          </a:xfrm>
        </p:spPr>
      </p:pic>
      <p:pic>
        <p:nvPicPr>
          <p:cNvPr id="9" name="Content Placeholder 8" descr="A blue symbol of a baby and lungs&#10;&#10;AI-generated content may be incorrect.">
            <a:extLst>
              <a:ext uri="{FF2B5EF4-FFF2-40B4-BE49-F238E27FC236}">
                <a16:creationId xmlns:a16="http://schemas.microsoft.com/office/drawing/2014/main" id="{FA38D36C-3E0E-AD71-AC43-C725C5CFB340}"/>
              </a:ext>
            </a:extLst>
          </p:cNvPr>
          <p:cNvPicPr>
            <a:picLocks noGrp="1" noChangeAspect="1"/>
          </p:cNvPicPr>
          <p:nvPr>
            <p:ph type="pic" sz="quarter" idx="15"/>
          </p:nvPr>
        </p:nvPicPr>
        <p:blipFill>
          <a:blip r:embed="rId4">
            <a:extLst>
              <a:ext uri="{28A0092B-C50C-407E-A947-70E740481C1C}">
                <a14:useLocalDpi xmlns:a14="http://schemas.microsoft.com/office/drawing/2010/main" val="0"/>
              </a:ext>
            </a:extLst>
          </a:blip>
          <a:srcRect l="9030" r="-1" b="-1"/>
          <a:stretch>
            <a:fillRect/>
          </a:stretch>
        </p:blipFill>
        <p:spPr>
          <a:xfrm>
            <a:off x="6938954" y="10"/>
            <a:ext cx="5253046" cy="5774480"/>
          </a:xfrm>
          <a:noFill/>
        </p:spPr>
      </p:pic>
      <p:sp>
        <p:nvSpPr>
          <p:cNvPr id="4" name="Title 3">
            <a:extLst>
              <a:ext uri="{FF2B5EF4-FFF2-40B4-BE49-F238E27FC236}">
                <a16:creationId xmlns:a16="http://schemas.microsoft.com/office/drawing/2014/main" id="{50CA56AD-2B8B-8453-A280-43F895C33231}"/>
              </a:ext>
            </a:extLst>
          </p:cNvPr>
          <p:cNvSpPr>
            <a:spLocks noGrp="1"/>
          </p:cNvSpPr>
          <p:nvPr>
            <p:ph type="title"/>
          </p:nvPr>
        </p:nvSpPr>
        <p:spPr>
          <a:xfrm>
            <a:off x="696000" y="412225"/>
            <a:ext cx="5220000" cy="676800"/>
          </a:xfrm>
        </p:spPr>
        <p:txBody>
          <a:bodyPr wrap="square" anchor="b">
            <a:normAutofit/>
          </a:bodyPr>
          <a:lstStyle/>
          <a:p>
            <a:r>
              <a:rPr lang="sv-SE" dirty="0" err="1"/>
              <a:t>LundaLoggern</a:t>
            </a:r>
            <a:endParaRPr lang="sv-SE" dirty="0"/>
          </a:p>
        </p:txBody>
      </p:sp>
      <p:sp>
        <p:nvSpPr>
          <p:cNvPr id="16" name="Text Placeholder 4">
            <a:extLst>
              <a:ext uri="{FF2B5EF4-FFF2-40B4-BE49-F238E27FC236}">
                <a16:creationId xmlns:a16="http://schemas.microsoft.com/office/drawing/2014/main" id="{72BFD0B2-EB1C-BF8B-7575-AC725BA46EF6}"/>
              </a:ext>
            </a:extLst>
          </p:cNvPr>
          <p:cNvSpPr>
            <a:spLocks noGrp="1"/>
          </p:cNvSpPr>
          <p:nvPr>
            <p:ph type="body" sz="quarter" idx="14"/>
          </p:nvPr>
        </p:nvSpPr>
        <p:spPr>
          <a:xfrm>
            <a:off x="695325" y="1091691"/>
            <a:ext cx="5220000" cy="345600"/>
          </a:xfrm>
        </p:spPr>
        <p:txBody>
          <a:bodyPr/>
          <a:lstStyle/>
          <a:p>
            <a:endParaRPr lang="en-US"/>
          </a:p>
        </p:txBody>
      </p:sp>
      <p:sp>
        <p:nvSpPr>
          <p:cNvPr id="18" name="Footer Placeholder 5">
            <a:extLst>
              <a:ext uri="{FF2B5EF4-FFF2-40B4-BE49-F238E27FC236}">
                <a16:creationId xmlns:a16="http://schemas.microsoft.com/office/drawing/2014/main" id="{CB6808DB-764D-E8FC-5DFD-AD0575E8833B}"/>
              </a:ext>
            </a:extLst>
          </p:cNvPr>
          <p:cNvSpPr>
            <a:spLocks noGrp="1"/>
          </p:cNvSpPr>
          <p:nvPr>
            <p:ph type="ftr" sz="quarter" idx="17"/>
          </p:nvPr>
        </p:nvSpPr>
        <p:spPr>
          <a:xfrm>
            <a:off x="696000" y="6408000"/>
            <a:ext cx="8640000" cy="108000"/>
          </a:xfrm>
        </p:spPr>
        <p:txBody>
          <a:bodyPr/>
          <a:lstStyle/>
          <a:p>
            <a:pPr>
              <a:spcAft>
                <a:spcPts val="600"/>
              </a:spcAft>
            </a:pPr>
            <a:r>
              <a:rPr lang="en-GB"/>
              <a:t>Presentation name</a:t>
            </a:r>
          </a:p>
        </p:txBody>
      </p:sp>
      <p:sp>
        <p:nvSpPr>
          <p:cNvPr id="7" name="Slide Number Placeholder 6">
            <a:extLst>
              <a:ext uri="{FF2B5EF4-FFF2-40B4-BE49-F238E27FC236}">
                <a16:creationId xmlns:a16="http://schemas.microsoft.com/office/drawing/2014/main" id="{9877CEF5-1A3F-62D0-1392-0D71EEAA830B}"/>
              </a:ext>
            </a:extLst>
          </p:cNvPr>
          <p:cNvSpPr>
            <a:spLocks noGrp="1"/>
          </p:cNvSpPr>
          <p:nvPr>
            <p:ph type="sldNum" sz="quarter" idx="18"/>
          </p:nvPr>
        </p:nvSpPr>
        <p:spPr>
          <a:xfrm>
            <a:off x="696000" y="6559200"/>
            <a:ext cx="8640000" cy="108000"/>
          </a:xfrm>
        </p:spPr>
        <p:txBody>
          <a:bodyPr anchor="ctr">
            <a:normAutofit/>
          </a:bodyPr>
          <a:lstStyle/>
          <a:p>
            <a:pPr>
              <a:spcAft>
                <a:spcPts val="600"/>
              </a:spcAft>
            </a:pPr>
            <a:r>
              <a:rPr lang="en-GB" sz="700"/>
              <a:t>Page </a:t>
            </a:r>
            <a:fld id="{C2FE92B8-3297-49BF-866E-FDAA607BBC0B}" type="slidenum">
              <a:rPr lang="en-GB" sz="700" smtClean="0"/>
              <a:pPr>
                <a:spcAft>
                  <a:spcPts val="600"/>
                </a:spcAft>
              </a:pPr>
              <a:t>2</a:t>
            </a:fld>
            <a:endParaRPr lang="en-GB" sz="700"/>
          </a:p>
        </p:txBody>
      </p:sp>
    </p:spTree>
    <p:extLst>
      <p:ext uri="{BB962C8B-B14F-4D97-AF65-F5344CB8AC3E}">
        <p14:creationId xmlns:p14="http://schemas.microsoft.com/office/powerpoint/2010/main" val="136455160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A8BFD-0482-EC5C-4E16-C2CE204129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2B1D4D-D34C-22AA-F91A-A5FE9ECE1E3B}"/>
              </a:ext>
            </a:extLst>
          </p:cNvPr>
          <p:cNvSpPr>
            <a:spLocks noGrp="1"/>
          </p:cNvSpPr>
          <p:nvPr>
            <p:ph type="title"/>
          </p:nvPr>
        </p:nvSpPr>
        <p:spPr/>
        <p:txBody>
          <a:bodyPr/>
          <a:lstStyle/>
          <a:p>
            <a:r>
              <a:rPr lang="sv-SE" dirty="0" err="1"/>
              <a:t>LundaLoggern</a:t>
            </a:r>
            <a:endParaRPr lang="sv-SE" dirty="0"/>
          </a:p>
        </p:txBody>
      </p:sp>
      <p:sp>
        <p:nvSpPr>
          <p:cNvPr id="5" name="Text Placeholder 4">
            <a:extLst>
              <a:ext uri="{FF2B5EF4-FFF2-40B4-BE49-F238E27FC236}">
                <a16:creationId xmlns:a16="http://schemas.microsoft.com/office/drawing/2014/main" id="{E1E5AC67-9499-96E8-7D7B-F8DE2C7D73B7}"/>
              </a:ext>
            </a:extLst>
          </p:cNvPr>
          <p:cNvSpPr>
            <a:spLocks noGrp="1"/>
          </p:cNvSpPr>
          <p:nvPr>
            <p:ph type="body" sz="quarter" idx="14"/>
          </p:nvPr>
        </p:nvSpPr>
        <p:spPr/>
        <p:txBody>
          <a:bodyPr/>
          <a:lstStyle/>
          <a:p>
            <a:endParaRPr lang="sv-SE"/>
          </a:p>
        </p:txBody>
      </p:sp>
      <p:sp>
        <p:nvSpPr>
          <p:cNvPr id="7" name="Slide Number Placeholder 6">
            <a:extLst>
              <a:ext uri="{FF2B5EF4-FFF2-40B4-BE49-F238E27FC236}">
                <a16:creationId xmlns:a16="http://schemas.microsoft.com/office/drawing/2014/main" id="{D7CBCBE6-18EE-52A8-6870-C14F028EAEA0}"/>
              </a:ext>
            </a:extLst>
          </p:cNvPr>
          <p:cNvSpPr>
            <a:spLocks noGrp="1"/>
          </p:cNvSpPr>
          <p:nvPr>
            <p:ph type="sldNum" sz="quarter" idx="18"/>
          </p:nvPr>
        </p:nvSpPr>
        <p:spPr/>
        <p:txBody>
          <a:bodyPr/>
          <a:lstStyle/>
          <a:p>
            <a:r>
              <a:rPr lang="en-GB"/>
              <a:t>Page </a:t>
            </a:r>
            <a:fld id="{C2FE92B8-3297-49BF-866E-FDAA607BBC0B}" type="slidenum">
              <a:rPr lang="en-GB" smtClean="0"/>
              <a:pPr/>
              <a:t>3</a:t>
            </a:fld>
            <a:endParaRPr lang="en-GB" dirty="0"/>
          </a:p>
        </p:txBody>
      </p:sp>
      <p:sp>
        <p:nvSpPr>
          <p:cNvPr id="10" name="Content Placeholder 9">
            <a:extLst>
              <a:ext uri="{FF2B5EF4-FFF2-40B4-BE49-F238E27FC236}">
                <a16:creationId xmlns:a16="http://schemas.microsoft.com/office/drawing/2014/main" id="{933E445A-D31A-1571-845C-D524084264DE}"/>
              </a:ext>
            </a:extLst>
          </p:cNvPr>
          <p:cNvSpPr>
            <a:spLocks noGrp="1"/>
          </p:cNvSpPr>
          <p:nvPr>
            <p:ph sz="quarter" idx="19"/>
          </p:nvPr>
        </p:nvSpPr>
        <p:spPr/>
        <p:txBody>
          <a:bodyPr/>
          <a:lstStyle/>
          <a:p>
            <a:endParaRPr lang="sv-SE"/>
          </a:p>
        </p:txBody>
      </p:sp>
      <p:pic>
        <p:nvPicPr>
          <p:cNvPr id="11" name="Content Placeholder 8" descr="A blue symbol of a baby and lungs&#10;&#10;AI-generated content may be incorrect.">
            <a:extLst>
              <a:ext uri="{FF2B5EF4-FFF2-40B4-BE49-F238E27FC236}">
                <a16:creationId xmlns:a16="http://schemas.microsoft.com/office/drawing/2014/main" id="{82257D6D-1486-A3EC-957B-854A49F13CE8}"/>
              </a:ext>
            </a:extLst>
          </p:cNvPr>
          <p:cNvPicPr>
            <a:picLocks noChangeAspect="1"/>
          </p:cNvPicPr>
          <p:nvPr/>
        </p:nvPicPr>
        <p:blipFill>
          <a:blip r:embed="rId3">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extLst>
      <p:ext uri="{BB962C8B-B14F-4D97-AF65-F5344CB8AC3E}">
        <p14:creationId xmlns:p14="http://schemas.microsoft.com/office/powerpoint/2010/main" val="31471559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636E17-2894-4FD1-B668-562EC1D6424D}"/>
              </a:ext>
            </a:extLst>
          </p:cNvPr>
          <p:cNvSpPr>
            <a:spLocks noGrp="1"/>
          </p:cNvSpPr>
          <p:nvPr>
            <p:ph type="ftr" sz="quarter" idx="19"/>
          </p:nvPr>
        </p:nvSpPr>
        <p:spPr/>
        <p:txBody>
          <a:bodyPr/>
          <a:lstStyle/>
          <a:p>
            <a:r>
              <a:rPr lang="en-GB"/>
              <a:t>Presentation name</a:t>
            </a:r>
            <a:endParaRPr lang="en-GB" dirty="0"/>
          </a:p>
        </p:txBody>
      </p:sp>
      <p:sp>
        <p:nvSpPr>
          <p:cNvPr id="4" name="Slide Number Placeholder 3">
            <a:extLst>
              <a:ext uri="{FF2B5EF4-FFF2-40B4-BE49-F238E27FC236}">
                <a16:creationId xmlns:a16="http://schemas.microsoft.com/office/drawing/2014/main" id="{469C2B7D-BEC9-4E9C-B92D-18F787838AB5}"/>
              </a:ext>
            </a:extLst>
          </p:cNvPr>
          <p:cNvSpPr>
            <a:spLocks noGrp="1"/>
          </p:cNvSpPr>
          <p:nvPr>
            <p:ph type="sldNum" sz="quarter" idx="20"/>
          </p:nvPr>
        </p:nvSpPr>
        <p:spPr/>
        <p:txBody>
          <a:bodyPr/>
          <a:lstStyle/>
          <a:p>
            <a:r>
              <a:rPr lang="en-GB"/>
              <a:t>Page </a:t>
            </a:r>
            <a:fld id="{C2FE92B8-3297-49BF-866E-FDAA607BBC0B}" type="slidenum">
              <a:rPr lang="en-GB" smtClean="0"/>
              <a:pPr/>
              <a:t>4</a:t>
            </a:fld>
            <a:endParaRPr lang="en-GB" dirty="0"/>
          </a:p>
        </p:txBody>
      </p:sp>
    </p:spTree>
    <p:extLst>
      <p:ext uri="{BB962C8B-B14F-4D97-AF65-F5344CB8AC3E}">
        <p14:creationId xmlns:p14="http://schemas.microsoft.com/office/powerpoint/2010/main" val="23259198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t>Each controller operates independently</a:t>
            </a:r>
          </a:p>
          <a:p>
            <a:r>
              <a:t>Handles non-linearities in sensors and actuators</a:t>
            </a:r>
          </a:p>
          <a:p>
            <a:r>
              <a:t>Provides fast, stable control loops (100–1000 Hz)</a:t>
            </a:r>
          </a:p>
          <a:p>
            <a:r>
              <a:t>No knowledge of breathing phases or ventilation modes</a:t>
            </a:r>
          </a:p>
          <a:p>
            <a:endParaRPr/>
          </a:p>
          <a:p>
            <a:r>
              <a:rPr b="1"/>
              <a:t>Responsibilities</a:t>
            </a:r>
          </a:p>
          <a:p>
            <a:pPr lvl="1"/>
            <a:r>
              <a:t>Sensor scaling and compensation</a:t>
            </a:r>
          </a:p>
          <a:p>
            <a:pPr lvl="1"/>
            <a:r>
              <a:t>Actuator linearization</a:t>
            </a:r>
          </a:p>
          <a:p>
            <a:pPr lvl="1"/>
            <a:r>
              <a:t>Setpoint tracking with PID (or more advanced) control</a:t>
            </a:r>
          </a:p>
        </p:txBody>
      </p:sp>
      <p:sp>
        <p:nvSpPr>
          <p:cNvPr id="3" name="Title 2"/>
          <p:cNvSpPr>
            <a:spLocks noGrp="1"/>
          </p:cNvSpPr>
          <p:nvPr>
            <p:ph type="title"/>
          </p:nvPr>
        </p:nvSpPr>
        <p:spPr/>
        <p:txBody>
          <a:bodyPr/>
          <a:lstStyle/>
          <a:p>
            <a:r>
              <a:t>Layer 1 – Characteristics</a:t>
            </a:r>
          </a:p>
        </p:txBody>
      </p:sp>
      <p:sp>
        <p:nvSpPr>
          <p:cNvPr id="4" name="Text Placeholder 3"/>
          <p:cNvSpPr>
            <a:spLocks noGrp="1"/>
          </p:cNvSpPr>
          <p:nvPr>
            <p:ph type="body" sz="quarter" idx="14"/>
          </p:nvPr>
        </p:nvSpPr>
        <p:spPr/>
        <p:txBody>
          <a:bodyPr/>
          <a:lstStyle/>
          <a:p>
            <a:r>
              <a:t>Fast, independent control loops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 2</a:t>
            </a:r>
          </a:p>
        </p:txBody>
      </p:sp>
      <p:sp>
        <p:nvSpPr>
          <p:cNvPr id="3" name="Text Placeholder 2"/>
          <p:cNvSpPr>
            <a:spLocks noGrp="1"/>
          </p:cNvSpPr>
          <p:nvPr>
            <p:ph type="body" idx="1"/>
          </p:nvPr>
        </p:nvSpPr>
        <p:spPr/>
        <p:txBody>
          <a:bodyPr/>
          <a:lstStyle/>
          <a:p>
            <a:r>
              <a:t>Low-Level Controller (LLC)</a:t>
            </a:r>
          </a:p>
          <a:p>
            <a:r>
              <a:t>Breathing Phase Control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LLC – Breathing Phase States</a:t>
            </a:r>
          </a:p>
        </p:txBody>
      </p:sp>
      <p:sp>
        <p:nvSpPr>
          <p:cNvPr id="3" name="Text Placeholder 2"/>
          <p:cNvSpPr>
            <a:spLocks noGrp="1"/>
          </p:cNvSpPr>
          <p:nvPr>
            <p:ph type="body" sz="quarter" idx="14"/>
          </p:nvPr>
        </p:nvSpPr>
        <p:spPr/>
        <p:txBody>
          <a:bodyPr/>
          <a:lstStyle/>
          <a:p>
            <a:r>
              <a:t>Two alternating states controlled by setpoints and triggers</a:t>
            </a:r>
          </a:p>
        </p:txBody>
      </p:sp>
      <p:sp>
        <p:nvSpPr>
          <p:cNvPr id="4" name="Content Placeholder 3"/>
          <p:cNvSpPr>
            <a:spLocks noGrp="1"/>
          </p:cNvSpPr>
          <p:nvPr>
            <p:ph sz="quarter" idx="19"/>
          </p:nvPr>
        </p:nvSpPr>
        <p:spPr/>
        <p:txBody>
          <a:bodyPr/>
          <a:lstStyle/>
          <a:p>
            <a:r>
              <a:rPr b="1"/>
              <a:t>Insufflation (Inspiration)</a:t>
            </a:r>
          </a:p>
          <a:p>
            <a:pPr lvl="1"/>
            <a:r>
              <a:t>Delivers pressure/flow to patient</a:t>
            </a:r>
          </a:p>
          <a:p>
            <a:pPr lvl="1"/>
            <a:r>
              <a:t>Controls gas via O₂ and Air flow controllers</a:t>
            </a:r>
          </a:p>
          <a:p>
            <a:pPr lvl="1"/>
            <a:r>
              <a:t>Maintains target inspiratory pressure</a:t>
            </a:r>
          </a:p>
          <a:p>
            <a:pPr lvl="1"/>
            <a:r>
              <a:t>Pressure limiting: reduces flow when pressure approaches limit</a:t>
            </a:r>
          </a:p>
        </p:txBody>
      </p:sp>
      <p:sp>
        <p:nvSpPr>
          <p:cNvPr id="5" name="Content Placeholder 4"/>
          <p:cNvSpPr>
            <a:spLocks noGrp="1"/>
          </p:cNvSpPr>
          <p:nvPr>
            <p:ph sz="quarter" idx="20"/>
          </p:nvPr>
        </p:nvSpPr>
        <p:spPr/>
        <p:txBody>
          <a:bodyPr/>
          <a:lstStyle/>
          <a:p>
            <a:r>
              <a:rPr b="1"/>
              <a:t>Exsufflation (Expiration)</a:t>
            </a:r>
          </a:p>
          <a:p>
            <a:pPr lvl="1"/>
            <a:r>
              <a:t>Releases pressure/flow from patient</a:t>
            </a:r>
          </a:p>
          <a:p>
            <a:pPr lvl="1"/>
            <a:r>
              <a:t>Controls expiratory valve for pressure release</a:t>
            </a:r>
          </a:p>
          <a:p>
            <a:pPr lvl="1"/>
            <a:r>
              <a:t>Maintains PEEP (baseline pressure)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t>FiO₂ – Fraction of inspired oxygen (0.21 – 1.0)</a:t>
            </a:r>
          </a:p>
          <a:p>
            <a:r>
              <a:t>Insufflation Pressure – Target during insufflation</a:t>
            </a:r>
          </a:p>
          <a:p>
            <a:r>
              <a:t>Pressure Limit – Maximum allowed airway pressure</a:t>
            </a:r>
          </a:p>
          <a:p>
            <a:r>
              <a:t>Exsufflation Pressure (PEEP) – Target during exsufflation</a:t>
            </a:r>
          </a:p>
          <a:p>
            <a:r>
              <a:t>Insufflation Flow – Target flow rate during insufflation</a:t>
            </a:r>
          </a:p>
          <a:p>
            <a:r>
              <a:t>Bias Flow – Continuous flow during exsufflation</a:t>
            </a:r>
          </a:p>
          <a:p>
            <a:r>
              <a:t>Max Inspiratory Flow – Maximum allowed inspiratory flow</a:t>
            </a:r>
          </a:p>
          <a:p>
            <a:r>
              <a:t>Flow Trigger Threshold – Detects patient effort (flow)</a:t>
            </a:r>
          </a:p>
          <a:p>
            <a:r>
              <a:t>Pressure Trigger Threshold – Detects patient effort (pressure)</a:t>
            </a:r>
          </a:p>
        </p:txBody>
      </p:sp>
      <p:sp>
        <p:nvSpPr>
          <p:cNvPr id="3" name="Title 2"/>
          <p:cNvSpPr>
            <a:spLocks noGrp="1"/>
          </p:cNvSpPr>
          <p:nvPr>
            <p:ph type="title"/>
          </p:nvPr>
        </p:nvSpPr>
        <p:spPr/>
        <p:txBody>
          <a:bodyPr/>
          <a:lstStyle/>
          <a:p>
            <a:r>
              <a:t>LLC – Parameters (Set by HLC)</a:t>
            </a:r>
          </a:p>
        </p:txBody>
      </p:sp>
      <p:sp>
        <p:nvSpPr>
          <p:cNvPr id="4" name="Text Placeholder 3"/>
          <p:cNvSpPr>
            <a:spLocks noGrp="1"/>
          </p:cNvSpPr>
          <p:nvPr>
            <p:ph type="body" sz="quarter" idx="14"/>
          </p:nvPr>
        </p:nvSpPr>
        <p:spPr/>
        <p:txBody>
          <a:bodyPr/>
          <a:lstStyle/>
          <a:p>
            <a:r>
              <a:t>All parameters written by HLC – no explicit commands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LLC – Transitions &amp; Communication</a:t>
            </a:r>
          </a:p>
        </p:txBody>
      </p:sp>
      <p:sp>
        <p:nvSpPr>
          <p:cNvPr id="3" name="Text Placeholder 2"/>
          <p:cNvSpPr>
            <a:spLocks noGrp="1"/>
          </p:cNvSpPr>
          <p:nvPr>
            <p:ph type="body" sz="quarter" idx="14"/>
          </p:nvPr>
        </p:nvSpPr>
        <p:spPr/>
        <p:txBody>
          <a:bodyPr/>
          <a:lstStyle/>
          <a:p>
            <a:r>
              <a:t>Purely reactive controller – no explicit commands from HLC</a:t>
            </a:r>
          </a:p>
        </p:txBody>
      </p:sp>
      <p:sp>
        <p:nvSpPr>
          <p:cNvPr id="4" name="Content Placeholder 3"/>
          <p:cNvSpPr>
            <a:spLocks noGrp="1"/>
          </p:cNvSpPr>
          <p:nvPr>
            <p:ph sz="quarter" idx="19"/>
          </p:nvPr>
        </p:nvSpPr>
        <p:spPr/>
        <p:txBody>
          <a:bodyPr/>
          <a:lstStyle/>
          <a:p>
            <a:r>
              <a:rPr b="1"/>
              <a:t>State Transitions</a:t>
            </a:r>
          </a:p>
          <a:p>
            <a:pPr lvl="1"/>
            <a:r>
              <a:rPr b="1"/>
              <a:t>Patient Effort Detection</a:t>
            </a:r>
          </a:p>
          <a:p>
            <a:pPr lvl="2"/>
            <a:r>
              <a:t>Monitors flow &amp; pressure vs trigger thresholds</a:t>
            </a:r>
          </a:p>
          <a:p>
            <a:pPr lvl="2"/>
            <a:r>
              <a:t>Inspiratory effort → triggers insufflation</a:t>
            </a:r>
          </a:p>
          <a:p>
            <a:pPr lvl="2"/>
            <a:r>
              <a:t>Expiratory effort → triggers exsufflation</a:t>
            </a:r>
          </a:p>
          <a:p>
            <a:pPr lvl="1"/>
            <a:r>
              <a:rPr b="1"/>
              <a:t>Setpoint-Induced Transitions</a:t>
            </a:r>
          </a:p>
          <a:p>
            <a:pPr lvl="2"/>
            <a:r>
              <a:t>HLC modifies setpoints → trigger criteria fulfilled</a:t>
            </a:r>
          </a:p>
          <a:p>
            <a:pPr lvl="2"/>
            <a:r>
              <a:t>Example: HLC sets PEEP=100 cmH₂O → LLC shifts to exsufflation</a:t>
            </a:r>
          </a:p>
        </p:txBody>
      </p:sp>
      <p:sp>
        <p:nvSpPr>
          <p:cNvPr id="5" name="Content Placeholder 4"/>
          <p:cNvSpPr>
            <a:spLocks noGrp="1"/>
          </p:cNvSpPr>
          <p:nvPr>
            <p:ph sz="quarter" idx="20"/>
          </p:nvPr>
        </p:nvSpPr>
        <p:spPr/>
        <p:txBody>
          <a:bodyPr/>
          <a:lstStyle/>
          <a:p>
            <a:r>
              <a:rPr b="1"/>
              <a:t>Signals to HLC</a:t>
            </a:r>
          </a:p>
          <a:p>
            <a:pPr lvl="1"/>
            <a:r>
              <a:t>State change events (insuff ↔ exsuff)</a:t>
            </a:r>
          </a:p>
          <a:p>
            <a:pPr lvl="1"/>
            <a:r>
              <a:t>Measured tidal volume (integrated flow)</a:t>
            </a:r>
          </a:p>
          <a:p>
            <a:pPr lvl="1"/>
            <a:r>
              <a:t>Pressure limit events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 3</a:t>
            </a:r>
          </a:p>
        </p:txBody>
      </p:sp>
      <p:sp>
        <p:nvSpPr>
          <p:cNvPr id="3" name="Text Placeholder 2"/>
          <p:cNvSpPr>
            <a:spLocks noGrp="1"/>
          </p:cNvSpPr>
          <p:nvPr>
            <p:ph type="body" idx="1"/>
          </p:nvPr>
        </p:nvSpPr>
        <p:spPr/>
        <p:txBody>
          <a:bodyPr/>
          <a:lstStyle/>
          <a:p>
            <a:r>
              <a:t>High-Level Controller (HLC)</a:t>
            </a:r>
          </a:p>
          <a:p>
            <a:r>
              <a:t>Ventilation Mode Control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HLC – 8-State Sequential Machine</a:t>
            </a:r>
          </a:p>
        </p:txBody>
      </p:sp>
      <p:sp>
        <p:nvSpPr>
          <p:cNvPr id="3" name="Text Placeholder 2"/>
          <p:cNvSpPr>
            <a:spLocks noGrp="1"/>
          </p:cNvSpPr>
          <p:nvPr>
            <p:ph type="body" sz="quarter" idx="14"/>
          </p:nvPr>
        </p:nvSpPr>
        <p:spPr/>
        <p:txBody>
          <a:bodyPr/>
          <a:lstStyle/>
          <a:p>
            <a:r>
              <a:t>Two phases × four states per phase</a:t>
            </a:r>
          </a:p>
        </p:txBody>
      </p:sp>
      <p:sp>
        <p:nvSpPr>
          <p:cNvPr id="4" name="Content Placeholder 3"/>
          <p:cNvSpPr>
            <a:spLocks noGrp="1"/>
          </p:cNvSpPr>
          <p:nvPr>
            <p:ph sz="quarter" idx="18"/>
          </p:nvPr>
        </p:nvSpPr>
        <p:spPr/>
        <p:txBody>
          <a:bodyPr/>
          <a:lstStyle/>
          <a:p>
            <a:r>
              <a:rPr b="1"/>
              <a:t>Inspiration Sequence</a:t>
            </a:r>
          </a:p>
          <a:p>
            <a:pPr lvl="1"/>
            <a:r>
              <a:t>1. Non-triggerable – Fixed inspiration, triggers ignored</a:t>
            </a:r>
          </a:p>
          <a:p>
            <a:pPr lvl="1"/>
            <a:r>
              <a:t>2. Support – Patient can trigger pressure support</a:t>
            </a:r>
          </a:p>
          <a:p>
            <a:pPr lvl="1"/>
            <a:r>
              <a:t>3. Synch – Patient-synchronized transition (default: 0)</a:t>
            </a:r>
          </a:p>
          <a:p>
            <a:pPr lvl="1"/>
            <a:r>
              <a:t>4. Pause – Inspiratory hold for plateau measurement</a:t>
            </a:r>
          </a:p>
          <a:p>
            <a:endParaRPr/>
          </a:p>
          <a:p>
            <a:r>
              <a:rPr b="1"/>
              <a:t>Expiration Sequence</a:t>
            </a:r>
          </a:p>
          <a:p>
            <a:pPr lvl="1"/>
            <a:r>
              <a:t>5. Non-triggerable – Fixed expiration, triggers ignored</a:t>
            </a:r>
          </a:p>
          <a:p>
            <a:pPr lvl="1"/>
            <a:r>
              <a:t>6. Support – Patient can trigger expiratory support (rare)</a:t>
            </a:r>
          </a:p>
          <a:p>
            <a:pPr lvl="1"/>
            <a:r>
              <a:t>7. Synch – Patient-synchronized transition (default: 0)</a:t>
            </a:r>
          </a:p>
          <a:p>
            <a:pPr lvl="1"/>
            <a:r>
              <a:t>8. Pause – Expiratory hold for measurements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1. Non-triggerable</a:t>
            </a:r>
          </a:p>
          <a:p>
            <a:pPr lvl="1"/>
            <a:r>
              <a:t>Delivers mandatory breath</a:t>
            </a:r>
          </a:p>
          <a:p>
            <a:pPr lvl="1"/>
            <a:r>
              <a:t>Patient triggers are ignored</a:t>
            </a:r>
          </a:p>
          <a:p>
            <a:pPr lvl="1"/>
            <a:r>
              <a:t>Duration set by timing parameters</a:t>
            </a:r>
          </a:p>
          <a:p>
            <a:r>
              <a:rPr b="1"/>
              <a:t>2. Support</a:t>
            </a:r>
          </a:p>
          <a:p>
            <a:pPr lvl="1"/>
            <a:r>
              <a:t>Patient can trigger additional inspiratory support pressure</a:t>
            </a:r>
          </a:p>
          <a:p>
            <a:pPr lvl="1"/>
            <a:r>
              <a:t>Allows patient to augment mechanical breath</a:t>
            </a:r>
          </a:p>
          <a:p>
            <a:r>
              <a:rPr b="1"/>
              <a:t>3. Synch (Synchronization)</a:t>
            </a:r>
          </a:p>
          <a:p>
            <a:pPr lvl="1"/>
            <a:r>
              <a:t>LLC exsufflation signal → HLC advances to Pause</a:t>
            </a:r>
          </a:p>
          <a:p>
            <a:pPr lvl="1"/>
            <a:r>
              <a:t>Allows patient to terminate inspiration</a:t>
            </a:r>
          </a:p>
          <a:p>
            <a:r>
              <a:rPr b="1"/>
              <a:t>4. Pause (Inspiratory Plateau)</a:t>
            </a:r>
          </a:p>
          <a:p>
            <a:pPr lvl="1"/>
            <a:r>
              <a:t>Holds delivered volume – no gas added or released</a:t>
            </a:r>
          </a:p>
          <a:p>
            <a:pPr lvl="1"/>
            <a:r>
              <a:t>Used for plateau pressure measurement</a:t>
            </a:r>
          </a:p>
        </p:txBody>
      </p:sp>
      <p:sp>
        <p:nvSpPr>
          <p:cNvPr id="3" name="Title 2"/>
          <p:cNvSpPr>
            <a:spLocks noGrp="1"/>
          </p:cNvSpPr>
          <p:nvPr>
            <p:ph type="title"/>
          </p:nvPr>
        </p:nvSpPr>
        <p:spPr/>
        <p:txBody>
          <a:bodyPr/>
          <a:lstStyle/>
          <a:p>
            <a:r>
              <a:t>HLC – Inspiration States</a:t>
            </a:r>
          </a:p>
        </p:txBody>
      </p:sp>
      <p:sp>
        <p:nvSpPr>
          <p:cNvPr id="4" name="Text Placeholder 3"/>
          <p:cNvSpPr>
            <a:spLocks noGrp="1"/>
          </p:cNvSpPr>
          <p:nvPr>
            <p:ph type="body" sz="quarter" idx="14"/>
          </p:nvPr>
        </p:nvSpPr>
        <p:spPr/>
        <p:txBody>
          <a:bodyPr/>
          <a:lstStyle/>
          <a:p>
            <a:r>
              <a:t>States 1–4 of the ventilation cycle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5. Non-triggerable</a:t>
            </a:r>
          </a:p>
          <a:p>
            <a:pPr lvl="1"/>
            <a:r>
              <a:t>Ensures minimum expiration time</a:t>
            </a:r>
          </a:p>
          <a:p>
            <a:pPr lvl="1"/>
            <a:r>
              <a:t>Patient triggers are ignored</a:t>
            </a:r>
          </a:p>
          <a:p>
            <a:r>
              <a:rPr b="1"/>
              <a:t>6. Support</a:t>
            </a:r>
          </a:p>
          <a:p>
            <a:pPr lvl="1"/>
            <a:r>
              <a:t>Patient can trigger expiratory support pressure</a:t>
            </a:r>
          </a:p>
          <a:p>
            <a:pPr lvl="1"/>
            <a:r>
              <a:t>Rare in typical ventilation modes</a:t>
            </a:r>
          </a:p>
          <a:p>
            <a:r>
              <a:rPr b="1"/>
              <a:t>7. Synch (Synchronization)</a:t>
            </a:r>
          </a:p>
          <a:p>
            <a:pPr lvl="1"/>
            <a:r>
              <a:t>LLC insufflation signal → HLC advances to Pause</a:t>
            </a:r>
          </a:p>
          <a:p>
            <a:pPr lvl="1"/>
            <a:r>
              <a:t>Allows patient to initiate next breath</a:t>
            </a:r>
          </a:p>
          <a:p>
            <a:r>
              <a:rPr b="1"/>
              <a:t>8. Pause (Expiratory)</a:t>
            </a:r>
          </a:p>
          <a:p>
            <a:pPr lvl="1"/>
            <a:r>
              <a:t>Maintains expiratory state</a:t>
            </a:r>
          </a:p>
          <a:p>
            <a:pPr lvl="1"/>
            <a:r>
              <a:t>Used for breath holds or measurements</a:t>
            </a:r>
          </a:p>
        </p:txBody>
      </p:sp>
      <p:sp>
        <p:nvSpPr>
          <p:cNvPr id="3" name="Title 2"/>
          <p:cNvSpPr>
            <a:spLocks noGrp="1"/>
          </p:cNvSpPr>
          <p:nvPr>
            <p:ph type="title"/>
          </p:nvPr>
        </p:nvSpPr>
        <p:spPr/>
        <p:txBody>
          <a:bodyPr/>
          <a:lstStyle/>
          <a:p>
            <a:r>
              <a:t>HLC – Expiration States</a:t>
            </a:r>
          </a:p>
        </p:txBody>
      </p:sp>
      <p:sp>
        <p:nvSpPr>
          <p:cNvPr id="4" name="Text Placeholder 3"/>
          <p:cNvSpPr>
            <a:spLocks noGrp="1"/>
          </p:cNvSpPr>
          <p:nvPr>
            <p:ph type="body" sz="quarter" idx="14"/>
          </p:nvPr>
        </p:nvSpPr>
        <p:spPr/>
        <p:txBody>
          <a:bodyPr/>
          <a:lstStyle/>
          <a:p>
            <a:r>
              <a:t>States 5–8 of the ventilation cycle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HLC – Transitions &amp; Timing</a:t>
            </a:r>
          </a:p>
        </p:txBody>
      </p:sp>
      <p:sp>
        <p:nvSpPr>
          <p:cNvPr id="3" name="Text Placeholder 2"/>
          <p:cNvSpPr>
            <a:spLocks noGrp="1"/>
          </p:cNvSpPr>
          <p:nvPr>
            <p:ph type="body" sz="quarter" idx="14"/>
          </p:nvPr>
        </p:nvSpPr>
        <p:spPr/>
        <p:txBody>
          <a:bodyPr/>
          <a:lstStyle/>
          <a:p>
            <a:r>
              <a:t>State advances by time, zero-duration skip, or patient sync</a:t>
            </a:r>
          </a:p>
        </p:txBody>
      </p:sp>
      <p:sp>
        <p:nvSpPr>
          <p:cNvPr id="4" name="Content Placeholder 3"/>
          <p:cNvSpPr>
            <a:spLocks noGrp="1"/>
          </p:cNvSpPr>
          <p:nvPr>
            <p:ph sz="quarter" idx="19"/>
          </p:nvPr>
        </p:nvSpPr>
        <p:spPr/>
        <p:txBody>
          <a:bodyPr/>
          <a:lstStyle/>
          <a:p>
            <a:r>
              <a:rPr b="1"/>
              <a:t>Transition Logic</a:t>
            </a:r>
          </a:p>
          <a:p>
            <a:pPr lvl="1"/>
            <a:r>
              <a:t>Time elapsed per configured duration</a:t>
            </a:r>
          </a:p>
          <a:p>
            <a:pPr lvl="1"/>
            <a:r>
              <a:t>Zero-duration states → immediately skipped</a:t>
            </a:r>
          </a:p>
          <a:p>
            <a:pPr lvl="1"/>
            <a:r>
              <a:t>Patient synchronization via LLC signals</a:t>
            </a:r>
          </a:p>
          <a:p>
            <a:pPr lvl="2"/>
            <a:r>
              <a:t>Insp Synch: LLC exsuff → advance</a:t>
            </a:r>
          </a:p>
          <a:p>
            <a:pPr lvl="2"/>
            <a:r>
              <a:t>Exp Synch: LLC insuff → advance</a:t>
            </a:r>
          </a:p>
        </p:txBody>
      </p:sp>
      <p:sp>
        <p:nvSpPr>
          <p:cNvPr id="5" name="Content Placeholder 4"/>
          <p:cNvSpPr>
            <a:spLocks noGrp="1"/>
          </p:cNvSpPr>
          <p:nvPr>
            <p:ph sz="quarter" idx="20"/>
          </p:nvPr>
        </p:nvSpPr>
        <p:spPr/>
        <p:txBody>
          <a:bodyPr/>
          <a:lstStyle/>
          <a:p>
            <a:r>
              <a:rPr b="1"/>
              <a:t>Timing Parameters</a:t>
            </a:r>
          </a:p>
          <a:p>
            <a:pPr lvl="1"/>
            <a:r>
              <a:t>Respiratory Rate (RR) → cycle = 60/RR s</a:t>
            </a:r>
          </a:p>
          <a:p>
            <a:pPr lvl="1"/>
            <a:r>
              <a:t>I:E Ratio → inspiration / expiration split</a:t>
            </a:r>
          </a:p>
          <a:p>
            <a:pPr lvl="1"/>
            <a:r>
              <a:t>Inspiratory Pause Fraction → pause time</a:t>
            </a:r>
          </a:p>
          <a:p>
            <a:pPr lvl="1"/>
            <a:r>
              <a:t>Active Insp. Time = Non-trig + Support + Synch</a:t>
            </a:r>
          </a:p>
          <a:p>
            <a:pPr lvl="2"/>
            <a:r>
              <a:t>(Pause excluded from Vt calculations)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Tidal Volume Control</a:t>
            </a:r>
          </a:p>
        </p:txBody>
      </p:sp>
      <p:sp>
        <p:nvSpPr>
          <p:cNvPr id="3" name="Text Placeholder 2"/>
          <p:cNvSpPr>
            <a:spLocks noGrp="1"/>
          </p:cNvSpPr>
          <p:nvPr>
            <p:ph type="body" sz="quarter" idx="14"/>
          </p:nvPr>
        </p:nvSpPr>
        <p:spPr/>
        <p:txBody>
          <a:bodyPr/>
          <a:lstStyle/>
          <a:p>
            <a:r>
              <a:t>Breath-to-breath adaptive control with pressure safety</a:t>
            </a:r>
          </a:p>
        </p:txBody>
      </p:sp>
      <p:sp>
        <p:nvSpPr>
          <p:cNvPr id="4" name="Content Placeholder 3"/>
          <p:cNvSpPr>
            <a:spLocks noGrp="1"/>
          </p:cNvSpPr>
          <p:nvPr>
            <p:ph sz="quarter" idx="18"/>
          </p:nvPr>
        </p:nvSpPr>
        <p:spPr/>
        <p:txBody>
          <a:bodyPr/>
          <a:lstStyle/>
          <a:p>
            <a:r>
              <a:rPr b="1"/>
              <a:t>Initial Flow Calculation</a:t>
            </a:r>
          </a:p>
          <a:p>
            <a:pPr lvl="1"/>
            <a:r>
              <a:t>Insufflation Flow = Vt / Active Inspiration Time</a:t>
            </a:r>
          </a:p>
          <a:p>
            <a:pPr lvl="1"/>
            <a:r>
              <a:t>Active Insp. Time = Time(Non-trig) + Time(Support) + Time(Synch)</a:t>
            </a:r>
          </a:p>
          <a:p>
            <a:endParaRPr/>
          </a:p>
          <a:p>
            <a:r>
              <a:rPr b="1"/>
              <a:t>Breath-to-Breath Adaptation</a:t>
            </a:r>
          </a:p>
          <a:p>
            <a:pPr lvl="1"/>
            <a:r>
              <a:t>At each inspi→expi transition:</a:t>
            </a:r>
          </a:p>
          <a:p>
            <a:pPr lvl="2"/>
            <a:r>
              <a:t>Measure actual Vt_measured</a:t>
            </a:r>
          </a:p>
          <a:p>
            <a:pPr lvl="2"/>
            <a:r>
              <a:t>Calculate ΔVt = Vt_target − Vt_measured</a:t>
            </a:r>
          </a:p>
          <a:p>
            <a:pPr lvl="2"/>
            <a:r>
              <a:t>Gradually adjust insufflation flow setpoint</a:t>
            </a:r>
          </a:p>
          <a:p>
            <a:pPr lvl="2"/>
            <a:r>
              <a:t>Prevents oscillations, compensates for compliance changes</a:t>
            </a:r>
          </a:p>
          <a:p>
            <a:endParaRPr/>
          </a:p>
          <a:p>
            <a:r>
              <a:rPr b="1"/>
              <a:t>Pressure-Limited Volume Control</a:t>
            </a:r>
          </a:p>
          <a:p>
            <a:pPr lvl="1"/>
            <a:r>
              <a:t>LLC pressure controllers auto-reduce flow near Pressure Limit</a:t>
            </a:r>
          </a:p>
          <a:p>
            <a:pPr lvl="1"/>
            <a:r>
              <a:t>Vt_measured &lt; Vt_target → volume sacrificed for safety</a:t>
            </a:r>
          </a:p>
          <a:p>
            <a:pPr lvl="1"/>
            <a:r>
              <a:t>Two modes: Volume-controlled  /  Pressure-limited volume-controlled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Inspiration Support State</a:t>
            </a:r>
          </a:p>
          <a:p>
            <a:pPr lvl="1"/>
            <a:r>
              <a:t>When patient trigger detected during Insp Support state:</a:t>
            </a:r>
          </a:p>
          <a:p>
            <a:pPr lvl="1"/>
            <a:r>
              <a:t>LLC Insuff Pressure = Inspiratory Pressure + Insp Support Pressure</a:t>
            </a:r>
          </a:p>
          <a:p>
            <a:pPr lvl="1"/>
            <a:r>
              <a:t>Provides additional pressure boost rewarding inspiratory effort</a:t>
            </a:r>
          </a:p>
          <a:p>
            <a:pPr lvl="1"/>
            <a:r>
              <a:t>Common in PSV (Pressure Support Ventilation) modes</a:t>
            </a:r>
          </a:p>
          <a:p>
            <a:endParaRPr/>
          </a:p>
          <a:p>
            <a:r>
              <a:rPr b="1"/>
              <a:t>Expiration Support State</a:t>
            </a:r>
          </a:p>
          <a:p>
            <a:pPr lvl="1"/>
            <a:r>
              <a:t>When patient trigger detected during Exp Support state:</a:t>
            </a:r>
          </a:p>
          <a:p>
            <a:pPr lvl="1"/>
            <a:r>
              <a:t>LLC Insuff Pressure = PEEP + Exp Support Pressure</a:t>
            </a:r>
          </a:p>
          <a:p>
            <a:pPr lvl="1"/>
            <a:r>
              <a:t>Less common – available for specific clinical scenarios</a:t>
            </a:r>
          </a:p>
        </p:txBody>
      </p:sp>
      <p:sp>
        <p:nvSpPr>
          <p:cNvPr id="3" name="Title 2"/>
          <p:cNvSpPr>
            <a:spLocks noGrp="1"/>
          </p:cNvSpPr>
          <p:nvPr>
            <p:ph type="title"/>
          </p:nvPr>
        </p:nvSpPr>
        <p:spPr/>
        <p:txBody>
          <a:bodyPr/>
          <a:lstStyle/>
          <a:p>
            <a:r>
              <a:t>Pressure Support Mechanism</a:t>
            </a:r>
          </a:p>
        </p:txBody>
      </p:sp>
      <p:sp>
        <p:nvSpPr>
          <p:cNvPr id="4" name="Text Placeholder 3"/>
          <p:cNvSpPr>
            <a:spLocks noGrp="1"/>
          </p:cNvSpPr>
          <p:nvPr>
            <p:ph type="body" sz="quarter" idx="14"/>
          </p:nvPr>
        </p:nvSpPr>
        <p:spPr/>
        <p:txBody>
          <a:bodyPr/>
          <a:lstStyle/>
          <a:p>
            <a:r>
              <a:t>Rewarding patient effort through pressure boosts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Inspiratory Pause Implementation</a:t>
            </a:r>
          </a:p>
        </p:txBody>
      </p:sp>
      <p:sp>
        <p:nvSpPr>
          <p:cNvPr id="3" name="Text Placeholder 2"/>
          <p:cNvSpPr>
            <a:spLocks noGrp="1"/>
          </p:cNvSpPr>
          <p:nvPr>
            <p:ph type="body" sz="quarter" idx="14"/>
          </p:nvPr>
        </p:nvSpPr>
        <p:spPr/>
        <p:txBody>
          <a:bodyPr/>
          <a:lstStyle/>
          <a:p>
            <a:r>
              <a:t>Elegant setpoint manipulation – no special pause logic in LLC</a:t>
            </a:r>
          </a:p>
        </p:txBody>
      </p:sp>
      <p:sp>
        <p:nvSpPr>
          <p:cNvPr id="4" name="Content Placeholder 3"/>
          <p:cNvSpPr>
            <a:spLocks noGrp="1"/>
          </p:cNvSpPr>
          <p:nvPr>
            <p:ph sz="quarter" idx="18"/>
          </p:nvPr>
        </p:nvSpPr>
        <p:spPr/>
        <p:txBody>
          <a:bodyPr/>
          <a:lstStyle/>
          <a:p>
            <a:r>
              <a:rPr b="1"/>
              <a:t>Purpose</a:t>
            </a:r>
          </a:p>
          <a:p>
            <a:pPr lvl="1"/>
            <a:r>
              <a:t>Hold delivered volume for plateau pressure measurement</a:t>
            </a:r>
          </a:p>
          <a:p>
            <a:pPr lvl="1"/>
            <a:r>
              <a:t>Assess static lung compliance</a:t>
            </a:r>
          </a:p>
          <a:p>
            <a:pPr lvl="1"/>
            <a:r>
              <a:t>Equilibrate airway and alveolar pressures</a:t>
            </a:r>
          </a:p>
          <a:p>
            <a:endParaRPr/>
          </a:p>
          <a:p>
            <a:r>
              <a:rPr b="1"/>
              <a:t>Mechanism (setpoint manipulation)</a:t>
            </a:r>
          </a:p>
          <a:p>
            <a:pPr lvl="1"/>
            <a:r>
              <a:t>Bias Flow → 0  (no gas added by insufflation controllers)</a:t>
            </a:r>
          </a:p>
          <a:p>
            <a:pPr lvl="1"/>
            <a:r>
              <a:t>PEEP setpoint → 100 cmH₂O  (forces LLC into exsufflation mode)</a:t>
            </a:r>
          </a:p>
          <a:p>
            <a:pPr lvl="1"/>
            <a:r>
              <a:t>Actual pressure ≪ 100 → expiratory valve stays closed</a:t>
            </a:r>
          </a:p>
          <a:p>
            <a:pPr lvl="1"/>
            <a:r>
              <a:t>Result: system is mechanically "locked"</a:t>
            </a:r>
          </a:p>
          <a:p>
            <a:pPr lvl="2"/>
            <a:r>
              <a:t>No gas flows in, no gas escapes</a:t>
            </a:r>
          </a:p>
          <a:p>
            <a:pPr lvl="2"/>
            <a:r>
              <a:t>Volume held constant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HLC controls LLC by:</a:t>
            </a:r>
          </a:p>
          <a:p>
            <a:pPr lvl="1"/>
            <a:r>
              <a:t>Setting insufflation pressure based on state &amp; triggers</a:t>
            </a:r>
          </a:p>
          <a:p>
            <a:pPr lvl="1"/>
            <a:r>
              <a:t>Setting pressure limit for safety</a:t>
            </a:r>
          </a:p>
          <a:p>
            <a:pPr lvl="1"/>
            <a:r>
              <a:t>Setting insufflation flow (Vt, timing, adaptation)</a:t>
            </a:r>
          </a:p>
          <a:p>
            <a:pPr lvl="1"/>
            <a:r>
              <a:t>Adjusting bias flow &amp; PEEP for pause phases</a:t>
            </a:r>
          </a:p>
          <a:p>
            <a:pPr lvl="1"/>
            <a:r>
              <a:t>Adjusting trigger thresholds per HLC state</a:t>
            </a:r>
          </a:p>
          <a:p>
            <a:endParaRPr/>
          </a:p>
          <a:p>
            <a:r>
              <a:rPr b="1"/>
              <a:t>State-Dependent Setpoints (key states)</a:t>
            </a:r>
          </a:p>
          <a:p>
            <a:pPr lvl="1"/>
            <a:r>
              <a:t>Insp Non-trig: Insp Pressure | Normal PEEP | Normal Bias</a:t>
            </a:r>
          </a:p>
          <a:p>
            <a:pPr lvl="1"/>
            <a:r>
              <a:t>Insp Support (triggered): Insp Press + Support | Normal PEEP</a:t>
            </a:r>
          </a:p>
          <a:p>
            <a:pPr lvl="1"/>
            <a:r>
              <a:t>Insp Pause: N/A | PEEP=100 cmH₂O | Bias=0</a:t>
            </a:r>
          </a:p>
          <a:p>
            <a:pPr lvl="1"/>
            <a:r>
              <a:t>Exp states: N/A or PEEP+Support | Normal PEEP | Normal Bias</a:t>
            </a:r>
          </a:p>
        </p:txBody>
      </p:sp>
      <p:sp>
        <p:nvSpPr>
          <p:cNvPr id="3" name="Title 2"/>
          <p:cNvSpPr>
            <a:spLocks noGrp="1"/>
          </p:cNvSpPr>
          <p:nvPr>
            <p:ph type="title"/>
          </p:nvPr>
        </p:nvSpPr>
        <p:spPr/>
        <p:txBody>
          <a:bodyPr/>
          <a:lstStyle/>
          <a:p>
            <a:r>
              <a:t>HLC – Indirect Control Philosophy</a:t>
            </a:r>
          </a:p>
        </p:txBody>
      </p:sp>
      <p:sp>
        <p:nvSpPr>
          <p:cNvPr id="4" name="Text Placeholder 3"/>
          <p:cNvSpPr>
            <a:spLocks noGrp="1"/>
          </p:cNvSpPr>
          <p:nvPr>
            <p:ph type="body" sz="quarter" idx="14"/>
          </p:nvPr>
        </p:nvSpPr>
        <p:spPr/>
        <p:txBody>
          <a:bodyPr/>
          <a:lstStyle/>
          <a:p>
            <a:r>
              <a:t>No explicit commands – only setpoint manipulation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Communication Between Layers</a:t>
            </a:r>
          </a:p>
        </p:txBody>
      </p:sp>
      <p:sp>
        <p:nvSpPr>
          <p:cNvPr id="3" name="Text Placeholder 2"/>
          <p:cNvSpPr>
            <a:spLocks noGrp="1"/>
          </p:cNvSpPr>
          <p:nvPr>
            <p:ph type="body" sz="quarter" idx="14"/>
          </p:nvPr>
        </p:nvSpPr>
        <p:spPr/>
        <p:txBody>
          <a:bodyPr/>
          <a:lstStyle/>
          <a:p>
            <a:r>
              <a:t>Clean interfaces with minimal coupling</a:t>
            </a:r>
          </a:p>
        </p:txBody>
      </p:sp>
      <p:sp>
        <p:nvSpPr>
          <p:cNvPr id="4" name="Content Placeholder 3"/>
          <p:cNvSpPr>
            <a:spLocks noGrp="1"/>
          </p:cNvSpPr>
          <p:nvPr>
            <p:ph sz="quarter" idx="18"/>
          </p:nvPr>
        </p:nvSpPr>
        <p:spPr/>
        <p:txBody>
          <a:bodyPr/>
          <a:lstStyle/>
          <a:p>
            <a:r>
              <a:rPr b="1"/>
              <a:t>HLC → LLC  (Setpoints)</a:t>
            </a:r>
          </a:p>
          <a:p>
            <a:pPr lvl="1"/>
            <a:r>
              <a:t>Pressure setpoints (insp, PEEP, limit)</a:t>
            </a:r>
          </a:p>
          <a:p>
            <a:pPr lvl="1"/>
            <a:r>
              <a:t>Flow setpoints (insufflation, bias, max insp)</a:t>
            </a:r>
          </a:p>
          <a:p>
            <a:pPr lvl="1"/>
            <a:r>
              <a:t>Trigger thresholds (flow &amp; pressure)</a:t>
            </a:r>
          </a:p>
          <a:p>
            <a:endParaRPr/>
          </a:p>
          <a:p>
            <a:r>
              <a:rPr b="1"/>
              <a:t>LLC → HLC  (Signals)</a:t>
            </a:r>
          </a:p>
          <a:p>
            <a:pPr lvl="1"/>
            <a:r>
              <a:t>State change events (insufflation ↔ exsufflation)</a:t>
            </a:r>
          </a:p>
          <a:p>
            <a:pPr lvl="1"/>
            <a:r>
              <a:t>Measured tidal volume (integrated flow)</a:t>
            </a:r>
          </a:p>
          <a:p>
            <a:pPr lvl="1"/>
            <a:r>
              <a:t>Pressure limit events</a:t>
            </a:r>
          </a:p>
          <a:p>
            <a:endParaRPr/>
          </a:p>
          <a:p>
            <a:r>
              <a:rPr b="1"/>
              <a:t>LLC → Layer 1  (Setpoints)</a:t>
            </a:r>
          </a:p>
          <a:p>
            <a:pPr lvl="1"/>
            <a:r>
              <a:t>Individual flow controller setpoints</a:t>
            </a:r>
          </a:p>
          <a:p>
            <a:pPr lvl="1"/>
            <a:r>
              <a:t>Expiratory valve pressure setpoint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Ventilation Modes</a:t>
            </a:r>
          </a:p>
        </p:txBody>
      </p:sp>
      <p:sp>
        <p:nvSpPr>
          <p:cNvPr id="3" name="Text Placeholder 2"/>
          <p:cNvSpPr>
            <a:spLocks noGrp="1"/>
          </p:cNvSpPr>
          <p:nvPr>
            <p:ph type="body" sz="quarter" idx="14"/>
          </p:nvPr>
        </p:nvSpPr>
        <p:spPr/>
        <p:txBody>
          <a:bodyPr/>
          <a:lstStyle/>
          <a:p>
            <a:r>
              <a:t>Various clinical modes via timing &amp; parameter configuration</a:t>
            </a:r>
          </a:p>
        </p:txBody>
      </p:sp>
      <p:sp>
        <p:nvSpPr>
          <p:cNvPr id="4" name="Content Placeholder 3"/>
          <p:cNvSpPr>
            <a:spLocks noGrp="1"/>
          </p:cNvSpPr>
          <p:nvPr>
            <p:ph sz="quarter" idx="19"/>
          </p:nvPr>
        </p:nvSpPr>
        <p:spPr/>
        <p:txBody>
          <a:bodyPr/>
          <a:lstStyle/>
          <a:p>
            <a:r>
              <a:rPr b="1"/>
              <a:t>Volume Control (VC)</a:t>
            </a:r>
          </a:p>
          <a:p>
            <a:pPr lvl="1"/>
            <a:r>
              <a:t>Insp Non-trig delivers full breath</a:t>
            </a:r>
          </a:p>
          <a:p>
            <a:pPr lvl="1"/>
            <a:r>
              <a:t>Support &amp; Synch skipped (time=0)</a:t>
            </a:r>
          </a:p>
          <a:p>
            <a:pPr lvl="1"/>
            <a:r>
              <a:t>Time-triggered, volume-cycled</a:t>
            </a:r>
          </a:p>
          <a:p>
            <a:endParaRPr/>
          </a:p>
          <a:p>
            <a:r>
              <a:rPr b="1"/>
              <a:t>Assist Control (AC)</a:t>
            </a:r>
          </a:p>
          <a:p>
            <a:pPr lvl="1"/>
            <a:r>
              <a:t>Backup mandatory breath timing</a:t>
            </a:r>
          </a:p>
          <a:p>
            <a:pPr lvl="1"/>
            <a:r>
              <a:t>Exp Synch active → patient triggering</a:t>
            </a:r>
          </a:p>
          <a:p>
            <a:pPr lvl="1"/>
            <a:r>
              <a:t>Full support on every breath</a:t>
            </a:r>
          </a:p>
        </p:txBody>
      </p:sp>
      <p:sp>
        <p:nvSpPr>
          <p:cNvPr id="5" name="Content Placeholder 4"/>
          <p:cNvSpPr>
            <a:spLocks noGrp="1"/>
          </p:cNvSpPr>
          <p:nvPr>
            <p:ph sz="quarter" idx="20"/>
          </p:nvPr>
        </p:nvSpPr>
        <p:spPr/>
        <p:txBody>
          <a:bodyPr/>
          <a:lstStyle/>
          <a:p>
            <a:r>
              <a:rPr b="1"/>
              <a:t>Pressure Support (PSV)</a:t>
            </a:r>
          </a:p>
          <a:p>
            <a:pPr lvl="1"/>
            <a:r>
              <a:t>Insp Support active with pressure</a:t>
            </a:r>
          </a:p>
          <a:p>
            <a:pPr lvl="1"/>
            <a:r>
              <a:t>Insp &amp; Exp Synch active</a:t>
            </a:r>
          </a:p>
          <a:p>
            <a:pPr lvl="1"/>
            <a:r>
              <a:t>Fully patient-triggered &amp; cycled</a:t>
            </a:r>
          </a:p>
          <a:p>
            <a:endParaRPr/>
          </a:p>
          <a:p>
            <a:r>
              <a:rPr b="1"/>
              <a:t>SIMV</a:t>
            </a:r>
          </a:p>
          <a:p>
            <a:pPr lvl="1"/>
            <a:r>
              <a:t>Mandatory (Non-trig) + Supported breaths</a:t>
            </a:r>
          </a:p>
          <a:p>
            <a:pPr lvl="1"/>
            <a:r>
              <a:t>Synch states coordinate with patient</a:t>
            </a:r>
          </a:p>
          <a:p>
            <a:pPr lvl="1"/>
            <a:r>
              <a:t>Combines mandatory &amp; spontaneous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Safety &amp; Design Advantages</a:t>
            </a:r>
          </a:p>
        </p:txBody>
      </p:sp>
      <p:sp>
        <p:nvSpPr>
          <p:cNvPr id="3" name="Text Placeholder 2"/>
          <p:cNvSpPr>
            <a:spLocks noGrp="1"/>
          </p:cNvSpPr>
          <p:nvPr>
            <p:ph type="body" sz="quarter" idx="14"/>
          </p:nvPr>
        </p:nvSpPr>
        <p:spPr/>
        <p:txBody>
          <a:bodyPr/>
          <a:lstStyle/>
          <a:p>
            <a:endParaRPr/>
          </a:p>
        </p:txBody>
      </p:sp>
      <p:sp>
        <p:nvSpPr>
          <p:cNvPr id="4" name="Content Placeholder 3"/>
          <p:cNvSpPr>
            <a:spLocks noGrp="1"/>
          </p:cNvSpPr>
          <p:nvPr>
            <p:ph sz="quarter" idx="19"/>
          </p:nvPr>
        </p:nvSpPr>
        <p:spPr/>
        <p:txBody>
          <a:bodyPr/>
          <a:lstStyle/>
          <a:p>
            <a:r>
              <a:rPr b="1"/>
              <a:t>Safety Considerations</a:t>
            </a:r>
          </a:p>
          <a:p>
            <a:pPr lvl="1"/>
            <a:r>
              <a:t>Pressure limiting always active (barotrauma prevention)</a:t>
            </a:r>
          </a:p>
          <a:p>
            <a:pPr lvl="1"/>
            <a:r>
              <a:t>Non-trig states ensure minimum ventilation</a:t>
            </a:r>
          </a:p>
          <a:p>
            <a:pPr lvl="1"/>
            <a:r>
              <a:t>Gradual adaptation prevents sudden volume changes</a:t>
            </a:r>
          </a:p>
          <a:p>
            <a:pPr lvl="1"/>
            <a:r>
              <a:t>Setpoint sanity checks in HLC</a:t>
            </a:r>
          </a:p>
          <a:p>
            <a:pPr lvl="1"/>
            <a:r>
              <a:t>Watchdog timers per state</a:t>
            </a:r>
          </a:p>
        </p:txBody>
      </p:sp>
      <p:sp>
        <p:nvSpPr>
          <p:cNvPr id="5" name="Content Placeholder 4"/>
          <p:cNvSpPr>
            <a:spLocks noGrp="1"/>
          </p:cNvSpPr>
          <p:nvPr>
            <p:ph sz="quarter" idx="20"/>
          </p:nvPr>
        </p:nvSpPr>
        <p:spPr/>
        <p:txBody>
          <a:bodyPr/>
          <a:lstStyle/>
          <a:p>
            <a:r>
              <a:rPr b="1"/>
              <a:t>Design Advantages</a:t>
            </a:r>
          </a:p>
          <a:p>
            <a:pPr lvl="1"/>
            <a:r>
              <a:t>Modularity – clear layer responsibilities</a:t>
            </a:r>
          </a:p>
          <a:p>
            <a:pPr lvl="1"/>
            <a:r>
              <a:t>No direct commands – reduced coupling</a:t>
            </a:r>
          </a:p>
          <a:p>
            <a:pPr lvl="1"/>
            <a:r>
              <a:t>Extensibility – new modes via config only</a:t>
            </a:r>
          </a:p>
          <a:p>
            <a:pPr lvl="1"/>
            <a:r>
              <a:t>Patient synchronization built-in</a:t>
            </a:r>
          </a:p>
          <a:p>
            <a:pPr lvl="1"/>
            <a:r>
              <a:t>Breath-to-breath adaptability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Execution Rates</a:t>
            </a:r>
          </a:p>
          <a:p>
            <a:pPr lvl="1"/>
            <a:r>
              <a:t>Layer 1 PID loops: 100 – 1000 Hz</a:t>
            </a:r>
          </a:p>
          <a:p>
            <a:pPr lvl="1"/>
            <a:r>
              <a:t>LLC: event-driven architecture</a:t>
            </a:r>
          </a:p>
          <a:p>
            <a:pPr lvl="1"/>
            <a:r>
              <a:t>HLC: fixed time base (10 – 50 Hz)</a:t>
            </a:r>
          </a:p>
          <a:p>
            <a:endParaRPr/>
          </a:p>
          <a:p>
            <a:r>
              <a:rPr b="1"/>
              <a:t>Parameter Updates</a:t>
            </a:r>
          </a:p>
          <a:p>
            <a:pPr lvl="1"/>
            <a:r>
              <a:t>Validate all parameter changes before applying</a:t>
            </a:r>
          </a:p>
          <a:p>
            <a:pPr lvl="1"/>
            <a:r>
              <a:t>Rate-limit parameter changes to prevent instability</a:t>
            </a:r>
          </a:p>
          <a:p>
            <a:pPr lvl="1"/>
            <a:r>
              <a:t>Log all setpoint changes for debugging &amp; clinical review</a:t>
            </a:r>
          </a:p>
          <a:p>
            <a:endParaRPr/>
          </a:p>
          <a:p>
            <a:r>
              <a:rPr b="1"/>
              <a:t>Testing Strategy</a:t>
            </a:r>
          </a:p>
          <a:p>
            <a:pPr lvl="1"/>
            <a:r>
              <a:t>Test each layer independently first</a:t>
            </a:r>
          </a:p>
          <a:p>
            <a:pPr lvl="1"/>
            <a:r>
              <a:t>Verify LLC response to setpoint changes</a:t>
            </a:r>
          </a:p>
          <a:p>
            <a:pPr lvl="1"/>
            <a:r>
              <a:t>Verify HLC state sequences for all modes</a:t>
            </a:r>
          </a:p>
          <a:p>
            <a:pPr lvl="1"/>
            <a:r>
              <a:t>Patient simulator testing with varying compliance/resistance</a:t>
            </a:r>
          </a:p>
        </p:txBody>
      </p:sp>
      <p:sp>
        <p:nvSpPr>
          <p:cNvPr id="3" name="Title 2"/>
          <p:cNvSpPr>
            <a:spLocks noGrp="1"/>
          </p:cNvSpPr>
          <p:nvPr>
            <p:ph type="title"/>
          </p:nvPr>
        </p:nvSpPr>
        <p:spPr/>
        <p:txBody>
          <a:bodyPr/>
          <a:lstStyle/>
          <a:p>
            <a:r>
              <a:t>Implementation Notes</a:t>
            </a:r>
          </a:p>
        </p:txBody>
      </p:sp>
      <p:sp>
        <p:nvSpPr>
          <p:cNvPr id="4" name="Text Placeholder 3"/>
          <p:cNvSpPr>
            <a:spLocks noGrp="1"/>
          </p:cNvSpPr>
          <p:nvPr>
            <p:ph type="body" sz="quarter" idx="14"/>
          </p:nvPr>
        </p:nvSpPr>
        <p:spPr/>
        <p:txBody>
          <a:bodyPr/>
          <a:lstStyle/>
          <a:p>
            <a:r>
              <a:t>Practical considerations for system design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Office Theme">
  <a:themeElements>
    <a:clrScheme name="Getinge color 20230627">
      <a:dk1>
        <a:srgbClr val="595857"/>
      </a:dk1>
      <a:lt1>
        <a:srgbClr val="FFFFFF"/>
      </a:lt1>
      <a:dk2>
        <a:srgbClr val="18274A"/>
      </a:dk2>
      <a:lt2>
        <a:srgbClr val="E9E4E3"/>
      </a:lt2>
      <a:accent1>
        <a:srgbClr val="18274A"/>
      </a:accent1>
      <a:accent2>
        <a:srgbClr val="495A6B"/>
      </a:accent2>
      <a:accent3>
        <a:srgbClr val="31B7BC"/>
      </a:accent3>
      <a:accent4>
        <a:srgbClr val="ADE2E4"/>
      </a:accent4>
      <a:accent5>
        <a:srgbClr val="E9E4E3"/>
      </a:accent5>
      <a:accent6>
        <a:srgbClr val="D4CAC8"/>
      </a:accent6>
      <a:hlink>
        <a:srgbClr val="18274A"/>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l">
          <a:lnSpc>
            <a:spcPct val="110000"/>
          </a:lnSpc>
          <a:spcBef>
            <a:spcPts val="600"/>
          </a:spcBef>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10000"/>
          </a:lnSpc>
          <a:spcBef>
            <a:spcPts val="600"/>
          </a:spcBef>
          <a:defRPr sz="1600" dirty="0" err="1" smtClean="0"/>
        </a:defPPr>
      </a:lstStyle>
    </a:txDef>
  </a:objectDefaults>
  <a:extraClrSchemeLst/>
  <a:custClrLst>
    <a:custClr name="Getinge Snow">
      <a:srgbClr val="E9E4E3"/>
    </a:custClr>
    <a:custClr name="Getinge Oat">
      <a:srgbClr val="D4CAC8"/>
    </a:custClr>
    <a:custClr name="Getinge Clay">
      <a:srgbClr val="BFB1AC"/>
    </a:custClr>
    <a:custClr name="Getinge Cliff">
      <a:srgbClr val="8B7E79"/>
    </a:custClr>
    <a:custClr name="Getinge Granite">
      <a:srgbClr val="595857"/>
    </a:custClr>
    <a:custClr name="Getinge Midnight">
      <a:srgbClr val="495A6B"/>
    </a:custClr>
    <a:custClr name="Getinge Ocean">
      <a:srgbClr val="31B7BC"/>
    </a:custClr>
    <a:custClr name="Getinge Berry">
      <a:srgbClr val="E56B78"/>
    </a:custClr>
    <a:custClr name="Getinge Sun">
      <a:srgbClr val="F39200"/>
    </a:custClr>
    <a:custClr name="Getinge Grass">
      <a:srgbClr val="94B654"/>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70%">
      <a:srgbClr val="6FCDD0"/>
    </a:custClr>
    <a:custClr name="Getinge Berry 70%">
      <a:srgbClr val="ED98A0"/>
    </a:custClr>
    <a:custClr name="Getinge Sun 70%">
      <a:srgbClr val="F7B34D"/>
    </a:custClr>
    <a:custClr name="Getinge Grass 70%">
      <a:srgbClr val="B4CC87"/>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40%">
      <a:srgbClr val="ADE2E4"/>
    </a:custClr>
    <a:custClr name="Getinge Berry 40%">
      <a:srgbClr val="F5C4C9"/>
    </a:custClr>
    <a:custClr name="Getinge Sun 40%">
      <a:srgbClr val="FAD399"/>
    </a:custClr>
    <a:custClr name="Getinge Grass 40%">
      <a:srgbClr val="D4E2BB"/>
    </a:custClr>
  </a:custClrLst>
  <a:extLst>
    <a:ext uri="{05A4C25C-085E-4340-85A3-A5531E510DB2}">
      <thm15:themeFamily xmlns:thm15="http://schemas.microsoft.com/office/thememl/2012/main" name="Getinge_16x9_20230704.potx" id="{C86CB47C-12DD-411D-B716-BD5B725B22DE}" vid="{5D61A01D-CFC5-4E50-A534-7DB294354334}"/>
    </a:ext>
  </a:extLst>
</a:theme>
</file>

<file path=ppt/theme/theme2.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acc02a-c8f5-41c3-948c-9949a2c263bb">
      <Terms xmlns="http://schemas.microsoft.com/office/infopath/2007/PartnerControls"/>
    </lcf76f155ced4ddcb4097134ff3c332f>
    <TaxCatchAll xmlns="e2c5984c-8612-4132-ad6e-33699d3d83f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82B31DA8C6E342B9C55D122F8D03F3" ma:contentTypeVersion="19" ma:contentTypeDescription="Create a new document." ma:contentTypeScope="" ma:versionID="a7440640abb51b684a864ff054e46d73">
  <xsd:schema xmlns:xsd="http://www.w3.org/2001/XMLSchema" xmlns:xs="http://www.w3.org/2001/XMLSchema" xmlns:p="http://schemas.microsoft.com/office/2006/metadata/properties" xmlns:ns2="49acc02a-c8f5-41c3-948c-9949a2c263bb" xmlns:ns3="e2c5984c-8612-4132-ad6e-33699d3d83f1" targetNamespace="http://schemas.microsoft.com/office/2006/metadata/properties" ma:root="true" ma:fieldsID="e9e416d79cbbbb1f27ad9a403097787a" ns2:_="" ns3:_="">
    <xsd:import namespace="49acc02a-c8f5-41c3-948c-9949a2c263bb"/>
    <xsd:import namespace="e2c5984c-8612-4132-ad6e-33699d3d83f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acc02a-c8f5-41c3-948c-9949a2c26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905ff41-04b4-41da-a488-6cac68089d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2c5984c-8612-4132-ad6e-33699d3d83f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7a4c88b-5ca9-498b-85b6-88fcf62d23a6}" ma:internalName="TaxCatchAll" ma:showField="CatchAllData" ma:web="e2c5984c-8612-4132-ad6e-33699d3d83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A522438-5191-4B64-B3C4-3D5BBBC5FFE5}">
  <ds:schemaRefs>
    <ds:schemaRef ds:uri="http://schemas.microsoft.com/sharepoint/v3/contenttype/forms"/>
  </ds:schemaRefs>
</ds:datastoreItem>
</file>

<file path=customXml/itemProps2.xml><?xml version="1.0" encoding="utf-8"?>
<ds:datastoreItem xmlns:ds="http://schemas.openxmlformats.org/officeDocument/2006/customXml" ds:itemID="{5A52AD6F-2171-4581-BA6C-9F10DE797FA3}">
  <ds:schemaRefs>
    <ds:schemaRef ds:uri="http://schemas.microsoft.com/office/2006/metadata/properties"/>
    <ds:schemaRef ds:uri="http://schemas.microsoft.com/office/infopath/2007/PartnerControls"/>
    <ds:schemaRef ds:uri="49acc02a-c8f5-41c3-948c-9949a2c263bb"/>
    <ds:schemaRef ds:uri="e2c5984c-8612-4132-ad6e-33699d3d83f1"/>
  </ds:schemaRefs>
</ds:datastoreItem>
</file>

<file path=customXml/itemProps3.xml><?xml version="1.0" encoding="utf-8"?>
<ds:datastoreItem xmlns:ds="http://schemas.openxmlformats.org/officeDocument/2006/customXml" ds:itemID="{7CF209F1-FDE3-414D-8E5E-0A3C10AC04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acc02a-c8f5-41c3-948c-9949a2c263bb"/>
    <ds:schemaRef ds:uri="e2c5984c-8612-4132-ad6e-33699d3d83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Getinge 16-9</Template>
  <TotalTime>41020</TotalTime>
  <Words>1372</Words>
  <Application>Microsoft Office PowerPoint</Application>
  <PresentationFormat>Widescreen</PresentationFormat>
  <Paragraphs>245</Paragraphs>
  <Slides>23</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23</vt:i4>
      </vt:variant>
    </vt:vector>
  </HeadingPairs>
  <TitlesOfParts>
    <vt:vector size="25" baseType="lpstr">
      <vt:lpstr>Arial</vt:lpstr>
      <vt:lpstr>Office Theme</vt:lpstr>
      <vt:lpstr>LundaLoggern</vt:lpstr>
      <vt:lpstr>LundaLoggern</vt:lpstr>
      <vt:lpstr>LundaLoggern</vt:lpstr>
      <vt:lpstr>PowerPoint Presentation</vt:lpstr>
      <vt:lpstr>Layer 1 – Characteristics</vt:lpstr>
      <vt:lpstr>Layer 2</vt:lpstr>
      <vt:lpstr>LLC – Breathing Phase States</vt:lpstr>
      <vt:lpstr>LLC – Parameters (Set by HLC)</vt:lpstr>
      <vt:lpstr>LLC – Transitions &amp; Communication</vt:lpstr>
      <vt:lpstr>Layer 3</vt:lpstr>
      <vt:lpstr>HLC – 8-State Sequential Machine</vt:lpstr>
      <vt:lpstr>HLC – Inspiration States</vt:lpstr>
      <vt:lpstr>HLC – Expiration States</vt:lpstr>
      <vt:lpstr>HLC – Transitions &amp; Timing</vt:lpstr>
      <vt:lpstr>Tidal Volume Control</vt:lpstr>
      <vt:lpstr>Pressure Support Mechanism</vt:lpstr>
      <vt:lpstr>Inspiratory Pause Implementation</vt:lpstr>
      <vt:lpstr>HLC – Indirect Control Philosophy</vt:lpstr>
      <vt:lpstr>Communication Between Layers</vt:lpstr>
      <vt:lpstr>Example Ventilation Modes</vt:lpstr>
      <vt:lpstr>Safety &amp; Design Advantages</vt:lpstr>
      <vt:lpstr>Implementation Notes</vt:lpstr>
      <vt:lpstr>PowerPoint Presentation</vt:lpstr>
    </vt:vector>
  </TitlesOfParts>
  <Company>Getinge 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Through flow</dc:title>
  <dc:creator>Åke Larsson</dc:creator>
  <cp:lastModifiedBy>Åke Larsson</cp:lastModifiedBy>
  <cp:revision>14</cp:revision>
  <dcterms:created xsi:type="dcterms:W3CDTF">2025-10-13T07:16:28Z</dcterms:created>
  <dcterms:modified xsi:type="dcterms:W3CDTF">2026-03-23T17:45:14Z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0x0101000982B31DA8C6E342B9C55D122F8D03F3</vt:lpwstr>
  </property>
  <property fmtid="{D5CDD505-2E9C-101B-9397-08002B2CF9AE}" pid="3" name="MediaServiceImageTags">
    <vt:lpwstr/>
  </property>
</Properties>
</file>