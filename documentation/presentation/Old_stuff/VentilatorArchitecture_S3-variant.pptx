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0"/>
  </p:notesMasterIdLst>
  <p:handoutMasterIdLst>
    <p:handoutMasterId r:id="rId21"/>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C09CF5-6253-458E-9651-FED778A7C9EE}" v="71" dt="2026-03-02T07:27:13.1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64" autoAdjust="0"/>
    <p:restoredTop sz="74115" autoAdjust="0"/>
  </p:normalViewPr>
  <p:slideViewPr>
    <p:cSldViewPr snapToGrid="0" showGuides="1">
      <p:cViewPr varScale="1">
        <p:scale>
          <a:sx n="78" d="100"/>
          <a:sy n="78" d="100"/>
        </p:scale>
        <p:origin x="1200" y="90"/>
      </p:cViewPr>
      <p:guideLst>
        <p:guide orient="horz" pos="2160"/>
        <p:guide pos="3817"/>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117" d="100"/>
          <a:sy n="117" d="100"/>
        </p:scale>
        <p:origin x="3072"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Åke Larsson" userId="8ae1e830-93d6-48cf-9b1c-651031339b9e" providerId="ADAL" clId="{4A876104-3102-4C8D-AE95-BA33508000B9}"/>
    <pc:docChg chg="undo custSel addSld delSld modSld">
      <pc:chgData name="Åke Larsson" userId="8ae1e830-93d6-48cf-9b1c-651031339b9e" providerId="ADAL" clId="{4A876104-3102-4C8D-AE95-BA33508000B9}" dt="2026-03-04T07:56:19.858" v="209" actId="20577"/>
      <pc:docMkLst>
        <pc:docMk/>
      </pc:docMkLst>
      <pc:sldChg chg="addSp delSp modSp mod modClrScheme chgLayout">
        <pc:chgData name="Åke Larsson" userId="8ae1e830-93d6-48cf-9b1c-651031339b9e" providerId="ADAL" clId="{4A876104-3102-4C8D-AE95-BA33508000B9}" dt="2026-02-27T09:53:04.686" v="82" actId="478"/>
        <pc:sldMkLst>
          <pc:docMk/>
          <pc:sldMk cId="1972002611" sldId="256"/>
        </pc:sldMkLst>
        <pc:spChg chg="mod">
          <ac:chgData name="Åke Larsson" userId="8ae1e830-93d6-48cf-9b1c-651031339b9e" providerId="ADAL" clId="{4A876104-3102-4C8D-AE95-BA33508000B9}" dt="2026-02-27T09:52:58.640" v="81" actId="26606"/>
          <ac:spMkLst>
            <pc:docMk/>
            <pc:sldMk cId="1972002611" sldId="256"/>
            <ac:spMk id="2" creationId="{3541CFDC-0B5E-49ED-8E43-7F408FFBD7EF}"/>
          </ac:spMkLst>
        </pc:spChg>
        <pc:spChg chg="mod">
          <ac:chgData name="Åke Larsson" userId="8ae1e830-93d6-48cf-9b1c-651031339b9e" providerId="ADAL" clId="{4A876104-3102-4C8D-AE95-BA33508000B9}" dt="2026-02-27T09:52:58.640" v="81" actId="26606"/>
          <ac:spMkLst>
            <pc:docMk/>
            <pc:sldMk cId="1972002611" sldId="256"/>
            <ac:spMk id="3" creationId="{DE2E746C-6F83-47C7-B534-B7C10E234DD7}"/>
          </ac:spMkLst>
        </pc:spChg>
        <pc:spChg chg="mod ord">
          <ac:chgData name="Åke Larsson" userId="8ae1e830-93d6-48cf-9b1c-651031339b9e" providerId="ADAL" clId="{4A876104-3102-4C8D-AE95-BA33508000B9}" dt="2026-02-27T09:52:58.640" v="81" actId="26606"/>
          <ac:spMkLst>
            <pc:docMk/>
            <pc:sldMk cId="1972002611" sldId="256"/>
            <ac:spMk id="4" creationId="{6353B284-8BB4-4513-9C98-65966503C636}"/>
          </ac:spMkLst>
        </pc:spChg>
      </pc:sldChg>
      <pc:sldChg chg="del">
        <pc:chgData name="Åke Larsson" userId="8ae1e830-93d6-48cf-9b1c-651031339b9e" providerId="ADAL" clId="{4A876104-3102-4C8D-AE95-BA33508000B9}" dt="2026-02-27T09:51:01.169" v="0" actId="47"/>
        <pc:sldMkLst>
          <pc:docMk/>
          <pc:sldMk cId="2419880407" sldId="258"/>
        </pc:sldMkLst>
      </pc:sldChg>
      <pc:sldChg chg="del">
        <pc:chgData name="Åke Larsson" userId="8ae1e830-93d6-48cf-9b1c-651031339b9e" providerId="ADAL" clId="{4A876104-3102-4C8D-AE95-BA33508000B9}" dt="2026-02-27T09:52:16.085" v="63" actId="47"/>
        <pc:sldMkLst>
          <pc:docMk/>
          <pc:sldMk cId="2493197501" sldId="269"/>
        </pc:sldMkLst>
      </pc:sldChg>
      <pc:sldChg chg="del">
        <pc:chgData name="Åke Larsson" userId="8ae1e830-93d6-48cf-9b1c-651031339b9e" providerId="ADAL" clId="{4A876104-3102-4C8D-AE95-BA33508000B9}" dt="2026-02-27T09:51:01.169" v="0" actId="47"/>
        <pc:sldMkLst>
          <pc:docMk/>
          <pc:sldMk cId="502604115" sldId="270"/>
        </pc:sldMkLst>
      </pc:sldChg>
      <pc:sldChg chg="addSp delSp modSp new mod modClrScheme chgLayout">
        <pc:chgData name="Åke Larsson" userId="8ae1e830-93d6-48cf-9b1c-651031339b9e" providerId="ADAL" clId="{4A876104-3102-4C8D-AE95-BA33508000B9}" dt="2026-02-27T11:33:35.222" v="113" actId="1076"/>
        <pc:sldMkLst>
          <pc:docMk/>
          <pc:sldMk cId="1364551604" sldId="270"/>
        </pc:sldMkLst>
        <pc:spChg chg="mod">
          <ac:chgData name="Åke Larsson" userId="8ae1e830-93d6-48cf-9b1c-651031339b9e" providerId="ADAL" clId="{4A876104-3102-4C8D-AE95-BA33508000B9}" dt="2026-02-27T09:53:16.814" v="83" actId="26606"/>
          <ac:spMkLst>
            <pc:docMk/>
            <pc:sldMk cId="1364551604" sldId="270"/>
            <ac:spMk id="4" creationId="{50CA56AD-2B8B-8453-A280-43F895C33231}"/>
          </ac:spMkLst>
        </pc:spChg>
        <pc:spChg chg="mod">
          <ac:chgData name="Åke Larsson" userId="8ae1e830-93d6-48cf-9b1c-651031339b9e" providerId="ADAL" clId="{4A876104-3102-4C8D-AE95-BA33508000B9}" dt="2026-02-27T09:53:16.814" v="83" actId="26606"/>
          <ac:spMkLst>
            <pc:docMk/>
            <pc:sldMk cId="1364551604" sldId="270"/>
            <ac:spMk id="7" creationId="{9877CEF5-1A3F-62D0-1392-0D71EEAA830B}"/>
          </ac:spMkLst>
        </pc:spChg>
        <pc:spChg chg="add mod">
          <ac:chgData name="Åke Larsson" userId="8ae1e830-93d6-48cf-9b1c-651031339b9e" providerId="ADAL" clId="{4A876104-3102-4C8D-AE95-BA33508000B9}" dt="2026-02-27T09:53:16.814" v="83" actId="26606"/>
          <ac:spMkLst>
            <pc:docMk/>
            <pc:sldMk cId="1364551604" sldId="270"/>
            <ac:spMk id="16" creationId="{72BFD0B2-EB1C-BF8B-7575-AC725BA46EF6}"/>
          </ac:spMkLst>
        </pc:spChg>
        <pc:spChg chg="add mod">
          <ac:chgData name="Åke Larsson" userId="8ae1e830-93d6-48cf-9b1c-651031339b9e" providerId="ADAL" clId="{4A876104-3102-4C8D-AE95-BA33508000B9}" dt="2026-02-27T09:53:16.814" v="83" actId="26606"/>
          <ac:spMkLst>
            <pc:docMk/>
            <pc:sldMk cId="1364551604" sldId="270"/>
            <ac:spMk id="18" creationId="{CB6808DB-764D-E8FC-5DFD-AD0575E8833B}"/>
          </ac:spMkLst>
        </pc:spChg>
        <pc:picChg chg="add mod">
          <ac:chgData name="Åke Larsson" userId="8ae1e830-93d6-48cf-9b1c-651031339b9e" providerId="ADAL" clId="{4A876104-3102-4C8D-AE95-BA33508000B9}" dt="2026-02-27T09:53:16.814" v="83" actId="26606"/>
          <ac:picMkLst>
            <pc:docMk/>
            <pc:sldMk cId="1364551604" sldId="270"/>
            <ac:picMk id="9" creationId="{FA38D36C-3E0E-AD71-AC43-C725C5CFB340}"/>
          </ac:picMkLst>
        </pc:picChg>
        <pc:picChg chg="add mod">
          <ac:chgData name="Åke Larsson" userId="8ae1e830-93d6-48cf-9b1c-651031339b9e" providerId="ADAL" clId="{4A876104-3102-4C8D-AE95-BA33508000B9}" dt="2026-02-27T09:54:28.753" v="86" actId="962"/>
          <ac:picMkLst>
            <pc:docMk/>
            <pc:sldMk cId="1364551604" sldId="270"/>
            <ac:picMk id="11" creationId="{0CACF70D-8500-C214-35B7-8F083982AD69}"/>
          </ac:picMkLst>
        </pc:picChg>
        <pc:picChg chg="add mod">
          <ac:chgData name="Åke Larsson" userId="8ae1e830-93d6-48cf-9b1c-651031339b9e" providerId="ADAL" clId="{4A876104-3102-4C8D-AE95-BA33508000B9}" dt="2026-02-27T11:33:35.222" v="113" actId="1076"/>
          <ac:picMkLst>
            <pc:docMk/>
            <pc:sldMk cId="1364551604" sldId="270"/>
            <ac:picMk id="12" creationId="{1D657CAF-60F5-45C5-03C6-4F3C2C005B63}"/>
          </ac:picMkLst>
        </pc:picChg>
      </pc:sldChg>
      <pc:sldChg chg="addSp delSp modSp add mod">
        <pc:chgData name="Åke Larsson" userId="8ae1e830-93d6-48cf-9b1c-651031339b9e" providerId="ADAL" clId="{4A876104-3102-4C8D-AE95-BA33508000B9}" dt="2026-02-27T11:35:33.420" v="155" actId="20577"/>
        <pc:sldMkLst>
          <pc:docMk/>
          <pc:sldMk cId="314715599" sldId="271"/>
        </pc:sldMkLst>
        <pc:spChg chg="mod">
          <ac:chgData name="Åke Larsson" userId="8ae1e830-93d6-48cf-9b1c-651031339b9e" providerId="ADAL" clId="{4A876104-3102-4C8D-AE95-BA33508000B9}" dt="2026-02-27T11:35:33.420" v="155" actId="20577"/>
          <ac:spMkLst>
            <pc:docMk/>
            <pc:sldMk cId="314715599" sldId="271"/>
            <ac:spMk id="4" creationId="{722B1D4D-D34C-22AA-F91A-A5FE9ECE1E3B}"/>
          </ac:spMkLst>
        </pc:spChg>
        <pc:spChg chg="add mod">
          <ac:chgData name="Åke Larsson" userId="8ae1e830-93d6-48cf-9b1c-651031339b9e" providerId="ADAL" clId="{4A876104-3102-4C8D-AE95-BA33508000B9}" dt="2026-02-27T11:33:31.466" v="111" actId="21"/>
          <ac:spMkLst>
            <pc:docMk/>
            <pc:sldMk cId="314715599" sldId="271"/>
            <ac:spMk id="10" creationId="{933E445A-D31A-1571-845C-D524084264DE}"/>
          </ac:spMkLst>
        </pc:spChg>
        <pc:picChg chg="add mod">
          <ac:chgData name="Åke Larsson" userId="8ae1e830-93d6-48cf-9b1c-651031339b9e" providerId="ADAL" clId="{4A876104-3102-4C8D-AE95-BA33508000B9}" dt="2026-02-27T11:33:55.223" v="116" actId="1076"/>
          <ac:picMkLst>
            <pc:docMk/>
            <pc:sldMk cId="314715599" sldId="271"/>
            <ac:picMk id="11" creationId="{82257D6D-1486-A3EC-957B-854A49F13CE8}"/>
          </ac:picMkLst>
        </pc:picChg>
      </pc:sldChg>
      <pc:sldChg chg="del">
        <pc:chgData name="Åke Larsson" userId="8ae1e830-93d6-48cf-9b1c-651031339b9e" providerId="ADAL" clId="{4A876104-3102-4C8D-AE95-BA33508000B9}" dt="2026-02-27T09:51:01.169" v="0" actId="47"/>
        <pc:sldMkLst>
          <pc:docMk/>
          <pc:sldMk cId="1583643844" sldId="271"/>
        </pc:sldMkLst>
      </pc:sldChg>
      <pc:sldChg chg="modSp add modNotes">
        <pc:chgData name="Åke Larsson" userId="8ae1e830-93d6-48cf-9b1c-651031339b9e" providerId="ADAL" clId="{4A876104-3102-4C8D-AE95-BA33508000B9}" dt="2026-02-27T11:35:26.191" v="143"/>
        <pc:sldMkLst>
          <pc:docMk/>
          <pc:sldMk cId="563271231" sldId="272"/>
        </pc:sldMkLst>
        <pc:spChg chg="mod">
          <ac:chgData name="Åke Larsson" userId="8ae1e830-93d6-48cf-9b1c-651031339b9e" providerId="ADAL" clId="{4A876104-3102-4C8D-AE95-BA33508000B9}" dt="2026-02-27T11:35:26.191" v="143"/>
          <ac:spMkLst>
            <pc:docMk/>
            <pc:sldMk cId="563271231" sldId="272"/>
            <ac:spMk id="4" creationId="{FD5A2783-9F75-7010-F97D-B09F6EC8EEDA}"/>
          </ac:spMkLst>
        </pc:spChg>
      </pc:sldChg>
      <pc:sldChg chg="add del">
        <pc:chgData name="Åke Larsson" userId="8ae1e830-93d6-48cf-9b1c-651031339b9e" providerId="ADAL" clId="{4A876104-3102-4C8D-AE95-BA33508000B9}" dt="2026-02-27T11:34:36.335" v="125"/>
        <pc:sldMkLst>
          <pc:docMk/>
          <pc:sldMk cId="2471861686" sldId="272"/>
        </pc:sldMkLst>
      </pc:sldChg>
      <pc:sldChg chg="del">
        <pc:chgData name="Åke Larsson" userId="8ae1e830-93d6-48cf-9b1c-651031339b9e" providerId="ADAL" clId="{4A876104-3102-4C8D-AE95-BA33508000B9}" dt="2026-02-27T09:51:01.169" v="0" actId="47"/>
        <pc:sldMkLst>
          <pc:docMk/>
          <pc:sldMk cId="2595592812" sldId="272"/>
        </pc:sldMkLst>
      </pc:sldChg>
      <pc:sldChg chg="add del">
        <pc:chgData name="Åke Larsson" userId="8ae1e830-93d6-48cf-9b1c-651031339b9e" providerId="ADAL" clId="{4A876104-3102-4C8D-AE95-BA33508000B9}" dt="2026-02-27T11:34:04.199" v="117" actId="47"/>
        <pc:sldMkLst>
          <pc:docMk/>
          <pc:sldMk cId="3031368634" sldId="272"/>
        </pc:sldMkLst>
      </pc:sldChg>
      <pc:sldChg chg="add del">
        <pc:chgData name="Åke Larsson" userId="8ae1e830-93d6-48cf-9b1c-651031339b9e" providerId="ADAL" clId="{4A876104-3102-4C8D-AE95-BA33508000B9}" dt="2026-02-27T11:34:35.880" v="124"/>
        <pc:sldMkLst>
          <pc:docMk/>
          <pc:sldMk cId="51590319" sldId="273"/>
        </pc:sldMkLst>
      </pc:sldChg>
      <pc:sldChg chg="del">
        <pc:chgData name="Åke Larsson" userId="8ae1e830-93d6-48cf-9b1c-651031339b9e" providerId="ADAL" clId="{4A876104-3102-4C8D-AE95-BA33508000B9}" dt="2026-02-27T09:51:01.169" v="0" actId="47"/>
        <pc:sldMkLst>
          <pc:docMk/>
          <pc:sldMk cId="776360021" sldId="273"/>
        </pc:sldMkLst>
      </pc:sldChg>
      <pc:sldChg chg="add del">
        <pc:chgData name="Åke Larsson" userId="8ae1e830-93d6-48cf-9b1c-651031339b9e" providerId="ADAL" clId="{4A876104-3102-4C8D-AE95-BA33508000B9}" dt="2026-02-27T11:34:04.199" v="117" actId="47"/>
        <pc:sldMkLst>
          <pc:docMk/>
          <pc:sldMk cId="864880527" sldId="273"/>
        </pc:sldMkLst>
      </pc:sldChg>
      <pc:sldChg chg="modSp add mod modNotesTx">
        <pc:chgData name="Åke Larsson" userId="8ae1e830-93d6-48cf-9b1c-651031339b9e" providerId="ADAL" clId="{4A876104-3102-4C8D-AE95-BA33508000B9}" dt="2026-03-04T07:56:19.858" v="209" actId="20577"/>
        <pc:sldMkLst>
          <pc:docMk/>
          <pc:sldMk cId="2874622017" sldId="273"/>
        </pc:sldMkLst>
        <pc:spChg chg="mod">
          <ac:chgData name="Åke Larsson" userId="8ae1e830-93d6-48cf-9b1c-651031339b9e" providerId="ADAL" clId="{4A876104-3102-4C8D-AE95-BA33508000B9}" dt="2026-02-27T11:36:31.460" v="179" actId="20577"/>
          <ac:spMkLst>
            <pc:docMk/>
            <pc:sldMk cId="2874622017" sldId="273"/>
            <ac:spMk id="4" creationId="{AEF2BF10-CA3A-1CC1-8BA2-4A4973A1073F}"/>
          </ac:spMkLst>
        </pc:spChg>
      </pc:sldChg>
      <pc:sldChg chg="add del">
        <pc:chgData name="Åke Larsson" userId="8ae1e830-93d6-48cf-9b1c-651031339b9e" providerId="ADAL" clId="{4A876104-3102-4C8D-AE95-BA33508000B9}" dt="2026-02-27T11:34:04.199" v="117" actId="47"/>
        <pc:sldMkLst>
          <pc:docMk/>
          <pc:sldMk cId="328277959" sldId="274"/>
        </pc:sldMkLst>
      </pc:sldChg>
      <pc:sldChg chg="modSp add mod">
        <pc:chgData name="Åke Larsson" userId="8ae1e830-93d6-48cf-9b1c-651031339b9e" providerId="ADAL" clId="{4A876104-3102-4C8D-AE95-BA33508000B9}" dt="2026-02-27T11:36:59.893" v="196" actId="20577"/>
        <pc:sldMkLst>
          <pc:docMk/>
          <pc:sldMk cId="1037587882" sldId="274"/>
        </pc:sldMkLst>
        <pc:spChg chg="mod">
          <ac:chgData name="Åke Larsson" userId="8ae1e830-93d6-48cf-9b1c-651031339b9e" providerId="ADAL" clId="{4A876104-3102-4C8D-AE95-BA33508000B9}" dt="2026-02-27T11:36:59.893" v="196" actId="20577"/>
          <ac:spMkLst>
            <pc:docMk/>
            <pc:sldMk cId="1037587882" sldId="274"/>
            <ac:spMk id="4" creationId="{9F18AC12-4419-7929-BA53-8EDC07EA5ED5}"/>
          </ac:spMkLst>
        </pc:spChg>
      </pc:sldChg>
      <pc:sldChg chg="add del">
        <pc:chgData name="Åke Larsson" userId="8ae1e830-93d6-48cf-9b1c-651031339b9e" providerId="ADAL" clId="{4A876104-3102-4C8D-AE95-BA33508000B9}" dt="2026-02-27T11:34:35.623" v="123"/>
        <pc:sldMkLst>
          <pc:docMk/>
          <pc:sldMk cId="3886595959" sldId="274"/>
        </pc:sldMkLst>
      </pc:sldChg>
      <pc:sldChg chg="del">
        <pc:chgData name="Åke Larsson" userId="8ae1e830-93d6-48cf-9b1c-651031339b9e" providerId="ADAL" clId="{4A876104-3102-4C8D-AE95-BA33508000B9}" dt="2026-02-27T09:51:01.169" v="0" actId="47"/>
        <pc:sldMkLst>
          <pc:docMk/>
          <pc:sldMk cId="4220109276" sldId="274"/>
        </pc:sldMkLst>
      </pc:sldChg>
      <pc:sldChg chg="del">
        <pc:chgData name="Åke Larsson" userId="8ae1e830-93d6-48cf-9b1c-651031339b9e" providerId="ADAL" clId="{4A876104-3102-4C8D-AE95-BA33508000B9}" dt="2026-02-27T09:51:01.169" v="0" actId="47"/>
        <pc:sldMkLst>
          <pc:docMk/>
          <pc:sldMk cId="2093089229" sldId="275"/>
        </pc:sldMkLst>
      </pc:sldChg>
      <pc:sldChg chg="modSp add modNotes">
        <pc:chgData name="Åke Larsson" userId="8ae1e830-93d6-48cf-9b1c-651031339b9e" providerId="ADAL" clId="{4A876104-3102-4C8D-AE95-BA33508000B9}" dt="2026-03-02T07:24:15.241" v="197"/>
        <pc:sldMkLst>
          <pc:docMk/>
          <pc:sldMk cId="4176485835" sldId="275"/>
        </pc:sldMkLst>
        <pc:spChg chg="mod">
          <ac:chgData name="Åke Larsson" userId="8ae1e830-93d6-48cf-9b1c-651031339b9e" providerId="ADAL" clId="{4A876104-3102-4C8D-AE95-BA33508000B9}" dt="2026-03-02T07:24:15.241" v="197"/>
          <ac:spMkLst>
            <pc:docMk/>
            <pc:sldMk cId="4176485835" sldId="275"/>
            <ac:spMk id="4" creationId="{3F9BE514-0D0E-BF1A-5187-A73D94625541}"/>
          </ac:spMkLst>
        </pc:spChg>
      </pc:sldChg>
      <pc:sldChg chg="add del">
        <pc:chgData name="Åke Larsson" userId="8ae1e830-93d6-48cf-9b1c-651031339b9e" providerId="ADAL" clId="{4A876104-3102-4C8D-AE95-BA33508000B9}" dt="2026-02-27T11:34:35.424" v="122"/>
        <pc:sldMkLst>
          <pc:docMk/>
          <pc:sldMk cId="4217382958" sldId="275"/>
        </pc:sldMkLst>
      </pc:sldChg>
      <pc:sldChg chg="add del">
        <pc:chgData name="Åke Larsson" userId="8ae1e830-93d6-48cf-9b1c-651031339b9e" providerId="ADAL" clId="{4A876104-3102-4C8D-AE95-BA33508000B9}" dt="2026-02-27T11:34:04.199" v="117" actId="47"/>
        <pc:sldMkLst>
          <pc:docMk/>
          <pc:sldMk cId="4238414860" sldId="275"/>
        </pc:sldMkLst>
      </pc:sldChg>
      <pc:sldChg chg="add del">
        <pc:chgData name="Åke Larsson" userId="8ae1e830-93d6-48cf-9b1c-651031339b9e" providerId="ADAL" clId="{4A876104-3102-4C8D-AE95-BA33508000B9}" dt="2026-02-27T11:34:04.199" v="117" actId="47"/>
        <pc:sldMkLst>
          <pc:docMk/>
          <pc:sldMk cId="583674246" sldId="276"/>
        </pc:sldMkLst>
      </pc:sldChg>
      <pc:sldChg chg="del">
        <pc:chgData name="Åke Larsson" userId="8ae1e830-93d6-48cf-9b1c-651031339b9e" providerId="ADAL" clId="{4A876104-3102-4C8D-AE95-BA33508000B9}" dt="2026-02-27T09:51:01.169" v="0" actId="47"/>
        <pc:sldMkLst>
          <pc:docMk/>
          <pc:sldMk cId="2032591418" sldId="276"/>
        </pc:sldMkLst>
      </pc:sldChg>
      <pc:sldChg chg="modSp add mod modNotes">
        <pc:chgData name="Åke Larsson" userId="8ae1e830-93d6-48cf-9b1c-651031339b9e" providerId="ADAL" clId="{4A876104-3102-4C8D-AE95-BA33508000B9}" dt="2026-03-02T07:24:37.038" v="200" actId="20577"/>
        <pc:sldMkLst>
          <pc:docMk/>
          <pc:sldMk cId="2806732724" sldId="276"/>
        </pc:sldMkLst>
        <pc:spChg chg="mod">
          <ac:chgData name="Åke Larsson" userId="8ae1e830-93d6-48cf-9b1c-651031339b9e" providerId="ADAL" clId="{4A876104-3102-4C8D-AE95-BA33508000B9}" dt="2026-03-02T07:24:37.038" v="200" actId="20577"/>
          <ac:spMkLst>
            <pc:docMk/>
            <pc:sldMk cId="2806732724" sldId="276"/>
            <ac:spMk id="4" creationId="{CD6A231F-64A2-4B3F-BB36-2BD912DC0B8F}"/>
          </ac:spMkLst>
        </pc:spChg>
      </pc:sldChg>
      <pc:sldChg chg="modSp add modNotes">
        <pc:chgData name="Åke Larsson" userId="8ae1e830-93d6-48cf-9b1c-651031339b9e" providerId="ADAL" clId="{4A876104-3102-4C8D-AE95-BA33508000B9}" dt="2026-03-02T07:25:01.354" v="201"/>
        <pc:sldMkLst>
          <pc:docMk/>
          <pc:sldMk cId="1328483377" sldId="277"/>
        </pc:sldMkLst>
        <pc:spChg chg="mod">
          <ac:chgData name="Åke Larsson" userId="8ae1e830-93d6-48cf-9b1c-651031339b9e" providerId="ADAL" clId="{4A876104-3102-4C8D-AE95-BA33508000B9}" dt="2026-03-02T07:25:01.354" v="201"/>
          <ac:spMkLst>
            <pc:docMk/>
            <pc:sldMk cId="1328483377" sldId="277"/>
            <ac:spMk id="4" creationId="{5F8B2E2C-860A-D2BF-E413-94EFA20188A0}"/>
          </ac:spMkLst>
        </pc:spChg>
      </pc:sldChg>
      <pc:sldChg chg="del">
        <pc:chgData name="Åke Larsson" userId="8ae1e830-93d6-48cf-9b1c-651031339b9e" providerId="ADAL" clId="{4A876104-3102-4C8D-AE95-BA33508000B9}" dt="2026-02-27T09:51:01.169" v="0" actId="47"/>
        <pc:sldMkLst>
          <pc:docMk/>
          <pc:sldMk cId="2898110084" sldId="277"/>
        </pc:sldMkLst>
      </pc:sldChg>
      <pc:sldChg chg="add del">
        <pc:chgData name="Åke Larsson" userId="8ae1e830-93d6-48cf-9b1c-651031339b9e" providerId="ADAL" clId="{4A876104-3102-4C8D-AE95-BA33508000B9}" dt="2026-02-27T11:34:04.199" v="117" actId="47"/>
        <pc:sldMkLst>
          <pc:docMk/>
          <pc:sldMk cId="3797899887" sldId="277"/>
        </pc:sldMkLst>
      </pc:sldChg>
      <pc:sldChg chg="del">
        <pc:chgData name="Åke Larsson" userId="8ae1e830-93d6-48cf-9b1c-651031339b9e" providerId="ADAL" clId="{4A876104-3102-4C8D-AE95-BA33508000B9}" dt="2026-02-27T09:51:01.169" v="0" actId="47"/>
        <pc:sldMkLst>
          <pc:docMk/>
          <pc:sldMk cId="862786369" sldId="278"/>
        </pc:sldMkLst>
      </pc:sldChg>
      <pc:sldChg chg="add del">
        <pc:chgData name="Åke Larsson" userId="8ae1e830-93d6-48cf-9b1c-651031339b9e" providerId="ADAL" clId="{4A876104-3102-4C8D-AE95-BA33508000B9}" dt="2026-02-27T11:34:04.199" v="117" actId="47"/>
        <pc:sldMkLst>
          <pc:docMk/>
          <pc:sldMk cId="873930755" sldId="278"/>
        </pc:sldMkLst>
      </pc:sldChg>
      <pc:sldChg chg="modSp add modNotes">
        <pc:chgData name="Åke Larsson" userId="8ae1e830-93d6-48cf-9b1c-651031339b9e" providerId="ADAL" clId="{4A876104-3102-4C8D-AE95-BA33508000B9}" dt="2026-03-02T07:25:17.643" v="202"/>
        <pc:sldMkLst>
          <pc:docMk/>
          <pc:sldMk cId="3716673182" sldId="278"/>
        </pc:sldMkLst>
        <pc:spChg chg="mod">
          <ac:chgData name="Åke Larsson" userId="8ae1e830-93d6-48cf-9b1c-651031339b9e" providerId="ADAL" clId="{4A876104-3102-4C8D-AE95-BA33508000B9}" dt="2026-03-02T07:25:17.643" v="202"/>
          <ac:spMkLst>
            <pc:docMk/>
            <pc:sldMk cId="3716673182" sldId="278"/>
            <ac:spMk id="4" creationId="{D73A382F-D919-C50A-C330-4B7759A9C233}"/>
          </ac:spMkLst>
        </pc:spChg>
      </pc:sldChg>
      <pc:sldChg chg="del">
        <pc:chgData name="Åke Larsson" userId="8ae1e830-93d6-48cf-9b1c-651031339b9e" providerId="ADAL" clId="{4A876104-3102-4C8D-AE95-BA33508000B9}" dt="2026-02-27T09:51:01.169" v="0" actId="47"/>
        <pc:sldMkLst>
          <pc:docMk/>
          <pc:sldMk cId="2212541587" sldId="279"/>
        </pc:sldMkLst>
      </pc:sldChg>
      <pc:sldChg chg="add del">
        <pc:chgData name="Åke Larsson" userId="8ae1e830-93d6-48cf-9b1c-651031339b9e" providerId="ADAL" clId="{4A876104-3102-4C8D-AE95-BA33508000B9}" dt="2026-02-27T11:34:04.199" v="117" actId="47"/>
        <pc:sldMkLst>
          <pc:docMk/>
          <pc:sldMk cId="3040992903" sldId="279"/>
        </pc:sldMkLst>
      </pc:sldChg>
      <pc:sldChg chg="modSp add modNotes">
        <pc:chgData name="Åke Larsson" userId="8ae1e830-93d6-48cf-9b1c-651031339b9e" providerId="ADAL" clId="{4A876104-3102-4C8D-AE95-BA33508000B9}" dt="2026-03-02T07:25:31.945" v="203"/>
        <pc:sldMkLst>
          <pc:docMk/>
          <pc:sldMk cId="3068207319" sldId="279"/>
        </pc:sldMkLst>
        <pc:spChg chg="mod">
          <ac:chgData name="Åke Larsson" userId="8ae1e830-93d6-48cf-9b1c-651031339b9e" providerId="ADAL" clId="{4A876104-3102-4C8D-AE95-BA33508000B9}" dt="2026-03-02T07:25:31.945" v="203"/>
          <ac:spMkLst>
            <pc:docMk/>
            <pc:sldMk cId="3068207319" sldId="279"/>
            <ac:spMk id="4" creationId="{3CD76DF2-4C8A-AE09-71DF-E9F10233DDE0}"/>
          </ac:spMkLst>
        </pc:spChg>
      </pc:sldChg>
      <pc:sldChg chg="add del">
        <pc:chgData name="Åke Larsson" userId="8ae1e830-93d6-48cf-9b1c-651031339b9e" providerId="ADAL" clId="{4A876104-3102-4C8D-AE95-BA33508000B9}" dt="2026-02-27T11:34:04.199" v="117" actId="47"/>
        <pc:sldMkLst>
          <pc:docMk/>
          <pc:sldMk cId="2090036907" sldId="280"/>
        </pc:sldMkLst>
      </pc:sldChg>
      <pc:sldChg chg="modSp add modNotes">
        <pc:chgData name="Åke Larsson" userId="8ae1e830-93d6-48cf-9b1c-651031339b9e" providerId="ADAL" clId="{4A876104-3102-4C8D-AE95-BA33508000B9}" dt="2026-03-02T07:25:55.795" v="204"/>
        <pc:sldMkLst>
          <pc:docMk/>
          <pc:sldMk cId="2307278145" sldId="280"/>
        </pc:sldMkLst>
        <pc:spChg chg="mod">
          <ac:chgData name="Åke Larsson" userId="8ae1e830-93d6-48cf-9b1c-651031339b9e" providerId="ADAL" clId="{4A876104-3102-4C8D-AE95-BA33508000B9}" dt="2026-03-02T07:25:55.795" v="204"/>
          <ac:spMkLst>
            <pc:docMk/>
            <pc:sldMk cId="2307278145" sldId="280"/>
            <ac:spMk id="4" creationId="{9CC32217-0733-9D08-7B1A-ADCD5157AF5D}"/>
          </ac:spMkLst>
        </pc:spChg>
      </pc:sldChg>
      <pc:sldChg chg="del">
        <pc:chgData name="Åke Larsson" userId="8ae1e830-93d6-48cf-9b1c-651031339b9e" providerId="ADAL" clId="{4A876104-3102-4C8D-AE95-BA33508000B9}" dt="2026-02-27T09:51:01.169" v="0" actId="47"/>
        <pc:sldMkLst>
          <pc:docMk/>
          <pc:sldMk cId="3014864901" sldId="280"/>
        </pc:sldMkLst>
      </pc:sldChg>
      <pc:sldChg chg="add del">
        <pc:chgData name="Åke Larsson" userId="8ae1e830-93d6-48cf-9b1c-651031339b9e" providerId="ADAL" clId="{4A876104-3102-4C8D-AE95-BA33508000B9}" dt="2026-02-27T11:34:04.199" v="117" actId="47"/>
        <pc:sldMkLst>
          <pc:docMk/>
          <pc:sldMk cId="885572991" sldId="281"/>
        </pc:sldMkLst>
      </pc:sldChg>
      <pc:sldChg chg="del">
        <pc:chgData name="Åke Larsson" userId="8ae1e830-93d6-48cf-9b1c-651031339b9e" providerId="ADAL" clId="{4A876104-3102-4C8D-AE95-BA33508000B9}" dt="2026-02-27T09:51:01.169" v="0" actId="47"/>
        <pc:sldMkLst>
          <pc:docMk/>
          <pc:sldMk cId="1996524141" sldId="281"/>
        </pc:sldMkLst>
      </pc:sldChg>
      <pc:sldChg chg="modSp add modNotes">
        <pc:chgData name="Åke Larsson" userId="8ae1e830-93d6-48cf-9b1c-651031339b9e" providerId="ADAL" clId="{4A876104-3102-4C8D-AE95-BA33508000B9}" dt="2026-03-02T07:26:12.448" v="205"/>
        <pc:sldMkLst>
          <pc:docMk/>
          <pc:sldMk cId="2521156361" sldId="281"/>
        </pc:sldMkLst>
        <pc:spChg chg="mod">
          <ac:chgData name="Åke Larsson" userId="8ae1e830-93d6-48cf-9b1c-651031339b9e" providerId="ADAL" clId="{4A876104-3102-4C8D-AE95-BA33508000B9}" dt="2026-03-02T07:26:12.448" v="205"/>
          <ac:spMkLst>
            <pc:docMk/>
            <pc:sldMk cId="2521156361" sldId="281"/>
            <ac:spMk id="4" creationId="{B92F7D87-117D-24CD-A1FB-A81ED6304BF3}"/>
          </ac:spMkLst>
        </pc:spChg>
      </pc:sldChg>
      <pc:sldChg chg="modSp add modNotes">
        <pc:chgData name="Åke Larsson" userId="8ae1e830-93d6-48cf-9b1c-651031339b9e" providerId="ADAL" clId="{4A876104-3102-4C8D-AE95-BA33508000B9}" dt="2026-03-02T07:26:37.593" v="206"/>
        <pc:sldMkLst>
          <pc:docMk/>
          <pc:sldMk cId="289347438" sldId="282"/>
        </pc:sldMkLst>
        <pc:spChg chg="mod">
          <ac:chgData name="Åke Larsson" userId="8ae1e830-93d6-48cf-9b1c-651031339b9e" providerId="ADAL" clId="{4A876104-3102-4C8D-AE95-BA33508000B9}" dt="2026-03-02T07:26:37.593" v="206"/>
          <ac:spMkLst>
            <pc:docMk/>
            <pc:sldMk cId="289347438" sldId="282"/>
            <ac:spMk id="4" creationId="{1D61F8F6-1CA0-18DD-CEAB-BB5D813B7799}"/>
          </ac:spMkLst>
        </pc:spChg>
      </pc:sldChg>
      <pc:sldChg chg="del">
        <pc:chgData name="Åke Larsson" userId="8ae1e830-93d6-48cf-9b1c-651031339b9e" providerId="ADAL" clId="{4A876104-3102-4C8D-AE95-BA33508000B9}" dt="2026-02-27T09:51:01.169" v="0" actId="47"/>
        <pc:sldMkLst>
          <pc:docMk/>
          <pc:sldMk cId="946469958" sldId="282"/>
        </pc:sldMkLst>
      </pc:sldChg>
      <pc:sldChg chg="add del">
        <pc:chgData name="Åke Larsson" userId="8ae1e830-93d6-48cf-9b1c-651031339b9e" providerId="ADAL" clId="{4A876104-3102-4C8D-AE95-BA33508000B9}" dt="2026-02-27T11:34:04.199" v="117" actId="47"/>
        <pc:sldMkLst>
          <pc:docMk/>
          <pc:sldMk cId="3112127732" sldId="282"/>
        </pc:sldMkLst>
      </pc:sldChg>
      <pc:sldChg chg="add del">
        <pc:chgData name="Åke Larsson" userId="8ae1e830-93d6-48cf-9b1c-651031339b9e" providerId="ADAL" clId="{4A876104-3102-4C8D-AE95-BA33508000B9}" dt="2026-02-27T11:34:04.199" v="117" actId="47"/>
        <pc:sldMkLst>
          <pc:docMk/>
          <pc:sldMk cId="9622792" sldId="283"/>
        </pc:sldMkLst>
      </pc:sldChg>
      <pc:sldChg chg="modSp add modNotes">
        <pc:chgData name="Åke Larsson" userId="8ae1e830-93d6-48cf-9b1c-651031339b9e" providerId="ADAL" clId="{4A876104-3102-4C8D-AE95-BA33508000B9}" dt="2026-03-02T07:27:13.162" v="207"/>
        <pc:sldMkLst>
          <pc:docMk/>
          <pc:sldMk cId="990711955" sldId="283"/>
        </pc:sldMkLst>
        <pc:spChg chg="mod">
          <ac:chgData name="Åke Larsson" userId="8ae1e830-93d6-48cf-9b1c-651031339b9e" providerId="ADAL" clId="{4A876104-3102-4C8D-AE95-BA33508000B9}" dt="2026-03-02T07:27:13.162" v="207"/>
          <ac:spMkLst>
            <pc:docMk/>
            <pc:sldMk cId="990711955" sldId="283"/>
            <ac:spMk id="4" creationId="{34028EAD-2634-29E4-B085-041C0E8683C4}"/>
          </ac:spMkLst>
        </pc:spChg>
      </pc:sldChg>
      <pc:sldChg chg="del">
        <pc:chgData name="Åke Larsson" userId="8ae1e830-93d6-48cf-9b1c-651031339b9e" providerId="ADAL" clId="{4A876104-3102-4C8D-AE95-BA33508000B9}" dt="2026-02-27T09:51:01.169" v="0" actId="47"/>
        <pc:sldMkLst>
          <pc:docMk/>
          <pc:sldMk cId="4098321468" sldId="283"/>
        </pc:sldMkLst>
      </pc:sldChg>
      <pc:sldChg chg="del">
        <pc:chgData name="Åke Larsson" userId="8ae1e830-93d6-48cf-9b1c-651031339b9e" providerId="ADAL" clId="{4A876104-3102-4C8D-AE95-BA33508000B9}" dt="2026-02-27T09:51:01.169" v="0" actId="47"/>
        <pc:sldMkLst>
          <pc:docMk/>
          <pc:sldMk cId="2308072733" sldId="284"/>
        </pc:sldMkLst>
      </pc:sldChg>
      <pc:sldChg chg="add">
        <pc:chgData name="Åke Larsson" userId="8ae1e830-93d6-48cf-9b1c-651031339b9e" providerId="ADAL" clId="{4A876104-3102-4C8D-AE95-BA33508000B9}" dt="2026-02-27T11:34:41.422" v="138"/>
        <pc:sldMkLst>
          <pc:docMk/>
          <pc:sldMk cId="2423818304" sldId="284"/>
        </pc:sldMkLst>
      </pc:sldChg>
      <pc:sldChg chg="add del">
        <pc:chgData name="Åke Larsson" userId="8ae1e830-93d6-48cf-9b1c-651031339b9e" providerId="ADAL" clId="{4A876104-3102-4C8D-AE95-BA33508000B9}" dt="2026-02-27T11:34:04.199" v="117" actId="47"/>
        <pc:sldMkLst>
          <pc:docMk/>
          <pc:sldMk cId="2455179625" sldId="284"/>
        </pc:sldMkLst>
      </pc:sldChg>
      <pc:sldChg chg="del">
        <pc:chgData name="Åke Larsson" userId="8ae1e830-93d6-48cf-9b1c-651031339b9e" providerId="ADAL" clId="{4A876104-3102-4C8D-AE95-BA33508000B9}" dt="2026-02-27T09:51:01.169" v="0" actId="47"/>
        <pc:sldMkLst>
          <pc:docMk/>
          <pc:sldMk cId="2757649702" sldId="285"/>
        </pc:sldMkLst>
      </pc:sldChg>
      <pc:sldChg chg="add">
        <pc:chgData name="Åke Larsson" userId="8ae1e830-93d6-48cf-9b1c-651031339b9e" providerId="ADAL" clId="{4A876104-3102-4C8D-AE95-BA33508000B9}" dt="2026-02-27T11:34:41.628" v="139"/>
        <pc:sldMkLst>
          <pc:docMk/>
          <pc:sldMk cId="3133913182" sldId="285"/>
        </pc:sldMkLst>
      </pc:sldChg>
      <pc:sldChg chg="add del">
        <pc:chgData name="Åke Larsson" userId="8ae1e830-93d6-48cf-9b1c-651031339b9e" providerId="ADAL" clId="{4A876104-3102-4C8D-AE95-BA33508000B9}" dt="2026-02-27T11:34:04.199" v="117" actId="47"/>
        <pc:sldMkLst>
          <pc:docMk/>
          <pc:sldMk cId="3268975725" sldId="285"/>
        </pc:sldMkLst>
      </pc:sldChg>
      <pc:sldChg chg="add del">
        <pc:chgData name="Åke Larsson" userId="8ae1e830-93d6-48cf-9b1c-651031339b9e" providerId="ADAL" clId="{4A876104-3102-4C8D-AE95-BA33508000B9}" dt="2026-02-27T11:34:04.199" v="117" actId="47"/>
        <pc:sldMkLst>
          <pc:docMk/>
          <pc:sldMk cId="139334113" sldId="286"/>
        </pc:sldMkLst>
      </pc:sldChg>
      <pc:sldChg chg="del">
        <pc:chgData name="Åke Larsson" userId="8ae1e830-93d6-48cf-9b1c-651031339b9e" providerId="ADAL" clId="{4A876104-3102-4C8D-AE95-BA33508000B9}" dt="2026-02-27T09:51:01.169" v="0" actId="47"/>
        <pc:sldMkLst>
          <pc:docMk/>
          <pc:sldMk cId="1620764200" sldId="286"/>
        </pc:sldMkLst>
      </pc:sldChg>
      <pc:sldChg chg="add">
        <pc:chgData name="Åke Larsson" userId="8ae1e830-93d6-48cf-9b1c-651031339b9e" providerId="ADAL" clId="{4A876104-3102-4C8D-AE95-BA33508000B9}" dt="2026-02-27T11:34:41.822" v="140"/>
        <pc:sldMkLst>
          <pc:docMk/>
          <pc:sldMk cId="2000259225" sldId="286"/>
        </pc:sldMkLst>
      </pc:sldChg>
      <pc:sldChg chg="del">
        <pc:chgData name="Åke Larsson" userId="8ae1e830-93d6-48cf-9b1c-651031339b9e" providerId="ADAL" clId="{4A876104-3102-4C8D-AE95-BA33508000B9}" dt="2026-02-27T09:51:01.169" v="0" actId="47"/>
        <pc:sldMkLst>
          <pc:docMk/>
          <pc:sldMk cId="351109394" sldId="287"/>
        </pc:sldMkLst>
      </pc:sldChg>
      <pc:sldChg chg="add">
        <pc:chgData name="Åke Larsson" userId="8ae1e830-93d6-48cf-9b1c-651031339b9e" providerId="ADAL" clId="{4A876104-3102-4C8D-AE95-BA33508000B9}" dt="2026-02-27T11:34:42.021" v="141"/>
        <pc:sldMkLst>
          <pc:docMk/>
          <pc:sldMk cId="3144174657" sldId="287"/>
        </pc:sldMkLst>
      </pc:sldChg>
      <pc:sldChg chg="del">
        <pc:chgData name="Åke Larsson" userId="8ae1e830-93d6-48cf-9b1c-651031339b9e" providerId="ADAL" clId="{4A876104-3102-4C8D-AE95-BA33508000B9}" dt="2026-02-27T09:51:01.169" v="0" actId="47"/>
        <pc:sldMkLst>
          <pc:docMk/>
          <pc:sldMk cId="2166225981" sldId="288"/>
        </pc:sldMkLst>
      </pc:sldChg>
      <pc:sldChg chg="add">
        <pc:chgData name="Åke Larsson" userId="8ae1e830-93d6-48cf-9b1c-651031339b9e" providerId="ADAL" clId="{4A876104-3102-4C8D-AE95-BA33508000B9}" dt="2026-02-27T11:34:42.261" v="142"/>
        <pc:sldMkLst>
          <pc:docMk/>
          <pc:sldMk cId="4146294693" sldId="288"/>
        </pc:sldMkLst>
      </pc:sldChg>
      <pc:sldChg chg="del">
        <pc:chgData name="Åke Larsson" userId="8ae1e830-93d6-48cf-9b1c-651031339b9e" providerId="ADAL" clId="{4A876104-3102-4C8D-AE95-BA33508000B9}" dt="2026-02-27T09:51:01.169" v="0" actId="47"/>
        <pc:sldMkLst>
          <pc:docMk/>
          <pc:sldMk cId="2976029016" sldId="289"/>
        </pc:sldMkLst>
      </pc:sldChg>
      <pc:sldChg chg="del">
        <pc:chgData name="Åke Larsson" userId="8ae1e830-93d6-48cf-9b1c-651031339b9e" providerId="ADAL" clId="{4A876104-3102-4C8D-AE95-BA33508000B9}" dt="2026-02-27T09:51:01.169" v="0" actId="47"/>
        <pc:sldMkLst>
          <pc:docMk/>
          <pc:sldMk cId="3732919461" sldId="291"/>
        </pc:sldMkLst>
      </pc:sldChg>
      <pc:sldChg chg="del">
        <pc:chgData name="Åke Larsson" userId="8ae1e830-93d6-48cf-9b1c-651031339b9e" providerId="ADAL" clId="{4A876104-3102-4C8D-AE95-BA33508000B9}" dt="2026-02-27T09:51:01.169" v="0" actId="47"/>
        <pc:sldMkLst>
          <pc:docMk/>
          <pc:sldMk cId="2042268578" sldId="293"/>
        </pc:sldMkLst>
      </pc:sldChg>
      <pc:sldChg chg="del">
        <pc:chgData name="Åke Larsson" userId="8ae1e830-93d6-48cf-9b1c-651031339b9e" providerId="ADAL" clId="{4A876104-3102-4C8D-AE95-BA33508000B9}" dt="2026-02-27T09:51:01.169" v="0" actId="47"/>
        <pc:sldMkLst>
          <pc:docMk/>
          <pc:sldMk cId="3429202744" sldId="294"/>
        </pc:sldMkLst>
      </pc:sldChg>
      <pc:sldChg chg="del">
        <pc:chgData name="Åke Larsson" userId="8ae1e830-93d6-48cf-9b1c-651031339b9e" providerId="ADAL" clId="{4A876104-3102-4C8D-AE95-BA33508000B9}" dt="2026-02-27T09:51:01.169" v="0" actId="47"/>
        <pc:sldMkLst>
          <pc:docMk/>
          <pc:sldMk cId="3604088744" sldId="295"/>
        </pc:sldMkLst>
      </pc:sldChg>
      <pc:sldChg chg="del">
        <pc:chgData name="Åke Larsson" userId="8ae1e830-93d6-48cf-9b1c-651031339b9e" providerId="ADAL" clId="{4A876104-3102-4C8D-AE95-BA33508000B9}" dt="2026-02-27T09:51:01.169" v="0" actId="47"/>
        <pc:sldMkLst>
          <pc:docMk/>
          <pc:sldMk cId="2081717481" sldId="296"/>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FB8D0E-4053-431A-B8E3-715C63B8D349}"/>
              </a:ext>
            </a:extLst>
          </p:cNvPr>
          <p:cNvSpPr>
            <a:spLocks noGrp="1"/>
          </p:cNvSpPr>
          <p:nvPr>
            <p:ph type="hdr" sz="quarter"/>
          </p:nvPr>
        </p:nvSpPr>
        <p:spPr>
          <a:xfrm>
            <a:off x="0" y="0"/>
            <a:ext cx="2612571" cy="458788"/>
          </a:xfrm>
          <a:prstGeom prst="rect">
            <a:avLst/>
          </a:prstGeom>
        </p:spPr>
        <p:txBody>
          <a:bodyPr vert="horz" lIns="91440" tIns="45720" rIns="91440" bIns="45720" rtlCol="0"/>
          <a:lstStyle>
            <a:lvl1pPr algn="l">
              <a:defRPr sz="1200"/>
            </a:lvl1pPr>
          </a:lstStyle>
          <a:p>
            <a:endParaRPr lang="en-GB" sz="1000" dirty="0"/>
          </a:p>
        </p:txBody>
      </p:sp>
      <p:sp>
        <p:nvSpPr>
          <p:cNvPr id="3" name="Date Placeholder 2">
            <a:extLst>
              <a:ext uri="{FF2B5EF4-FFF2-40B4-BE49-F238E27FC236}">
                <a16:creationId xmlns:a16="http://schemas.microsoft.com/office/drawing/2014/main" id="{4E3A7CD0-D27C-48B0-8027-9C8876D5C8FF}"/>
              </a:ext>
            </a:extLst>
          </p:cNvPr>
          <p:cNvSpPr>
            <a:spLocks noGrp="1"/>
          </p:cNvSpPr>
          <p:nvPr>
            <p:ph type="dt" sz="quarter" idx="1"/>
          </p:nvPr>
        </p:nvSpPr>
        <p:spPr>
          <a:xfrm>
            <a:off x="4125685" y="0"/>
            <a:ext cx="2730727" cy="458788"/>
          </a:xfrm>
          <a:prstGeom prst="rect">
            <a:avLst/>
          </a:prstGeom>
        </p:spPr>
        <p:txBody>
          <a:bodyPr vert="horz" lIns="91440" tIns="45720" rIns="91440" bIns="45720" rtlCol="0"/>
          <a:lstStyle>
            <a:lvl1pPr algn="r">
              <a:defRPr sz="1200"/>
            </a:lvl1pPr>
          </a:lstStyle>
          <a:p>
            <a:fld id="{1E9BBD7F-E87C-4D5B-84DA-2F37CC44F185}" type="datetimeFigureOut">
              <a:rPr lang="en-GB" sz="1000" smtClean="0"/>
              <a:t>23/03/2026</a:t>
            </a:fld>
            <a:endParaRPr lang="en-GB" sz="1000" dirty="0"/>
          </a:p>
        </p:txBody>
      </p:sp>
      <p:sp>
        <p:nvSpPr>
          <p:cNvPr id="4" name="Footer Placeholder 3">
            <a:extLst>
              <a:ext uri="{FF2B5EF4-FFF2-40B4-BE49-F238E27FC236}">
                <a16:creationId xmlns:a16="http://schemas.microsoft.com/office/drawing/2014/main" id="{DCFCF483-1D2B-4799-84AB-AE11BBAA3E46}"/>
              </a:ext>
            </a:extLst>
          </p:cNvPr>
          <p:cNvSpPr>
            <a:spLocks noGrp="1"/>
          </p:cNvSpPr>
          <p:nvPr>
            <p:ph type="ftr" sz="quarter" idx="2"/>
          </p:nvPr>
        </p:nvSpPr>
        <p:spPr>
          <a:xfrm>
            <a:off x="0" y="8685213"/>
            <a:ext cx="2612571" cy="458787"/>
          </a:xfrm>
          <a:prstGeom prst="rect">
            <a:avLst/>
          </a:prstGeom>
        </p:spPr>
        <p:txBody>
          <a:bodyPr vert="horz" lIns="91440" tIns="45720" rIns="91440" bIns="45720" rtlCol="0" anchor="b"/>
          <a:lstStyle>
            <a:lvl1pPr algn="l">
              <a:defRPr sz="1200"/>
            </a:lvl1pPr>
          </a:lstStyle>
          <a:p>
            <a:endParaRPr lang="en-GB" sz="1000" dirty="0"/>
          </a:p>
        </p:txBody>
      </p:sp>
      <p:sp>
        <p:nvSpPr>
          <p:cNvPr id="5" name="Slide Number Placeholder 4">
            <a:extLst>
              <a:ext uri="{FF2B5EF4-FFF2-40B4-BE49-F238E27FC236}">
                <a16:creationId xmlns:a16="http://schemas.microsoft.com/office/drawing/2014/main" id="{98A4B3EF-9BBD-4B14-8B6B-B9875FFE6508}"/>
              </a:ext>
            </a:extLst>
          </p:cNvPr>
          <p:cNvSpPr>
            <a:spLocks noGrp="1"/>
          </p:cNvSpPr>
          <p:nvPr>
            <p:ph type="sldNum" sz="quarter" idx="3"/>
          </p:nvPr>
        </p:nvSpPr>
        <p:spPr>
          <a:xfrm>
            <a:off x="4125685" y="8685213"/>
            <a:ext cx="2730727" cy="458787"/>
          </a:xfrm>
          <a:prstGeom prst="rect">
            <a:avLst/>
          </a:prstGeom>
        </p:spPr>
        <p:txBody>
          <a:bodyPr vert="horz" lIns="91440" tIns="45720" rIns="91440" bIns="45720" rtlCol="0" anchor="b"/>
          <a:lstStyle>
            <a:lvl1pPr algn="r">
              <a:defRPr sz="1200"/>
            </a:lvl1pPr>
          </a:lstStyle>
          <a:p>
            <a:fld id="{EB2DDBF9-5C9B-473C-B52F-89A8EDE9AC63}" type="slidenum">
              <a:rPr lang="en-GB" sz="1000" smtClean="0"/>
              <a:t>‹#›</a:t>
            </a:fld>
            <a:endParaRPr lang="en-GB" sz="1000" dirty="0"/>
          </a:p>
        </p:txBody>
      </p:sp>
      <p:pic>
        <p:nvPicPr>
          <p:cNvPr id="6" name="Graphic 5">
            <a:extLst>
              <a:ext uri="{FF2B5EF4-FFF2-40B4-BE49-F238E27FC236}">
                <a16:creationId xmlns:a16="http://schemas.microsoft.com/office/drawing/2014/main" id="{6F43B242-8F36-4774-BE21-AD5D709CBE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996" y="8841864"/>
            <a:ext cx="982007" cy="145483"/>
          </a:xfrm>
          <a:prstGeom prst="rect">
            <a:avLst/>
          </a:prstGeom>
        </p:spPr>
      </p:pic>
    </p:spTree>
    <p:extLst>
      <p:ext uri="{BB962C8B-B14F-4D97-AF65-F5344CB8AC3E}">
        <p14:creationId xmlns:p14="http://schemas.microsoft.com/office/powerpoint/2010/main" val="2328810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48643" cy="458788"/>
          </a:xfrm>
          <a:prstGeom prst="rect">
            <a:avLst/>
          </a:prstGeom>
        </p:spPr>
        <p:txBody>
          <a:bodyPr vert="horz" lIns="91440" tIns="45720" rIns="91440" bIns="45720" rtlCol="0"/>
          <a:lstStyle>
            <a:lvl1pPr algn="l">
              <a:defRPr sz="1000"/>
            </a:lvl1pPr>
          </a:lstStyle>
          <a:p>
            <a:endParaRPr lang="en-GB" dirty="0"/>
          </a:p>
        </p:txBody>
      </p:sp>
      <p:sp>
        <p:nvSpPr>
          <p:cNvPr id="3" name="Date Placeholder 2"/>
          <p:cNvSpPr>
            <a:spLocks noGrp="1"/>
          </p:cNvSpPr>
          <p:nvPr>
            <p:ph type="dt" idx="1"/>
          </p:nvPr>
        </p:nvSpPr>
        <p:spPr>
          <a:xfrm>
            <a:off x="4147457" y="0"/>
            <a:ext cx="2708956" cy="458788"/>
          </a:xfrm>
          <a:prstGeom prst="rect">
            <a:avLst/>
          </a:prstGeom>
        </p:spPr>
        <p:txBody>
          <a:bodyPr vert="horz" lIns="91440" tIns="45720" rIns="91440" bIns="45720" rtlCol="0"/>
          <a:lstStyle>
            <a:lvl1pPr algn="r">
              <a:defRPr sz="1000"/>
            </a:lvl1pPr>
          </a:lstStyle>
          <a:p>
            <a:fld id="{1A266A4F-91A0-4919-BC8C-42B666F37B80}" type="datetimeFigureOut">
              <a:rPr lang="en-GB" smtClean="0"/>
              <a:pPr/>
              <a:t>23/03/2026</a:t>
            </a:fld>
            <a:endParaRPr lang="en-GB" dirty="0"/>
          </a:p>
        </p:txBody>
      </p:sp>
      <p:sp>
        <p:nvSpPr>
          <p:cNvPr id="4" name="Slide Image Placeholder 3"/>
          <p:cNvSpPr>
            <a:spLocks noGrp="1" noRot="1" noChangeAspect="1"/>
          </p:cNvSpPr>
          <p:nvPr>
            <p:ph type="sldImg" idx="2"/>
          </p:nvPr>
        </p:nvSpPr>
        <p:spPr>
          <a:xfrm>
            <a:off x="685800" y="1143000"/>
            <a:ext cx="4158343" cy="2339068"/>
          </a:xfrm>
          <a:prstGeom prst="rect">
            <a:avLst/>
          </a:prstGeom>
          <a:noFill/>
          <a:ln w="12700">
            <a:solidFill>
              <a:schemeClr val="bg2"/>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652157"/>
            <a:ext cx="5486400" cy="4550229"/>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endParaRPr lang="en-GB" dirty="0"/>
          </a:p>
        </p:txBody>
      </p:sp>
      <p:sp>
        <p:nvSpPr>
          <p:cNvPr id="6" name="Footer Placeholder 5"/>
          <p:cNvSpPr>
            <a:spLocks noGrp="1"/>
          </p:cNvSpPr>
          <p:nvPr>
            <p:ph type="ftr" sz="quarter" idx="4"/>
          </p:nvPr>
        </p:nvSpPr>
        <p:spPr>
          <a:xfrm>
            <a:off x="0" y="8685213"/>
            <a:ext cx="2748643" cy="458787"/>
          </a:xfrm>
          <a:prstGeom prst="rect">
            <a:avLst/>
          </a:prstGeom>
        </p:spPr>
        <p:txBody>
          <a:bodyPr vert="horz" lIns="91440" tIns="45720" rIns="91440" bIns="45720" rtlCol="0" anchor="b"/>
          <a:lstStyle>
            <a:lvl1pPr algn="l">
              <a:defRPr sz="1000"/>
            </a:lvl1pPr>
          </a:lstStyle>
          <a:p>
            <a:endParaRPr lang="en-GB" dirty="0"/>
          </a:p>
        </p:txBody>
      </p:sp>
      <p:sp>
        <p:nvSpPr>
          <p:cNvPr id="7" name="Slide Number Placeholder 6"/>
          <p:cNvSpPr>
            <a:spLocks noGrp="1"/>
          </p:cNvSpPr>
          <p:nvPr>
            <p:ph type="sldNum" sz="quarter" idx="5"/>
          </p:nvPr>
        </p:nvSpPr>
        <p:spPr>
          <a:xfrm>
            <a:off x="4147457" y="8685213"/>
            <a:ext cx="2708956" cy="458787"/>
          </a:xfrm>
          <a:prstGeom prst="rect">
            <a:avLst/>
          </a:prstGeom>
        </p:spPr>
        <p:txBody>
          <a:bodyPr vert="horz" lIns="91440" tIns="45720" rIns="91440" bIns="45720" rtlCol="0" anchor="b"/>
          <a:lstStyle>
            <a:lvl1pPr algn="r">
              <a:defRPr sz="1000"/>
            </a:lvl1pPr>
          </a:lstStyle>
          <a:p>
            <a:fld id="{51CF3995-A0E4-472D-BBAC-D95090DBD551}" type="slidenum">
              <a:rPr lang="en-GB" smtClean="0"/>
              <a:pPr/>
              <a:t>‹#›</a:t>
            </a:fld>
            <a:endParaRPr lang="en-GB" dirty="0"/>
          </a:p>
        </p:txBody>
      </p:sp>
      <p:pic>
        <p:nvPicPr>
          <p:cNvPr id="8" name="Graphic 7">
            <a:extLst>
              <a:ext uri="{FF2B5EF4-FFF2-40B4-BE49-F238E27FC236}">
                <a16:creationId xmlns:a16="http://schemas.microsoft.com/office/drawing/2014/main" id="{31B9EE4C-9F6C-4A27-B96F-37CC6C181F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996" y="8841864"/>
            <a:ext cx="982007" cy="145483"/>
          </a:xfrm>
          <a:prstGeom prst="rect">
            <a:avLst/>
          </a:prstGeom>
        </p:spPr>
      </p:pic>
    </p:spTree>
    <p:extLst>
      <p:ext uri="{BB962C8B-B14F-4D97-AF65-F5344CB8AC3E}">
        <p14:creationId xmlns:p14="http://schemas.microsoft.com/office/powerpoint/2010/main" val="2163638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1 - Start Blue graphic">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8666C960-3936-42E1-B717-9B1D454BACAF}"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pic>
        <p:nvPicPr>
          <p:cNvPr id="9" name="Picture 8" descr="A picture containing chart&#10;&#10;Description automatically generated">
            <a:extLst>
              <a:ext uri="{FF2B5EF4-FFF2-40B4-BE49-F238E27FC236}">
                <a16:creationId xmlns:a16="http://schemas.microsoft.com/office/drawing/2014/main" id="{94CCA856-6CEE-4A59-8F1B-F51CCE2620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5039D8B-108B-488D-A0EE-320936379B64}"/>
              </a:ext>
            </a:extLst>
          </p:cNvPr>
          <p:cNvSpPr>
            <a:spLocks noGrp="1"/>
          </p:cNvSpPr>
          <p:nvPr>
            <p:ph type="ctrTitle" hasCustomPrompt="1"/>
          </p:nvPr>
        </p:nvSpPr>
        <p:spPr>
          <a:xfrm>
            <a:off x="696000" y="403200"/>
            <a:ext cx="6480000" cy="2660400"/>
          </a:xfrm>
        </p:spPr>
        <p:txBody>
          <a:bodyPr wrap="square" anchor="b">
            <a:noAutofit/>
          </a:bodyPr>
          <a:lstStyle>
            <a:lvl1pPr algn="l">
              <a:defRPr sz="4000">
                <a:solidFill>
                  <a:schemeClr val="bg1"/>
                </a:solidFill>
              </a:defRPr>
            </a:lvl1pPr>
          </a:lstStyle>
          <a:p>
            <a:r>
              <a:rPr lang="en-GB" sz="4000"/>
              <a:t>Heading on maximum three lines</a:t>
            </a: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96000" y="3571200"/>
            <a:ext cx="6480000" cy="360000"/>
          </a:xfrm>
        </p:spPr>
        <p:txBody>
          <a:bodyPr wrap="square" anchor="b" anchorCtr="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pic>
        <p:nvPicPr>
          <p:cNvPr id="7" name="Graphic 6">
            <a:extLst>
              <a:ext uri="{FF2B5EF4-FFF2-40B4-BE49-F238E27FC236}">
                <a16:creationId xmlns:a16="http://schemas.microsoft.com/office/drawing/2014/main" id="{9F16BB6D-5681-456C-BC11-9AC5ACA81652}"/>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260400" y="5943600"/>
            <a:ext cx="2235600" cy="331200"/>
          </a:xfrm>
          <a:prstGeom prst="rect">
            <a:avLst/>
          </a:prstGeom>
        </p:spPr>
      </p:pic>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95325" y="3934800"/>
            <a:ext cx="6480175" cy="230400"/>
          </a:xfrm>
        </p:spPr>
        <p:txBody>
          <a:bodyPr anchor="ctr" anchorCtr="0">
            <a:normAutofit/>
          </a:bodyPr>
          <a:lstStyle>
            <a:lvl1pPr marL="0" indent="0">
              <a:buFontTx/>
              <a:buNone/>
              <a:defRPr sz="12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Tree>
    <p:extLst>
      <p:ext uri="{BB962C8B-B14F-4D97-AF65-F5344CB8AC3E}">
        <p14:creationId xmlns:p14="http://schemas.microsoft.com/office/powerpoint/2010/main" val="330887606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2 Start - Blue bg with picture">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E4BC60C8-230B-4FA5-A25E-6F82944C7BC4}"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sp>
        <p:nvSpPr>
          <p:cNvPr id="12" name="Rectangle 11">
            <a:extLst>
              <a:ext uri="{FF2B5EF4-FFF2-40B4-BE49-F238E27FC236}">
                <a16:creationId xmlns:a16="http://schemas.microsoft.com/office/drawing/2014/main" id="{D52F0A5F-8E9E-4EEE-8D9A-AC96E5B41395}"/>
              </a:ext>
            </a:extLst>
          </p:cNvPr>
          <p:cNvSpPr>
            <a:spLocks/>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602400" y="3575136"/>
            <a:ext cx="4896000" cy="360000"/>
          </a:xfrm>
        </p:spPr>
        <p:txBody>
          <a:bodyPr wrap="square" anchor="b" anchorCtr="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pic>
        <p:nvPicPr>
          <p:cNvPr id="7" name="Graphic 6">
            <a:extLst>
              <a:ext uri="{FF2B5EF4-FFF2-40B4-BE49-F238E27FC236}">
                <a16:creationId xmlns:a16="http://schemas.microsoft.com/office/drawing/2014/main" id="{9F16BB6D-5681-456C-BC11-9AC5ACA8165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60400" y="5943600"/>
            <a:ext cx="2235600" cy="331200"/>
          </a:xfrm>
          <a:prstGeom prst="rect">
            <a:avLst/>
          </a:prstGeom>
        </p:spPr>
      </p:pic>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602400" y="3934800"/>
            <a:ext cx="4896000" cy="230400"/>
          </a:xfrm>
        </p:spPr>
        <p:txBody>
          <a:bodyPr anchor="ctr" anchorCtr="0">
            <a:normAutofit/>
          </a:bodyPr>
          <a:lstStyle>
            <a:lvl1pPr marL="0" indent="0">
              <a:buFontTx/>
              <a:buNone/>
              <a:defRPr sz="12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
        <p:nvSpPr>
          <p:cNvPr id="11" name="Text Placeholder 10">
            <a:extLst>
              <a:ext uri="{FF2B5EF4-FFF2-40B4-BE49-F238E27FC236}">
                <a16:creationId xmlns:a16="http://schemas.microsoft.com/office/drawing/2014/main" id="{4B6ECD5C-20DB-4B4B-BE32-A3A946DB847B}"/>
              </a:ext>
            </a:extLst>
          </p:cNvPr>
          <p:cNvSpPr>
            <a:spLocks noGrp="1"/>
          </p:cNvSpPr>
          <p:nvPr>
            <p:ph type="body" sz="quarter" idx="14" hasCustomPrompt="1"/>
          </p:nvPr>
        </p:nvSpPr>
        <p:spPr>
          <a:xfrm>
            <a:off x="6602400" y="403200"/>
            <a:ext cx="4896000" cy="2660400"/>
          </a:xfrm>
        </p:spPr>
        <p:txBody>
          <a:bodyPr anchor="b" anchorCtr="0"/>
          <a:lstStyle>
            <a:lvl1pPr marL="0" indent="0">
              <a:lnSpc>
                <a:spcPct val="90000"/>
              </a:lnSpc>
              <a:spcBef>
                <a:spcPts val="0"/>
              </a:spcBef>
              <a:buFontTx/>
              <a:buNone/>
              <a:defRPr sz="3200" b="1">
                <a:solidFill>
                  <a:schemeClr val="bg1"/>
                </a:solidFill>
                <a:latin typeface="+mj-lt"/>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Heading on maximum three lines</a:t>
            </a:r>
          </a:p>
        </p:txBody>
      </p:sp>
      <p:sp>
        <p:nvSpPr>
          <p:cNvPr id="16" name="Picture Placeholder 15">
            <a:extLst>
              <a:ext uri="{FF2B5EF4-FFF2-40B4-BE49-F238E27FC236}">
                <a16:creationId xmlns:a16="http://schemas.microsoft.com/office/drawing/2014/main" id="{A37682AD-C06A-470B-8A6E-10E5CE94D41B}"/>
              </a:ext>
            </a:extLst>
          </p:cNvPr>
          <p:cNvSpPr>
            <a:spLocks noGrp="1"/>
          </p:cNvSpPr>
          <p:nvPr>
            <p:ph type="pic" sz="quarter" idx="15"/>
          </p:nvPr>
        </p:nvSpPr>
        <p:spPr>
          <a:xfrm>
            <a:off x="0" y="0"/>
            <a:ext cx="5871765" cy="6858000"/>
          </a:xfrm>
          <a:custGeom>
            <a:avLst/>
            <a:gdLst>
              <a:gd name="connsiteX0" fmla="*/ 0 w 5871765"/>
              <a:gd name="connsiteY0" fmla="*/ 0 h 6858000"/>
              <a:gd name="connsiteX1" fmla="*/ 5871765 w 5871765"/>
              <a:gd name="connsiteY1" fmla="*/ 0 h 6858000"/>
              <a:gd name="connsiteX2" fmla="*/ 5871765 w 5871765"/>
              <a:gd name="connsiteY2" fmla="*/ 689205 h 6858000"/>
              <a:gd name="connsiteX3" fmla="*/ 5871765 w 5871765"/>
              <a:gd name="connsiteY3" fmla="*/ 696685 h 6858000"/>
              <a:gd name="connsiteX4" fmla="*/ 5868433 w 5871765"/>
              <a:gd name="connsiteY4" fmla="*/ 2034640 h 6858000"/>
              <a:gd name="connsiteX5" fmla="*/ 5863022 w 5871765"/>
              <a:gd name="connsiteY5" fmla="*/ 2695096 h 6858000"/>
              <a:gd name="connsiteX6" fmla="*/ 3558513 w 5871765"/>
              <a:gd name="connsiteY6" fmla="*/ 6784859 h 6858000"/>
              <a:gd name="connsiteX7" fmla="*/ 3431188 w 5871765"/>
              <a:gd name="connsiteY7" fmla="*/ 6858000 h 6858000"/>
              <a:gd name="connsiteX8" fmla="*/ 0 w 587176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1765" h="6858000">
                <a:moveTo>
                  <a:pt x="0" y="0"/>
                </a:moveTo>
                <a:lnTo>
                  <a:pt x="5871765" y="0"/>
                </a:lnTo>
                <a:lnTo>
                  <a:pt x="5871765" y="689205"/>
                </a:lnTo>
                <a:cubicBezTo>
                  <a:pt x="5871765" y="691697"/>
                  <a:pt x="5871765" y="694188"/>
                  <a:pt x="5871765" y="696685"/>
                </a:cubicBezTo>
                <a:lnTo>
                  <a:pt x="5868433" y="2034640"/>
                </a:lnTo>
                <a:lnTo>
                  <a:pt x="5863022" y="2695096"/>
                </a:lnTo>
                <a:cubicBezTo>
                  <a:pt x="5863022" y="4428521"/>
                  <a:pt x="4939986" y="5946249"/>
                  <a:pt x="3558513" y="6784859"/>
                </a:cubicBezTo>
                <a:lnTo>
                  <a:pt x="3431188" y="6858000"/>
                </a:lnTo>
                <a:lnTo>
                  <a:pt x="0" y="6858000"/>
                </a:lnTo>
                <a:close/>
              </a:path>
            </a:pathLst>
          </a:custGeom>
          <a:solidFill>
            <a:schemeClr val="accent2"/>
          </a:solid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Tree>
    <p:extLst>
      <p:ext uri="{BB962C8B-B14F-4D97-AF65-F5344CB8AC3E}">
        <p14:creationId xmlns:p14="http://schemas.microsoft.com/office/powerpoint/2010/main" val="120154951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3 Start - White bg with picture">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15A338BB-21BC-4C89-9008-94B94F845937}"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sp>
        <p:nvSpPr>
          <p:cNvPr id="14" name="Rectangle 13">
            <a:extLst>
              <a:ext uri="{FF2B5EF4-FFF2-40B4-BE49-F238E27FC236}">
                <a16:creationId xmlns:a16="http://schemas.microsoft.com/office/drawing/2014/main" id="{8D727EF7-D044-4C87-8FDE-8D738300984B}"/>
              </a:ext>
            </a:extLst>
          </p:cNvPr>
          <p:cNvSpPr>
            <a:spLocks/>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602400" y="3575136"/>
            <a:ext cx="4896000" cy="360000"/>
          </a:xfrm>
        </p:spPr>
        <p:txBody>
          <a:bodyPr wrap="square" anchor="b" anchorCtr="0">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602400" y="3934800"/>
            <a:ext cx="4896000" cy="230400"/>
          </a:xfrm>
        </p:spPr>
        <p:txBody>
          <a:bodyPr anchor="ctr" anchorCtr="0">
            <a:normAutofit/>
          </a:bodyPr>
          <a:lstStyle>
            <a:lvl1pPr marL="0" indent="0">
              <a:buFontTx/>
              <a:buNone/>
              <a:defRPr sz="1200">
                <a:solidFill>
                  <a:schemeClr val="tx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
        <p:nvSpPr>
          <p:cNvPr id="11" name="Text Placeholder 10">
            <a:extLst>
              <a:ext uri="{FF2B5EF4-FFF2-40B4-BE49-F238E27FC236}">
                <a16:creationId xmlns:a16="http://schemas.microsoft.com/office/drawing/2014/main" id="{4B6ECD5C-20DB-4B4B-BE32-A3A946DB847B}"/>
              </a:ext>
            </a:extLst>
          </p:cNvPr>
          <p:cNvSpPr>
            <a:spLocks noGrp="1"/>
          </p:cNvSpPr>
          <p:nvPr>
            <p:ph type="body" sz="quarter" idx="14" hasCustomPrompt="1"/>
          </p:nvPr>
        </p:nvSpPr>
        <p:spPr>
          <a:xfrm>
            <a:off x="6602400" y="403200"/>
            <a:ext cx="4896000" cy="2660400"/>
          </a:xfrm>
        </p:spPr>
        <p:txBody>
          <a:bodyPr anchor="b" anchorCtr="0"/>
          <a:lstStyle>
            <a:lvl1pPr marL="0" indent="0">
              <a:lnSpc>
                <a:spcPct val="90000"/>
              </a:lnSpc>
              <a:spcBef>
                <a:spcPts val="0"/>
              </a:spcBef>
              <a:buFontTx/>
              <a:buNone/>
              <a:defRPr sz="3200" b="1">
                <a:solidFill>
                  <a:schemeClr val="tx2"/>
                </a:solidFill>
                <a:latin typeface="+mj-lt"/>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Heading on maximum three lines</a:t>
            </a:r>
            <a:endParaRPr lang="en-GB" dirty="0"/>
          </a:p>
        </p:txBody>
      </p:sp>
      <p:pic>
        <p:nvPicPr>
          <p:cNvPr id="13" name="Graphic 12">
            <a:extLst>
              <a:ext uri="{FF2B5EF4-FFF2-40B4-BE49-F238E27FC236}">
                <a16:creationId xmlns:a16="http://schemas.microsoft.com/office/drawing/2014/main" id="{E27CA6F6-5421-4C17-A69F-75CE7EDA66E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60400" y="5943600"/>
            <a:ext cx="2235600" cy="331200"/>
          </a:xfrm>
          <a:prstGeom prst="rect">
            <a:avLst/>
          </a:prstGeom>
        </p:spPr>
      </p:pic>
      <p:sp>
        <p:nvSpPr>
          <p:cNvPr id="15" name="Picture Placeholder 14">
            <a:extLst>
              <a:ext uri="{FF2B5EF4-FFF2-40B4-BE49-F238E27FC236}">
                <a16:creationId xmlns:a16="http://schemas.microsoft.com/office/drawing/2014/main" id="{5B5E551C-01A5-43C5-B77B-6CCA9F2C3540}"/>
              </a:ext>
            </a:extLst>
          </p:cNvPr>
          <p:cNvSpPr>
            <a:spLocks noGrp="1"/>
          </p:cNvSpPr>
          <p:nvPr>
            <p:ph type="pic" sz="quarter" idx="15"/>
          </p:nvPr>
        </p:nvSpPr>
        <p:spPr>
          <a:xfrm>
            <a:off x="0" y="0"/>
            <a:ext cx="8405813" cy="6858000"/>
          </a:xfrm>
          <a:custGeom>
            <a:avLst/>
            <a:gdLst>
              <a:gd name="connsiteX0" fmla="*/ 0 w 8405813"/>
              <a:gd name="connsiteY0" fmla="*/ 0 h 6858000"/>
              <a:gd name="connsiteX1" fmla="*/ 6760502 w 8405813"/>
              <a:gd name="connsiteY1" fmla="*/ 0 h 6858000"/>
              <a:gd name="connsiteX2" fmla="*/ 6760502 w 8405813"/>
              <a:gd name="connsiteY2" fmla="*/ 1 h 6858000"/>
              <a:gd name="connsiteX3" fmla="*/ 6759457 w 8405813"/>
              <a:gd name="connsiteY3" fmla="*/ 1 h 6858000"/>
              <a:gd name="connsiteX4" fmla="*/ 6742996 w 8405813"/>
              <a:gd name="connsiteY4" fmla="*/ 20330 h 6858000"/>
              <a:gd name="connsiteX5" fmla="*/ 6427502 w 8405813"/>
              <a:gd name="connsiteY5" fmla="*/ 495961 h 6858000"/>
              <a:gd name="connsiteX6" fmla="*/ 8077080 w 8405813"/>
              <a:gd name="connsiteY6" fmla="*/ 6653438 h 6858000"/>
              <a:gd name="connsiteX7" fmla="*/ 8405813 w 8405813"/>
              <a:gd name="connsiteY7" fmla="*/ 6847023 h 6858000"/>
              <a:gd name="connsiteX8" fmla="*/ 8405813 w 8405813"/>
              <a:gd name="connsiteY8" fmla="*/ 6858000 h 6858000"/>
              <a:gd name="connsiteX9" fmla="*/ 0 w 8405813"/>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05813" h="6858000">
                <a:moveTo>
                  <a:pt x="0" y="0"/>
                </a:moveTo>
                <a:lnTo>
                  <a:pt x="6760502" y="0"/>
                </a:lnTo>
                <a:lnTo>
                  <a:pt x="6760502" y="1"/>
                </a:lnTo>
                <a:lnTo>
                  <a:pt x="6759457" y="1"/>
                </a:lnTo>
                <a:lnTo>
                  <a:pt x="6742996" y="20330"/>
                </a:lnTo>
                <a:cubicBezTo>
                  <a:pt x="6628234" y="171582"/>
                  <a:pt x="6522803" y="330397"/>
                  <a:pt x="6427502" y="495961"/>
                </a:cubicBezTo>
                <a:cubicBezTo>
                  <a:pt x="5184060" y="2651811"/>
                  <a:pt x="5922987" y="5408696"/>
                  <a:pt x="8077080" y="6653438"/>
                </a:cubicBezTo>
                <a:lnTo>
                  <a:pt x="8405813" y="6847023"/>
                </a:lnTo>
                <a:lnTo>
                  <a:pt x="8405813" y="6858000"/>
                </a:lnTo>
                <a:lnTo>
                  <a:pt x="0" y="6858000"/>
                </a:lnTo>
                <a:close/>
              </a:path>
            </a:pathLst>
          </a:custGeom>
          <a:blipFill>
            <a:blip r:embed="rId4"/>
            <a:stretch>
              <a:fillRect/>
            </a:stretch>
          </a:blipFill>
        </p:spPr>
        <p:txBody>
          <a:bodyPr wrap="square" tIns="468000" anchor="ctr" anchorCtr="0">
            <a:noAutofit/>
          </a:bodyPr>
          <a:lstStyle>
            <a:lvl1pPr marL="0" indent="0" algn="ctr">
              <a:buFontTx/>
              <a:buNone/>
              <a:defRPr sz="12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40850918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1 - Section divider 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6165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BF3031-97AC-4552-A986-A0C37D622BF6}"/>
              </a:ext>
            </a:extLst>
          </p:cNvPr>
          <p:cNvSpPr>
            <a:spLocks noGrp="1"/>
          </p:cNvSpPr>
          <p:nvPr>
            <p:ph type="title" hasCustomPrompt="1"/>
          </p:nvPr>
        </p:nvSpPr>
        <p:spPr>
          <a:xfrm>
            <a:off x="695325" y="403200"/>
            <a:ext cx="10800000" cy="2664000"/>
          </a:xfrm>
        </p:spPr>
        <p:txBody>
          <a:bodyPr wrap="square" anchor="b"/>
          <a:lstStyle>
            <a:lvl1pPr>
              <a:defRPr sz="4800">
                <a:solidFill>
                  <a:schemeClr val="bg1"/>
                </a:solidFill>
              </a:defRPr>
            </a:lvl1pPr>
          </a:lstStyle>
          <a:p>
            <a:r>
              <a:rPr lang="en-GB" dirty="0"/>
              <a:t>Heading</a:t>
            </a:r>
          </a:p>
        </p:txBody>
      </p:sp>
      <p:sp>
        <p:nvSpPr>
          <p:cNvPr id="3" name="Text Placeholder 2">
            <a:extLst>
              <a:ext uri="{FF2B5EF4-FFF2-40B4-BE49-F238E27FC236}">
                <a16:creationId xmlns:a16="http://schemas.microsoft.com/office/drawing/2014/main" id="{1C17AF8A-09AB-4AB2-A690-C99DEBFC55BE}"/>
              </a:ext>
            </a:extLst>
          </p:cNvPr>
          <p:cNvSpPr>
            <a:spLocks noGrp="1"/>
          </p:cNvSpPr>
          <p:nvPr>
            <p:ph type="body" idx="1" hasCustomPrompt="1"/>
          </p:nvPr>
        </p:nvSpPr>
        <p:spPr>
          <a:xfrm>
            <a:off x="695325" y="3073228"/>
            <a:ext cx="10800000" cy="7200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Sub-heading</a:t>
            </a:r>
          </a:p>
        </p:txBody>
      </p:sp>
      <p:sp>
        <p:nvSpPr>
          <p:cNvPr id="11" name="Date Placeholder 10">
            <a:extLst>
              <a:ext uri="{FF2B5EF4-FFF2-40B4-BE49-F238E27FC236}">
                <a16:creationId xmlns:a16="http://schemas.microsoft.com/office/drawing/2014/main" id="{ED79BB06-335C-4FF0-918A-758D1BC8D60B}"/>
              </a:ext>
            </a:extLst>
          </p:cNvPr>
          <p:cNvSpPr>
            <a:spLocks noGrp="1"/>
          </p:cNvSpPr>
          <p:nvPr>
            <p:ph type="dt" sz="half" idx="10"/>
          </p:nvPr>
        </p:nvSpPr>
        <p:spPr/>
        <p:txBody>
          <a:bodyPr/>
          <a:lstStyle/>
          <a:p>
            <a:fld id="{66979D71-B388-47F5-9B71-F71530ED1A63}" type="datetime3">
              <a:rPr lang="en-GB" smtClean="0"/>
              <a:t>23 March, 2026</a:t>
            </a:fld>
            <a:endParaRPr lang="en-GB" dirty="0"/>
          </a:p>
        </p:txBody>
      </p:sp>
      <p:sp>
        <p:nvSpPr>
          <p:cNvPr id="12" name="Footer Placeholder 11">
            <a:extLst>
              <a:ext uri="{FF2B5EF4-FFF2-40B4-BE49-F238E27FC236}">
                <a16:creationId xmlns:a16="http://schemas.microsoft.com/office/drawing/2014/main" id="{F40096BF-3574-4E20-865B-D2C7F696CDCD}"/>
              </a:ext>
            </a:extLst>
          </p:cNvPr>
          <p:cNvSpPr>
            <a:spLocks noGrp="1"/>
          </p:cNvSpPr>
          <p:nvPr>
            <p:ph type="ftr" sz="quarter" idx="11"/>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8E1CE177-B3B7-4AB3-859D-58DDF835291E}"/>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5850000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2.2 - Section divider snow">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61658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BF3031-97AC-4552-A986-A0C37D622BF6}"/>
              </a:ext>
            </a:extLst>
          </p:cNvPr>
          <p:cNvSpPr>
            <a:spLocks noGrp="1"/>
          </p:cNvSpPr>
          <p:nvPr>
            <p:ph type="title" hasCustomPrompt="1"/>
          </p:nvPr>
        </p:nvSpPr>
        <p:spPr>
          <a:xfrm>
            <a:off x="695325" y="403200"/>
            <a:ext cx="10800000" cy="2664000"/>
          </a:xfrm>
        </p:spPr>
        <p:txBody>
          <a:bodyPr wrap="square" anchor="b"/>
          <a:lstStyle>
            <a:lvl1pPr>
              <a:defRPr sz="4800"/>
            </a:lvl1pPr>
          </a:lstStyle>
          <a:p>
            <a:r>
              <a:rPr lang="en-GB" dirty="0"/>
              <a:t>Heading</a:t>
            </a:r>
          </a:p>
        </p:txBody>
      </p:sp>
      <p:sp>
        <p:nvSpPr>
          <p:cNvPr id="3" name="Text Placeholder 2">
            <a:extLst>
              <a:ext uri="{FF2B5EF4-FFF2-40B4-BE49-F238E27FC236}">
                <a16:creationId xmlns:a16="http://schemas.microsoft.com/office/drawing/2014/main" id="{1C17AF8A-09AB-4AB2-A690-C99DEBFC55BE}"/>
              </a:ext>
            </a:extLst>
          </p:cNvPr>
          <p:cNvSpPr>
            <a:spLocks noGrp="1"/>
          </p:cNvSpPr>
          <p:nvPr>
            <p:ph type="body" idx="1" hasCustomPrompt="1"/>
          </p:nvPr>
        </p:nvSpPr>
        <p:spPr>
          <a:xfrm>
            <a:off x="695325" y="3073228"/>
            <a:ext cx="10800000" cy="720000"/>
          </a:xfrm>
        </p:spPr>
        <p:txBody>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Sub-heading</a:t>
            </a:r>
          </a:p>
        </p:txBody>
      </p:sp>
      <p:sp>
        <p:nvSpPr>
          <p:cNvPr id="11" name="Date Placeholder 10">
            <a:extLst>
              <a:ext uri="{FF2B5EF4-FFF2-40B4-BE49-F238E27FC236}">
                <a16:creationId xmlns:a16="http://schemas.microsoft.com/office/drawing/2014/main" id="{0B2996DB-E4A4-4CB9-B160-9629BA0EF912}"/>
              </a:ext>
            </a:extLst>
          </p:cNvPr>
          <p:cNvSpPr>
            <a:spLocks noGrp="1"/>
          </p:cNvSpPr>
          <p:nvPr>
            <p:ph type="dt" sz="half" idx="10"/>
          </p:nvPr>
        </p:nvSpPr>
        <p:spPr/>
        <p:txBody>
          <a:bodyPr/>
          <a:lstStyle/>
          <a:p>
            <a:fld id="{3647E28B-CAC7-4D42-AD3F-196245E581C0}" type="datetime3">
              <a:rPr lang="en-GB" smtClean="0"/>
              <a:t>23 March, 2026</a:t>
            </a:fld>
            <a:endParaRPr lang="en-GB" dirty="0"/>
          </a:p>
        </p:txBody>
      </p:sp>
      <p:sp>
        <p:nvSpPr>
          <p:cNvPr id="12" name="Footer Placeholder 11">
            <a:extLst>
              <a:ext uri="{FF2B5EF4-FFF2-40B4-BE49-F238E27FC236}">
                <a16:creationId xmlns:a16="http://schemas.microsoft.com/office/drawing/2014/main" id="{EC104C7A-7BFB-4F67-A87B-3890C2C52E15}"/>
              </a:ext>
            </a:extLst>
          </p:cNvPr>
          <p:cNvSpPr>
            <a:spLocks noGrp="1"/>
          </p:cNvSpPr>
          <p:nvPr>
            <p:ph type="ftr" sz="quarter" idx="11"/>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E519083B-7078-4F24-A0F5-A4DD283FF4C9}"/>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1293883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1 Content - Heading and bullet text on white 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A9D44F6-0B03-47DC-850F-E97E645294FF}"/>
              </a:ext>
            </a:extLst>
          </p:cNvPr>
          <p:cNvSpPr>
            <a:spLocks noGrp="1"/>
          </p:cNvSpPr>
          <p:nvPr>
            <p:ph sz="quarter" idx="18"/>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wrap="square"/>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D5493CB7-2F2C-40E8-8B62-32945EFDDF3F}"/>
              </a:ext>
            </a:extLst>
          </p:cNvPr>
          <p:cNvSpPr>
            <a:spLocks noGrp="1"/>
          </p:cNvSpPr>
          <p:nvPr>
            <p:ph type="dt" sz="half" idx="15"/>
          </p:nvPr>
        </p:nvSpPr>
        <p:spPr/>
        <p:txBody>
          <a:bodyPr/>
          <a:lstStyle/>
          <a:p>
            <a:fld id="{0DC9F904-60C8-4872-861F-23C9F1840CFE}" type="datetime3">
              <a:rPr lang="en-GB" smtClean="0"/>
              <a:t>23 March, 2026</a:t>
            </a:fld>
            <a:endParaRPr lang="en-GB" dirty="0"/>
          </a:p>
        </p:txBody>
      </p:sp>
      <p:sp>
        <p:nvSpPr>
          <p:cNvPr id="3" name="Footer Placeholder 2">
            <a:extLst>
              <a:ext uri="{FF2B5EF4-FFF2-40B4-BE49-F238E27FC236}">
                <a16:creationId xmlns:a16="http://schemas.microsoft.com/office/drawing/2014/main" id="{3DF615FA-1CD1-46CD-BD15-A7665D17E5A1}"/>
              </a:ext>
            </a:extLst>
          </p:cNvPr>
          <p:cNvSpPr>
            <a:spLocks noGrp="1"/>
          </p:cNvSpPr>
          <p:nvPr>
            <p:ph type="ftr" sz="quarter" idx="16"/>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4DBAFC1B-31A1-4E01-B1F4-F66707A01BBD}"/>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65387927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2 Content - Heding and bullet text on snow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748D3-BDF4-491B-AA8F-BAF29183165D}"/>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3" name="Date Placeholder 2">
            <a:extLst>
              <a:ext uri="{FF2B5EF4-FFF2-40B4-BE49-F238E27FC236}">
                <a16:creationId xmlns:a16="http://schemas.microsoft.com/office/drawing/2014/main" id="{42DCBB10-8E83-439E-B266-8FC019526EB9}"/>
              </a:ext>
            </a:extLst>
          </p:cNvPr>
          <p:cNvSpPr>
            <a:spLocks noGrp="1"/>
          </p:cNvSpPr>
          <p:nvPr>
            <p:ph type="dt" sz="half" idx="15"/>
          </p:nvPr>
        </p:nvSpPr>
        <p:spPr/>
        <p:txBody>
          <a:bodyPr/>
          <a:lstStyle/>
          <a:p>
            <a:fld id="{8EA04FDE-33C1-472D-9617-FC1A0830BDAD}" type="datetime3">
              <a:rPr lang="en-GB" smtClean="0"/>
              <a:t>23 March, 2026</a:t>
            </a:fld>
            <a:endParaRPr lang="en-GB" dirty="0"/>
          </a:p>
        </p:txBody>
      </p:sp>
      <p:sp>
        <p:nvSpPr>
          <p:cNvPr id="8" name="Footer Placeholder 7">
            <a:extLst>
              <a:ext uri="{FF2B5EF4-FFF2-40B4-BE49-F238E27FC236}">
                <a16:creationId xmlns:a16="http://schemas.microsoft.com/office/drawing/2014/main" id="{95AC7E7D-3352-48D4-9AD9-329C5AACD2C3}"/>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6831967-45E9-4AAE-B1FD-925D1C176C29}"/>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
        <p:nvSpPr>
          <p:cNvPr id="11" name="Content Placeholder 4">
            <a:extLst>
              <a:ext uri="{FF2B5EF4-FFF2-40B4-BE49-F238E27FC236}">
                <a16:creationId xmlns:a16="http://schemas.microsoft.com/office/drawing/2014/main" id="{74FBEE82-4BC3-402D-B19C-C6B4706750F2}"/>
              </a:ext>
            </a:extLst>
          </p:cNvPr>
          <p:cNvSpPr>
            <a:spLocks noGrp="1"/>
          </p:cNvSpPr>
          <p:nvPr>
            <p:ph sz="quarter" idx="18"/>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7405516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3 Content - Heading and bullet text on blu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748D3-BDF4-491B-AA8F-BAF29183165D}"/>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3" name="Date Placeholder 2">
            <a:extLst>
              <a:ext uri="{FF2B5EF4-FFF2-40B4-BE49-F238E27FC236}">
                <a16:creationId xmlns:a16="http://schemas.microsoft.com/office/drawing/2014/main" id="{7E7D6E0E-499D-47FF-8ACF-0369766A8FB7}"/>
              </a:ext>
            </a:extLst>
          </p:cNvPr>
          <p:cNvSpPr>
            <a:spLocks noGrp="1"/>
          </p:cNvSpPr>
          <p:nvPr>
            <p:ph type="dt" sz="half" idx="15"/>
          </p:nvPr>
        </p:nvSpPr>
        <p:spPr/>
        <p:txBody>
          <a:bodyPr/>
          <a:lstStyle/>
          <a:p>
            <a:fld id="{38E1D3EC-A8EE-4AAB-B813-24A449240231}" type="datetime3">
              <a:rPr lang="en-GB" smtClean="0"/>
              <a:t>23 March, 2026</a:t>
            </a:fld>
            <a:endParaRPr lang="en-GB" dirty="0"/>
          </a:p>
        </p:txBody>
      </p:sp>
      <p:sp>
        <p:nvSpPr>
          <p:cNvPr id="8" name="Footer Placeholder 7">
            <a:extLst>
              <a:ext uri="{FF2B5EF4-FFF2-40B4-BE49-F238E27FC236}">
                <a16:creationId xmlns:a16="http://schemas.microsoft.com/office/drawing/2014/main" id="{22550B62-8BBC-453A-9E3B-5F6E0A9CC391}"/>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24FECB8D-711E-48DF-9790-76867C5881CC}"/>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
        <p:nvSpPr>
          <p:cNvPr id="11" name="Content Placeholder 4">
            <a:extLst>
              <a:ext uri="{FF2B5EF4-FFF2-40B4-BE49-F238E27FC236}">
                <a16:creationId xmlns:a16="http://schemas.microsoft.com/office/drawing/2014/main" id="{982DBECE-2A44-42AF-AF45-0CF8B022EEAA}"/>
              </a:ext>
            </a:extLst>
          </p:cNvPr>
          <p:cNvSpPr>
            <a:spLocks noGrp="1"/>
          </p:cNvSpPr>
          <p:nvPr>
            <p:ph sz="quarter" idx="18"/>
          </p:nvPr>
        </p:nvSpPr>
        <p:spPr>
          <a:xfrm>
            <a:off x="696000" y="1773238"/>
            <a:ext cx="8640000"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3611220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5 - Heading with bullet text and chart">
    <p:spTree>
      <p:nvGrpSpPr>
        <p:cNvPr id="1" name=""/>
        <p:cNvGrpSpPr/>
        <p:nvPr/>
      </p:nvGrpSpPr>
      <p:grpSpPr>
        <a:xfrm>
          <a:off x="0" y="0"/>
          <a:ext cx="0" cy="0"/>
          <a:chOff x="0" y="0"/>
          <a:chExt cx="0" cy="0"/>
        </a:xfrm>
      </p:grpSpPr>
      <p:sp>
        <p:nvSpPr>
          <p:cNvPr id="11" name="Content Placeholder 4">
            <a:extLst>
              <a:ext uri="{FF2B5EF4-FFF2-40B4-BE49-F238E27FC236}">
                <a16:creationId xmlns:a16="http://schemas.microsoft.com/office/drawing/2014/main" id="{B987CA4D-64A8-4AD7-96BC-E9C792DB9ED5}"/>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3" name="Content Placeholder 4">
            <a:extLst>
              <a:ext uri="{FF2B5EF4-FFF2-40B4-BE49-F238E27FC236}">
                <a16:creationId xmlns:a16="http://schemas.microsoft.com/office/drawing/2014/main" id="{6E1FE68A-5A81-42C5-8773-BD7A6411EA29}"/>
              </a:ext>
            </a:extLst>
          </p:cNvPr>
          <p:cNvSpPr>
            <a:spLocks noGrp="1"/>
          </p:cNvSpPr>
          <p:nvPr>
            <p:ph sz="quarter" idx="20"/>
          </p:nvPr>
        </p:nvSpPr>
        <p:spPr>
          <a:xfrm>
            <a:off x="6277349"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3A63870A-33B4-4320-BF1B-F61B9E7A1A02}"/>
              </a:ext>
            </a:extLst>
          </p:cNvPr>
          <p:cNvSpPr>
            <a:spLocks noGrp="1"/>
          </p:cNvSpPr>
          <p:nvPr>
            <p:ph type="dt" sz="half" idx="16"/>
          </p:nvPr>
        </p:nvSpPr>
        <p:spPr/>
        <p:txBody>
          <a:bodyPr/>
          <a:lstStyle/>
          <a:p>
            <a:fld id="{087E49D0-E71E-43BF-99CE-D0A50323898E}" type="datetime3">
              <a:rPr lang="en-GB" smtClean="0"/>
              <a:t>23 March, 2026</a:t>
            </a:fld>
            <a:endParaRPr lang="en-GB" dirty="0"/>
          </a:p>
        </p:txBody>
      </p:sp>
      <p:sp>
        <p:nvSpPr>
          <p:cNvPr id="3" name="Footer Placeholder 2">
            <a:extLst>
              <a:ext uri="{FF2B5EF4-FFF2-40B4-BE49-F238E27FC236}">
                <a16:creationId xmlns:a16="http://schemas.microsoft.com/office/drawing/2014/main" id="{729EC4F1-52AB-4D7A-BF66-E0D9AD4A2F7D}"/>
              </a:ext>
            </a:extLst>
          </p:cNvPr>
          <p:cNvSpPr>
            <a:spLocks noGrp="1"/>
          </p:cNvSpPr>
          <p:nvPr>
            <p:ph type="ftr" sz="quarter" idx="17"/>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7E2D947-F5A5-4887-9229-668EB882D1F4}"/>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63182908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6 - Heading with 2 column bullet text snow 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FA1E6D8-E1F1-4280-A066-6C2F248809F0}"/>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FD6628D3-D18C-4AD1-B753-FCA1E24940D3}"/>
              </a:ext>
            </a:extLst>
          </p:cNvPr>
          <p:cNvSpPr>
            <a:spLocks noGrp="1"/>
          </p:cNvSpPr>
          <p:nvPr>
            <p:ph type="dt" sz="half" idx="16"/>
          </p:nvPr>
        </p:nvSpPr>
        <p:spPr/>
        <p:txBody>
          <a:bodyPr/>
          <a:lstStyle/>
          <a:p>
            <a:fld id="{E6656A71-A893-4C7C-996D-E97B65589A14}" type="datetime3">
              <a:rPr lang="en-GB" smtClean="0"/>
              <a:t>23 March, 2026</a:t>
            </a:fld>
            <a:endParaRPr lang="en-GB" dirty="0"/>
          </a:p>
        </p:txBody>
      </p:sp>
      <p:sp>
        <p:nvSpPr>
          <p:cNvPr id="3" name="Footer Placeholder 2">
            <a:extLst>
              <a:ext uri="{FF2B5EF4-FFF2-40B4-BE49-F238E27FC236}">
                <a16:creationId xmlns:a16="http://schemas.microsoft.com/office/drawing/2014/main" id="{E4DA7ED5-2024-413E-BB3D-9AE453DC687E}"/>
              </a:ext>
            </a:extLst>
          </p:cNvPr>
          <p:cNvSpPr>
            <a:spLocks noGrp="1"/>
          </p:cNvSpPr>
          <p:nvPr>
            <p:ph type="ftr" sz="quarter" idx="17"/>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FD19504E-B2DB-40FC-AE80-BE347A4AAC43}"/>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
        <p:nvSpPr>
          <p:cNvPr id="14" name="Content Placeholder 4">
            <a:extLst>
              <a:ext uri="{FF2B5EF4-FFF2-40B4-BE49-F238E27FC236}">
                <a16:creationId xmlns:a16="http://schemas.microsoft.com/office/drawing/2014/main" id="{84B4B4BB-8CF9-4E44-AF74-F38752FF5AC4}"/>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5" name="Content Placeholder 4">
            <a:extLst>
              <a:ext uri="{FF2B5EF4-FFF2-40B4-BE49-F238E27FC236}">
                <a16:creationId xmlns:a16="http://schemas.microsoft.com/office/drawing/2014/main" id="{F692713A-34E6-4E38-93E0-69EA6F4AB483}"/>
              </a:ext>
            </a:extLst>
          </p:cNvPr>
          <p:cNvSpPr>
            <a:spLocks noGrp="1"/>
          </p:cNvSpPr>
          <p:nvPr>
            <p:ph sz="quarter" idx="20"/>
          </p:nvPr>
        </p:nvSpPr>
        <p:spPr>
          <a:xfrm>
            <a:off x="6277349" y="1773238"/>
            <a:ext cx="5219326" cy="424815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621043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7 - Heading with 3 column bullet text/chart right on snow bg ">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7028AB1-123F-4431-A059-3DC7723359CA}"/>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40AB648E-DEBF-4597-B74D-B5F5A98E05FD}"/>
              </a:ext>
            </a:extLst>
          </p:cNvPr>
          <p:cNvSpPr>
            <a:spLocks noGrp="1"/>
          </p:cNvSpPr>
          <p:nvPr>
            <p:ph sz="quarter" idx="17"/>
          </p:nvPr>
        </p:nvSpPr>
        <p:spPr>
          <a:xfrm>
            <a:off x="695325"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Content Placeholder 2">
            <a:extLst>
              <a:ext uri="{FF2B5EF4-FFF2-40B4-BE49-F238E27FC236}">
                <a16:creationId xmlns:a16="http://schemas.microsoft.com/office/drawing/2014/main" id="{D65A0954-F904-4FAA-91D3-D9740C81F375}"/>
              </a:ext>
            </a:extLst>
          </p:cNvPr>
          <p:cNvSpPr>
            <a:spLocks noGrp="1"/>
          </p:cNvSpPr>
          <p:nvPr>
            <p:ph sz="quarter" idx="18"/>
          </p:nvPr>
        </p:nvSpPr>
        <p:spPr>
          <a:xfrm>
            <a:off x="4414463"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id="{4276995A-3454-4F5D-AC20-1641E0135476}"/>
              </a:ext>
            </a:extLst>
          </p:cNvPr>
          <p:cNvSpPr>
            <a:spLocks noGrp="1"/>
          </p:cNvSpPr>
          <p:nvPr>
            <p:ph sz="quarter" idx="19"/>
          </p:nvPr>
        </p:nvSpPr>
        <p:spPr>
          <a:xfrm>
            <a:off x="8133600"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492D0F73-18E1-412D-8CF6-A2E67A2F5816}"/>
              </a:ext>
            </a:extLst>
          </p:cNvPr>
          <p:cNvSpPr>
            <a:spLocks noGrp="1"/>
          </p:cNvSpPr>
          <p:nvPr>
            <p:ph type="body" sz="quarter" idx="20" hasCustomPrompt="1"/>
          </p:nvPr>
        </p:nvSpPr>
        <p:spPr>
          <a:xfrm>
            <a:off x="69532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18" name="Text Placeholder 11">
            <a:extLst>
              <a:ext uri="{FF2B5EF4-FFF2-40B4-BE49-F238E27FC236}">
                <a16:creationId xmlns:a16="http://schemas.microsoft.com/office/drawing/2014/main" id="{947E1071-B10A-4069-ADDD-AEB3D9333CCD}"/>
              </a:ext>
            </a:extLst>
          </p:cNvPr>
          <p:cNvSpPr>
            <a:spLocks noGrp="1"/>
          </p:cNvSpPr>
          <p:nvPr>
            <p:ph type="body" sz="quarter" idx="21" hasCustomPrompt="1"/>
          </p:nvPr>
        </p:nvSpPr>
        <p:spPr>
          <a:xfrm>
            <a:off x="4414800"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19" name="Text Placeholder 11">
            <a:extLst>
              <a:ext uri="{FF2B5EF4-FFF2-40B4-BE49-F238E27FC236}">
                <a16:creationId xmlns:a16="http://schemas.microsoft.com/office/drawing/2014/main" id="{5C42F02D-722F-4956-9D66-70724ECD5F26}"/>
              </a:ext>
            </a:extLst>
          </p:cNvPr>
          <p:cNvSpPr>
            <a:spLocks noGrp="1"/>
          </p:cNvSpPr>
          <p:nvPr>
            <p:ph type="body" sz="quarter" idx="22" hasCustomPrompt="1"/>
          </p:nvPr>
        </p:nvSpPr>
        <p:spPr>
          <a:xfrm>
            <a:off x="813427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8" name="Date Placeholder 7">
            <a:extLst>
              <a:ext uri="{FF2B5EF4-FFF2-40B4-BE49-F238E27FC236}">
                <a16:creationId xmlns:a16="http://schemas.microsoft.com/office/drawing/2014/main" id="{B94486C7-5C7A-4460-B959-EFD196052E20}"/>
              </a:ext>
            </a:extLst>
          </p:cNvPr>
          <p:cNvSpPr>
            <a:spLocks noGrp="1"/>
          </p:cNvSpPr>
          <p:nvPr>
            <p:ph type="dt" sz="half" idx="23"/>
          </p:nvPr>
        </p:nvSpPr>
        <p:spPr/>
        <p:txBody>
          <a:bodyPr/>
          <a:lstStyle/>
          <a:p>
            <a:fld id="{B5114490-AA22-47BB-9B6C-36312D275C07}" type="datetime3">
              <a:rPr lang="en-GB" smtClean="0"/>
              <a:t>23 March, 2026</a:t>
            </a:fld>
            <a:endParaRPr lang="en-GB" dirty="0"/>
          </a:p>
        </p:txBody>
      </p:sp>
      <p:sp>
        <p:nvSpPr>
          <p:cNvPr id="20" name="Footer Placeholder 19">
            <a:extLst>
              <a:ext uri="{FF2B5EF4-FFF2-40B4-BE49-F238E27FC236}">
                <a16:creationId xmlns:a16="http://schemas.microsoft.com/office/drawing/2014/main" id="{42019B50-5ACC-47A5-BBFB-A2132454FDB4}"/>
              </a:ext>
            </a:extLst>
          </p:cNvPr>
          <p:cNvSpPr>
            <a:spLocks noGrp="1"/>
          </p:cNvSpPr>
          <p:nvPr>
            <p:ph type="ftr" sz="quarter" idx="24"/>
          </p:nvPr>
        </p:nvSpPr>
        <p:spPr/>
        <p:txBody>
          <a:bodyPr/>
          <a:lstStyle/>
          <a:p>
            <a:r>
              <a:rPr lang="en-GB"/>
              <a:t>Presentation name</a:t>
            </a:r>
            <a:endParaRPr lang="en-GB" dirty="0"/>
          </a:p>
        </p:txBody>
      </p:sp>
      <p:sp>
        <p:nvSpPr>
          <p:cNvPr id="21" name="Slide Number Placeholder 20">
            <a:extLst>
              <a:ext uri="{FF2B5EF4-FFF2-40B4-BE49-F238E27FC236}">
                <a16:creationId xmlns:a16="http://schemas.microsoft.com/office/drawing/2014/main" id="{93853E13-6F8E-402C-9276-28E7B075A897}"/>
              </a:ext>
            </a:extLst>
          </p:cNvPr>
          <p:cNvSpPr>
            <a:spLocks noGrp="1"/>
          </p:cNvSpPr>
          <p:nvPr>
            <p:ph type="sldNum" sz="quarter" idx="25"/>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52617433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8 - Heading with 3 column bullet text/chart right on white bg ">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B648E-DEBF-4597-B74D-B5F5A98E05FD}"/>
              </a:ext>
            </a:extLst>
          </p:cNvPr>
          <p:cNvSpPr>
            <a:spLocks noGrp="1"/>
          </p:cNvSpPr>
          <p:nvPr>
            <p:ph sz="quarter" idx="17"/>
          </p:nvPr>
        </p:nvSpPr>
        <p:spPr>
          <a:xfrm>
            <a:off x="695325"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Content Placeholder 2">
            <a:extLst>
              <a:ext uri="{FF2B5EF4-FFF2-40B4-BE49-F238E27FC236}">
                <a16:creationId xmlns:a16="http://schemas.microsoft.com/office/drawing/2014/main" id="{D65A0954-F904-4FAA-91D3-D9740C81F375}"/>
              </a:ext>
            </a:extLst>
          </p:cNvPr>
          <p:cNvSpPr>
            <a:spLocks noGrp="1"/>
          </p:cNvSpPr>
          <p:nvPr>
            <p:ph sz="quarter" idx="18"/>
          </p:nvPr>
        </p:nvSpPr>
        <p:spPr>
          <a:xfrm>
            <a:off x="4414463"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id="{4276995A-3454-4F5D-AC20-1641E0135476}"/>
              </a:ext>
            </a:extLst>
          </p:cNvPr>
          <p:cNvSpPr>
            <a:spLocks noGrp="1"/>
          </p:cNvSpPr>
          <p:nvPr>
            <p:ph sz="quarter" idx="19"/>
          </p:nvPr>
        </p:nvSpPr>
        <p:spPr>
          <a:xfrm>
            <a:off x="8133600"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492D0F73-18E1-412D-8CF6-A2E67A2F5816}"/>
              </a:ext>
            </a:extLst>
          </p:cNvPr>
          <p:cNvSpPr>
            <a:spLocks noGrp="1"/>
          </p:cNvSpPr>
          <p:nvPr>
            <p:ph type="body" sz="quarter" idx="20" hasCustomPrompt="1"/>
          </p:nvPr>
        </p:nvSpPr>
        <p:spPr>
          <a:xfrm>
            <a:off x="69532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18" name="Text Placeholder 11">
            <a:extLst>
              <a:ext uri="{FF2B5EF4-FFF2-40B4-BE49-F238E27FC236}">
                <a16:creationId xmlns:a16="http://schemas.microsoft.com/office/drawing/2014/main" id="{947E1071-B10A-4069-ADDD-AEB3D9333CCD}"/>
              </a:ext>
            </a:extLst>
          </p:cNvPr>
          <p:cNvSpPr>
            <a:spLocks noGrp="1"/>
          </p:cNvSpPr>
          <p:nvPr>
            <p:ph type="body" sz="quarter" idx="21" hasCustomPrompt="1"/>
          </p:nvPr>
        </p:nvSpPr>
        <p:spPr>
          <a:xfrm>
            <a:off x="4414800"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19" name="Text Placeholder 11">
            <a:extLst>
              <a:ext uri="{FF2B5EF4-FFF2-40B4-BE49-F238E27FC236}">
                <a16:creationId xmlns:a16="http://schemas.microsoft.com/office/drawing/2014/main" id="{5C42F02D-722F-4956-9D66-70724ECD5F26}"/>
              </a:ext>
            </a:extLst>
          </p:cNvPr>
          <p:cNvSpPr>
            <a:spLocks noGrp="1"/>
          </p:cNvSpPr>
          <p:nvPr>
            <p:ph type="body" sz="quarter" idx="22" hasCustomPrompt="1"/>
          </p:nvPr>
        </p:nvSpPr>
        <p:spPr>
          <a:xfrm>
            <a:off x="813427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2" name="Date Placeholder 1">
            <a:extLst>
              <a:ext uri="{FF2B5EF4-FFF2-40B4-BE49-F238E27FC236}">
                <a16:creationId xmlns:a16="http://schemas.microsoft.com/office/drawing/2014/main" id="{7110BF18-6A26-4450-8B30-7BD2CCF7380F}"/>
              </a:ext>
            </a:extLst>
          </p:cNvPr>
          <p:cNvSpPr>
            <a:spLocks noGrp="1"/>
          </p:cNvSpPr>
          <p:nvPr>
            <p:ph type="dt" sz="half" idx="23"/>
          </p:nvPr>
        </p:nvSpPr>
        <p:spPr/>
        <p:txBody>
          <a:bodyPr/>
          <a:lstStyle/>
          <a:p>
            <a:fld id="{C6A3F7D2-5855-46E2-B29D-E29B6B393816}" type="datetime3">
              <a:rPr lang="en-GB" smtClean="0"/>
              <a:t>23 March, 2026</a:t>
            </a:fld>
            <a:endParaRPr lang="en-GB" dirty="0"/>
          </a:p>
        </p:txBody>
      </p:sp>
      <p:sp>
        <p:nvSpPr>
          <p:cNvPr id="8" name="Footer Placeholder 7">
            <a:extLst>
              <a:ext uri="{FF2B5EF4-FFF2-40B4-BE49-F238E27FC236}">
                <a16:creationId xmlns:a16="http://schemas.microsoft.com/office/drawing/2014/main" id="{CB9D867B-8F61-4525-B1B3-26E7F769A769}"/>
              </a:ext>
            </a:extLst>
          </p:cNvPr>
          <p:cNvSpPr>
            <a:spLocks noGrp="1"/>
          </p:cNvSpPr>
          <p:nvPr>
            <p:ph type="ftr" sz="quarter" idx="24"/>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7AC0E731-2376-49A7-8DFC-E693566E45BD}"/>
              </a:ext>
            </a:extLst>
          </p:cNvPr>
          <p:cNvSpPr>
            <a:spLocks noGrp="1"/>
          </p:cNvSpPr>
          <p:nvPr>
            <p:ph type="sldNum" sz="quarter" idx="25"/>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40450997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9 - Heading with text bullet and picture">
    <p:spTree>
      <p:nvGrpSpPr>
        <p:cNvPr id="1" name=""/>
        <p:cNvGrpSpPr/>
        <p:nvPr/>
      </p:nvGrpSpPr>
      <p:grpSpPr>
        <a:xfrm>
          <a:off x="0" y="0"/>
          <a:ext cx="0" cy="0"/>
          <a:chOff x="0" y="0"/>
          <a:chExt cx="0" cy="0"/>
        </a:xfrm>
      </p:grpSpPr>
      <p:sp>
        <p:nvSpPr>
          <p:cNvPr id="9" name="Content Placeholder 4">
            <a:extLst>
              <a:ext uri="{FF2B5EF4-FFF2-40B4-BE49-F238E27FC236}">
                <a16:creationId xmlns:a16="http://schemas.microsoft.com/office/drawing/2014/main" id="{8575C6CE-48BE-4B25-88FE-FA031575BE03}"/>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274712" y="657850"/>
            <a:ext cx="5221288" cy="550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8" name="Date Placeholder 17">
            <a:extLst>
              <a:ext uri="{FF2B5EF4-FFF2-40B4-BE49-F238E27FC236}">
                <a16:creationId xmlns:a16="http://schemas.microsoft.com/office/drawing/2014/main" id="{3AA1E9B3-6B61-43EF-98AA-8402F13EC15A}"/>
              </a:ext>
            </a:extLst>
          </p:cNvPr>
          <p:cNvSpPr>
            <a:spLocks noGrp="1"/>
          </p:cNvSpPr>
          <p:nvPr>
            <p:ph type="dt" sz="half" idx="16"/>
          </p:nvPr>
        </p:nvSpPr>
        <p:spPr/>
        <p:txBody>
          <a:bodyPr/>
          <a:lstStyle/>
          <a:p>
            <a:fld id="{F5725299-D71F-4736-B59C-15F17439C6EC}" type="datetime3">
              <a:rPr lang="en-GB" smtClean="0"/>
              <a:t>23 March, 2026</a:t>
            </a:fld>
            <a:endParaRPr lang="en-GB" dirty="0"/>
          </a:p>
        </p:txBody>
      </p:sp>
      <p:sp>
        <p:nvSpPr>
          <p:cNvPr id="19" name="Footer Placeholder 18">
            <a:extLst>
              <a:ext uri="{FF2B5EF4-FFF2-40B4-BE49-F238E27FC236}">
                <a16:creationId xmlns:a16="http://schemas.microsoft.com/office/drawing/2014/main" id="{8A2DA809-52B4-4135-B440-496DFF0A5C98}"/>
              </a:ext>
            </a:extLst>
          </p:cNvPr>
          <p:cNvSpPr>
            <a:spLocks noGrp="1"/>
          </p:cNvSpPr>
          <p:nvPr>
            <p:ph type="ftr" sz="quarter" idx="17"/>
          </p:nvPr>
        </p:nvSpPr>
        <p:spPr/>
        <p:txBody>
          <a:bodyPr/>
          <a:lstStyle/>
          <a:p>
            <a:r>
              <a:rPr lang="en-GB"/>
              <a:t>Presentation name</a:t>
            </a:r>
            <a:endParaRPr lang="en-GB" dirty="0"/>
          </a:p>
        </p:txBody>
      </p:sp>
      <p:sp>
        <p:nvSpPr>
          <p:cNvPr id="20" name="Slide Number Placeholder 19">
            <a:extLst>
              <a:ext uri="{FF2B5EF4-FFF2-40B4-BE49-F238E27FC236}">
                <a16:creationId xmlns:a16="http://schemas.microsoft.com/office/drawing/2014/main" id="{73ECC796-BF38-4ED3-B48E-16AB0111F2E0}"/>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54592394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10 - Heading with 2 pictur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10801350" cy="676800"/>
          </a:xfrm>
        </p:spPr>
        <p:txBody>
          <a:bodyPr/>
          <a:lstStyle>
            <a:lvl1pPr>
              <a:lnSpc>
                <a:spcPct val="100000"/>
              </a:lnSpc>
              <a:defRPr/>
            </a:lvl1pPr>
          </a:lstStyle>
          <a:p>
            <a:r>
              <a:rPr lang="en-GB" dirty="0"/>
              <a:t>Heading</a:t>
            </a:r>
          </a:p>
        </p:txBody>
      </p:sp>
      <p:sp>
        <p:nvSpPr>
          <p:cNvPr id="10" name="Text Placeholder 9">
            <a:extLst>
              <a:ext uri="{FF2B5EF4-FFF2-40B4-BE49-F238E27FC236}">
                <a16:creationId xmlns:a16="http://schemas.microsoft.com/office/drawing/2014/main" id="{AA97CB80-724D-461E-827E-E2F99C111861}"/>
              </a:ext>
            </a:extLst>
          </p:cNvPr>
          <p:cNvSpPr>
            <a:spLocks noGrp="1"/>
          </p:cNvSpPr>
          <p:nvPr>
            <p:ph type="body" sz="quarter" idx="13"/>
          </p:nvPr>
        </p:nvSpPr>
        <p:spPr>
          <a:xfrm>
            <a:off x="695325" y="5208155"/>
            <a:ext cx="5220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95325" y="1773238"/>
            <a:ext cx="5221288"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9" name="Picture Placeholder 16">
            <a:extLst>
              <a:ext uri="{FF2B5EF4-FFF2-40B4-BE49-F238E27FC236}">
                <a16:creationId xmlns:a16="http://schemas.microsoft.com/office/drawing/2014/main" id="{F9710823-2A6C-48A9-80CF-AE2DE66E140D}"/>
              </a:ext>
            </a:extLst>
          </p:cNvPr>
          <p:cNvSpPr>
            <a:spLocks noGrp="1"/>
          </p:cNvSpPr>
          <p:nvPr>
            <p:ph type="pic" sz="quarter" idx="16"/>
          </p:nvPr>
        </p:nvSpPr>
        <p:spPr>
          <a:xfrm>
            <a:off x="6275387" y="1773238"/>
            <a:ext cx="5221288"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Text Placeholder 9">
            <a:extLst>
              <a:ext uri="{FF2B5EF4-FFF2-40B4-BE49-F238E27FC236}">
                <a16:creationId xmlns:a16="http://schemas.microsoft.com/office/drawing/2014/main" id="{EEA12167-DC54-4DEA-8199-867A2CFF905F}"/>
              </a:ext>
            </a:extLst>
          </p:cNvPr>
          <p:cNvSpPr>
            <a:spLocks noGrp="1"/>
          </p:cNvSpPr>
          <p:nvPr>
            <p:ph type="body" sz="quarter" idx="17"/>
          </p:nvPr>
        </p:nvSpPr>
        <p:spPr>
          <a:xfrm>
            <a:off x="6276675" y="5208154"/>
            <a:ext cx="5220000" cy="813235"/>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2" name="Date Placeholder 1">
            <a:extLst>
              <a:ext uri="{FF2B5EF4-FFF2-40B4-BE49-F238E27FC236}">
                <a16:creationId xmlns:a16="http://schemas.microsoft.com/office/drawing/2014/main" id="{39F77B87-943E-4F47-978D-D75654923F61}"/>
              </a:ext>
            </a:extLst>
          </p:cNvPr>
          <p:cNvSpPr>
            <a:spLocks noGrp="1"/>
          </p:cNvSpPr>
          <p:nvPr>
            <p:ph type="dt" sz="half" idx="18"/>
          </p:nvPr>
        </p:nvSpPr>
        <p:spPr/>
        <p:txBody>
          <a:bodyPr/>
          <a:lstStyle/>
          <a:p>
            <a:fld id="{93C8CCFF-1EA5-4620-B3D6-3A659E51CDF2}" type="datetime3">
              <a:rPr lang="en-GB" smtClean="0"/>
              <a:t>23 March, 2026</a:t>
            </a:fld>
            <a:endParaRPr lang="en-GB" dirty="0"/>
          </a:p>
        </p:txBody>
      </p:sp>
      <p:sp>
        <p:nvSpPr>
          <p:cNvPr id="3" name="Footer Placeholder 2">
            <a:extLst>
              <a:ext uri="{FF2B5EF4-FFF2-40B4-BE49-F238E27FC236}">
                <a16:creationId xmlns:a16="http://schemas.microsoft.com/office/drawing/2014/main" id="{1CA041DE-4EBF-4C54-AA08-1C2FCBCC95F9}"/>
              </a:ext>
            </a:extLst>
          </p:cNvPr>
          <p:cNvSpPr>
            <a:spLocks noGrp="1"/>
          </p:cNvSpPr>
          <p:nvPr>
            <p:ph type="ftr" sz="quarter" idx="19"/>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8EC59937-9849-40C2-A865-E434989F9FB4}"/>
              </a:ext>
            </a:extLst>
          </p:cNvPr>
          <p:cNvSpPr>
            <a:spLocks noGrp="1"/>
          </p:cNvSpPr>
          <p:nvPr>
            <p:ph type="sldNum" sz="quarter" idx="20"/>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31744241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11 - Heading with 3 pictur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10801350" cy="676800"/>
          </a:xfrm>
        </p:spPr>
        <p:txBody>
          <a:bodyPr/>
          <a:lstStyle>
            <a:lvl1pPr>
              <a:lnSpc>
                <a:spcPct val="100000"/>
              </a:lnSpc>
              <a:defRPr/>
            </a:lvl1pPr>
          </a:lstStyle>
          <a:p>
            <a:r>
              <a:rPr lang="en-GB" dirty="0"/>
              <a:t>Heading</a:t>
            </a:r>
          </a:p>
        </p:txBody>
      </p:sp>
      <p:sp>
        <p:nvSpPr>
          <p:cNvPr id="10" name="Text Placeholder 9">
            <a:extLst>
              <a:ext uri="{FF2B5EF4-FFF2-40B4-BE49-F238E27FC236}">
                <a16:creationId xmlns:a16="http://schemas.microsoft.com/office/drawing/2014/main" id="{AA97CB80-724D-461E-827E-E2F99C111861}"/>
              </a:ext>
            </a:extLst>
          </p:cNvPr>
          <p:cNvSpPr>
            <a:spLocks noGrp="1"/>
          </p:cNvSpPr>
          <p:nvPr>
            <p:ph type="body" sz="quarter" idx="13"/>
          </p:nvPr>
        </p:nvSpPr>
        <p:spPr>
          <a:xfrm>
            <a:off x="695325"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95325"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9" name="Picture Placeholder 16">
            <a:extLst>
              <a:ext uri="{FF2B5EF4-FFF2-40B4-BE49-F238E27FC236}">
                <a16:creationId xmlns:a16="http://schemas.microsoft.com/office/drawing/2014/main" id="{F9710823-2A6C-48A9-80CF-AE2DE66E140D}"/>
              </a:ext>
            </a:extLst>
          </p:cNvPr>
          <p:cNvSpPr>
            <a:spLocks noGrp="1"/>
          </p:cNvSpPr>
          <p:nvPr>
            <p:ph type="pic" sz="quarter" idx="16"/>
          </p:nvPr>
        </p:nvSpPr>
        <p:spPr>
          <a:xfrm>
            <a:off x="4413000"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Text Placeholder 9">
            <a:extLst>
              <a:ext uri="{FF2B5EF4-FFF2-40B4-BE49-F238E27FC236}">
                <a16:creationId xmlns:a16="http://schemas.microsoft.com/office/drawing/2014/main" id="{EEA12167-DC54-4DEA-8199-867A2CFF905F}"/>
              </a:ext>
            </a:extLst>
          </p:cNvPr>
          <p:cNvSpPr>
            <a:spLocks noGrp="1"/>
          </p:cNvSpPr>
          <p:nvPr>
            <p:ph type="body" sz="quarter" idx="17"/>
          </p:nvPr>
        </p:nvSpPr>
        <p:spPr>
          <a:xfrm>
            <a:off x="4413001"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3" name="Picture Placeholder 16">
            <a:extLst>
              <a:ext uri="{FF2B5EF4-FFF2-40B4-BE49-F238E27FC236}">
                <a16:creationId xmlns:a16="http://schemas.microsoft.com/office/drawing/2014/main" id="{D2897832-36AE-4E0E-9085-204130CC145A}"/>
              </a:ext>
            </a:extLst>
          </p:cNvPr>
          <p:cNvSpPr>
            <a:spLocks noGrp="1"/>
          </p:cNvSpPr>
          <p:nvPr>
            <p:ph type="pic" sz="quarter" idx="18"/>
          </p:nvPr>
        </p:nvSpPr>
        <p:spPr>
          <a:xfrm>
            <a:off x="8130675"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4" name="Text Placeholder 9">
            <a:extLst>
              <a:ext uri="{FF2B5EF4-FFF2-40B4-BE49-F238E27FC236}">
                <a16:creationId xmlns:a16="http://schemas.microsoft.com/office/drawing/2014/main" id="{8656A579-00D4-4A1D-96D5-2856157D5539}"/>
              </a:ext>
            </a:extLst>
          </p:cNvPr>
          <p:cNvSpPr>
            <a:spLocks noGrp="1"/>
          </p:cNvSpPr>
          <p:nvPr>
            <p:ph type="body" sz="quarter" idx="19"/>
          </p:nvPr>
        </p:nvSpPr>
        <p:spPr>
          <a:xfrm>
            <a:off x="8130675"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2" name="Date Placeholder 1">
            <a:extLst>
              <a:ext uri="{FF2B5EF4-FFF2-40B4-BE49-F238E27FC236}">
                <a16:creationId xmlns:a16="http://schemas.microsoft.com/office/drawing/2014/main" id="{DC9640D7-192F-438C-8BED-F8F8989ABE3F}"/>
              </a:ext>
            </a:extLst>
          </p:cNvPr>
          <p:cNvSpPr>
            <a:spLocks noGrp="1"/>
          </p:cNvSpPr>
          <p:nvPr>
            <p:ph type="dt" sz="half" idx="20"/>
          </p:nvPr>
        </p:nvSpPr>
        <p:spPr/>
        <p:txBody>
          <a:bodyPr/>
          <a:lstStyle/>
          <a:p>
            <a:fld id="{7B4B70C9-D298-46AF-98ED-2EF10DDBA8AB}" type="datetime3">
              <a:rPr lang="en-GB" smtClean="0"/>
              <a:t>23 March, 2026</a:t>
            </a:fld>
            <a:endParaRPr lang="en-GB" dirty="0"/>
          </a:p>
        </p:txBody>
      </p:sp>
      <p:sp>
        <p:nvSpPr>
          <p:cNvPr id="3" name="Footer Placeholder 2">
            <a:extLst>
              <a:ext uri="{FF2B5EF4-FFF2-40B4-BE49-F238E27FC236}">
                <a16:creationId xmlns:a16="http://schemas.microsoft.com/office/drawing/2014/main" id="{C1965707-1782-4524-A082-BDE78BCCCD69}"/>
              </a:ext>
            </a:extLst>
          </p:cNvPr>
          <p:cNvSpPr>
            <a:spLocks noGrp="1"/>
          </p:cNvSpPr>
          <p:nvPr>
            <p:ph type="ftr" sz="quarter" idx="21"/>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735A0A7E-28CC-4E09-B598-AC2602959504}"/>
              </a:ext>
            </a:extLst>
          </p:cNvPr>
          <p:cNvSpPr>
            <a:spLocks noGrp="1"/>
          </p:cNvSpPr>
          <p:nvPr>
            <p:ph type="sldNum" sz="quarter" idx="2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71480977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12 - Heading with text bullet and picture">
    <p:spTree>
      <p:nvGrpSpPr>
        <p:cNvPr id="1" name=""/>
        <p:cNvGrpSpPr/>
        <p:nvPr/>
      </p:nvGrpSpPr>
      <p:grpSpPr>
        <a:xfrm>
          <a:off x="0" y="0"/>
          <a:ext cx="0" cy="0"/>
          <a:chOff x="0" y="0"/>
          <a:chExt cx="0" cy="0"/>
        </a:xfrm>
      </p:grpSpPr>
      <p:sp>
        <p:nvSpPr>
          <p:cNvPr id="17" name="Content Placeholder 4">
            <a:extLst>
              <a:ext uri="{FF2B5EF4-FFF2-40B4-BE49-F238E27FC236}">
                <a16:creationId xmlns:a16="http://schemas.microsoft.com/office/drawing/2014/main" id="{EBA8AC51-624D-400A-9881-7445ECC8EC27}"/>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4" name="Picture Placeholder 13">
            <a:extLst>
              <a:ext uri="{FF2B5EF4-FFF2-40B4-BE49-F238E27FC236}">
                <a16:creationId xmlns:a16="http://schemas.microsoft.com/office/drawing/2014/main" id="{5AC75909-1AC1-4024-8158-7AF297D3B637}"/>
              </a:ext>
            </a:extLst>
          </p:cNvPr>
          <p:cNvSpPr>
            <a:spLocks noGrp="1"/>
          </p:cNvSpPr>
          <p:nvPr>
            <p:ph type="pic" sz="quarter" idx="15"/>
          </p:nvPr>
        </p:nvSpPr>
        <p:spPr>
          <a:xfrm>
            <a:off x="6938954" y="0"/>
            <a:ext cx="5253046" cy="5774490"/>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Date Placeholder 14">
            <a:extLst>
              <a:ext uri="{FF2B5EF4-FFF2-40B4-BE49-F238E27FC236}">
                <a16:creationId xmlns:a16="http://schemas.microsoft.com/office/drawing/2014/main" id="{898CD92C-5894-4207-9621-E840C9E7F0FC}"/>
              </a:ext>
            </a:extLst>
          </p:cNvPr>
          <p:cNvSpPr>
            <a:spLocks noGrp="1"/>
          </p:cNvSpPr>
          <p:nvPr>
            <p:ph type="dt" sz="half" idx="16"/>
          </p:nvPr>
        </p:nvSpPr>
        <p:spPr/>
        <p:txBody>
          <a:bodyPr/>
          <a:lstStyle/>
          <a:p>
            <a:fld id="{B0E90497-7D2A-4D94-98EC-1AD5861C350C}" type="datetime3">
              <a:rPr lang="en-GB" smtClean="0"/>
              <a:t>23 March, 2026</a:t>
            </a:fld>
            <a:endParaRPr lang="en-GB" dirty="0"/>
          </a:p>
        </p:txBody>
      </p:sp>
      <p:sp>
        <p:nvSpPr>
          <p:cNvPr id="19" name="Footer Placeholder 18">
            <a:extLst>
              <a:ext uri="{FF2B5EF4-FFF2-40B4-BE49-F238E27FC236}">
                <a16:creationId xmlns:a16="http://schemas.microsoft.com/office/drawing/2014/main" id="{397FA148-944F-48C7-B628-022802F2AC7A}"/>
              </a:ext>
            </a:extLst>
          </p:cNvPr>
          <p:cNvSpPr>
            <a:spLocks noGrp="1"/>
          </p:cNvSpPr>
          <p:nvPr>
            <p:ph type="ftr" sz="quarter" idx="17"/>
          </p:nvPr>
        </p:nvSpPr>
        <p:spPr/>
        <p:txBody>
          <a:bodyPr/>
          <a:lstStyle/>
          <a:p>
            <a:r>
              <a:rPr lang="en-GB"/>
              <a:t>Presentation name</a:t>
            </a:r>
            <a:endParaRPr lang="en-GB" dirty="0"/>
          </a:p>
        </p:txBody>
      </p:sp>
      <p:sp>
        <p:nvSpPr>
          <p:cNvPr id="20" name="Slide Number Placeholder 19">
            <a:extLst>
              <a:ext uri="{FF2B5EF4-FFF2-40B4-BE49-F238E27FC236}">
                <a16:creationId xmlns:a16="http://schemas.microsoft.com/office/drawing/2014/main" id="{5926AE34-13D7-4677-81A9-1224285EA8E5}"/>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252091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13 - Heading with text bullet and picture with snow 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6B25-FC4A-4987-9474-291CA10989BF}"/>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Content Placeholder 4">
            <a:extLst>
              <a:ext uri="{FF2B5EF4-FFF2-40B4-BE49-F238E27FC236}">
                <a16:creationId xmlns:a16="http://schemas.microsoft.com/office/drawing/2014/main" id="{6B3D6906-11C8-48EF-8D5A-179C11FEEB23}"/>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4" name="Picture Placeholder 13">
            <a:extLst>
              <a:ext uri="{FF2B5EF4-FFF2-40B4-BE49-F238E27FC236}">
                <a16:creationId xmlns:a16="http://schemas.microsoft.com/office/drawing/2014/main" id="{1BBAD701-AB68-46F0-B316-D316FD817603}"/>
              </a:ext>
            </a:extLst>
          </p:cNvPr>
          <p:cNvSpPr>
            <a:spLocks noGrp="1"/>
          </p:cNvSpPr>
          <p:nvPr>
            <p:ph type="pic" sz="quarter" idx="15"/>
          </p:nvPr>
        </p:nvSpPr>
        <p:spPr>
          <a:xfrm>
            <a:off x="6938954" y="2"/>
            <a:ext cx="5253046" cy="5774489"/>
          </a:xfrm>
          <a:custGeom>
            <a:avLst/>
            <a:gdLst>
              <a:gd name="connsiteX0" fmla="*/ 2956765 w 5253046"/>
              <a:gd name="connsiteY0" fmla="*/ 0 h 5774489"/>
              <a:gd name="connsiteX1" fmla="*/ 5237166 w 5253046"/>
              <a:gd name="connsiteY1" fmla="*/ 0 h 5774489"/>
              <a:gd name="connsiteX2" fmla="*/ 5253046 w 5253046"/>
              <a:gd name="connsiteY2" fmla="*/ 27504 h 5774489"/>
              <a:gd name="connsiteX3" fmla="*/ 5253046 w 5253046"/>
              <a:gd name="connsiteY3" fmla="*/ 4168787 h 5774489"/>
              <a:gd name="connsiteX4" fmla="*/ 2552320 w 5253046"/>
              <a:gd name="connsiteY4" fmla="*/ 5728065 h 5774489"/>
              <a:gd name="connsiteX5" fmla="*/ 2079565 w 5253046"/>
              <a:gd name="connsiteY5" fmla="*/ 5601393 h 5774489"/>
              <a:gd name="connsiteX6" fmla="*/ 46425 w 5253046"/>
              <a:gd name="connsiteY6" fmla="*/ 2079920 h 5774489"/>
              <a:gd name="connsiteX7" fmla="*/ 173097 w 5253046"/>
              <a:gd name="connsiteY7" fmla="*/ 1607166 h 577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046" h="5774489">
                <a:moveTo>
                  <a:pt x="2956765" y="0"/>
                </a:moveTo>
                <a:lnTo>
                  <a:pt x="5237166" y="0"/>
                </a:lnTo>
                <a:lnTo>
                  <a:pt x="5253046" y="27504"/>
                </a:lnTo>
                <a:lnTo>
                  <a:pt x="5253046" y="4168787"/>
                </a:lnTo>
                <a:lnTo>
                  <a:pt x="2552320" y="5728065"/>
                </a:lnTo>
                <a:cubicBezTo>
                  <a:pt x="2386793" y="5823633"/>
                  <a:pt x="2175134" y="5766920"/>
                  <a:pt x="2079565" y="5601393"/>
                </a:cubicBezTo>
                <a:lnTo>
                  <a:pt x="46425" y="2079920"/>
                </a:lnTo>
                <a:cubicBezTo>
                  <a:pt x="-49143" y="1914393"/>
                  <a:pt x="7570" y="1702734"/>
                  <a:pt x="173097" y="1607166"/>
                </a:cubicBez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8" name="Date Placeholder 7">
            <a:extLst>
              <a:ext uri="{FF2B5EF4-FFF2-40B4-BE49-F238E27FC236}">
                <a16:creationId xmlns:a16="http://schemas.microsoft.com/office/drawing/2014/main" id="{707DE5C8-9B52-4332-A89D-35E571648324}"/>
              </a:ext>
            </a:extLst>
          </p:cNvPr>
          <p:cNvSpPr>
            <a:spLocks noGrp="1"/>
          </p:cNvSpPr>
          <p:nvPr>
            <p:ph type="dt" sz="half" idx="16"/>
          </p:nvPr>
        </p:nvSpPr>
        <p:spPr/>
        <p:txBody>
          <a:bodyPr/>
          <a:lstStyle/>
          <a:p>
            <a:fld id="{3019F41C-2E22-43B7-8829-4C09CBA0C7BA}" type="datetime3">
              <a:rPr lang="en-GB" smtClean="0"/>
              <a:t>23 March, 2026</a:t>
            </a:fld>
            <a:endParaRPr lang="en-GB" dirty="0"/>
          </a:p>
        </p:txBody>
      </p:sp>
      <p:sp>
        <p:nvSpPr>
          <p:cNvPr id="15" name="Footer Placeholder 14">
            <a:extLst>
              <a:ext uri="{FF2B5EF4-FFF2-40B4-BE49-F238E27FC236}">
                <a16:creationId xmlns:a16="http://schemas.microsoft.com/office/drawing/2014/main" id="{D8968C54-7C67-47F5-B33C-42A8E40B3296}"/>
              </a:ext>
            </a:extLst>
          </p:cNvPr>
          <p:cNvSpPr>
            <a:spLocks noGrp="1"/>
          </p:cNvSpPr>
          <p:nvPr>
            <p:ph type="ftr" sz="quarter" idx="17"/>
          </p:nvPr>
        </p:nvSpPr>
        <p:spPr/>
        <p:txBody>
          <a:bodyPr/>
          <a:lstStyle/>
          <a:p>
            <a:r>
              <a:rPr lang="en-GB"/>
              <a:t>Presentation name</a:t>
            </a:r>
            <a:endParaRPr lang="en-GB" dirty="0"/>
          </a:p>
        </p:txBody>
      </p:sp>
      <p:sp>
        <p:nvSpPr>
          <p:cNvPr id="16" name="Slide Number Placeholder 15">
            <a:extLst>
              <a:ext uri="{FF2B5EF4-FFF2-40B4-BE49-F238E27FC236}">
                <a16:creationId xmlns:a16="http://schemas.microsoft.com/office/drawing/2014/main" id="{F430A758-BC26-4A81-B678-8E6CE588F82B}"/>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5373321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14 - Heading with text bullet and picture with blue 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6B25-FC4A-4987-9474-291CA10989BF}"/>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Content Placeholder 4">
            <a:extLst>
              <a:ext uri="{FF2B5EF4-FFF2-40B4-BE49-F238E27FC236}">
                <a16:creationId xmlns:a16="http://schemas.microsoft.com/office/drawing/2014/main" id="{A4727D2C-68A2-4036-B1F5-6E338BAB3ED6}"/>
              </a:ext>
            </a:extLst>
          </p:cNvPr>
          <p:cNvSpPr>
            <a:spLocks noGrp="1"/>
          </p:cNvSpPr>
          <p:nvPr>
            <p:ph sz="quarter" idx="19"/>
          </p:nvPr>
        </p:nvSpPr>
        <p:spPr>
          <a:xfrm>
            <a:off x="696000" y="1773238"/>
            <a:ext cx="5219326"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Picture Placeholder 14">
            <a:extLst>
              <a:ext uri="{FF2B5EF4-FFF2-40B4-BE49-F238E27FC236}">
                <a16:creationId xmlns:a16="http://schemas.microsoft.com/office/drawing/2014/main" id="{85DA3AAA-78F0-47D5-B932-B2997E8EED93}"/>
              </a:ext>
            </a:extLst>
          </p:cNvPr>
          <p:cNvSpPr>
            <a:spLocks noGrp="1"/>
          </p:cNvSpPr>
          <p:nvPr>
            <p:ph type="pic" sz="quarter" idx="15"/>
          </p:nvPr>
        </p:nvSpPr>
        <p:spPr>
          <a:xfrm>
            <a:off x="6938954" y="0"/>
            <a:ext cx="5253046" cy="5774489"/>
          </a:xfrm>
          <a:custGeom>
            <a:avLst/>
            <a:gdLst>
              <a:gd name="connsiteX0" fmla="*/ 2956765 w 5253046"/>
              <a:gd name="connsiteY0" fmla="*/ 0 h 5774489"/>
              <a:gd name="connsiteX1" fmla="*/ 3930431 w 5253046"/>
              <a:gd name="connsiteY1" fmla="*/ 0 h 5774489"/>
              <a:gd name="connsiteX2" fmla="*/ 5237166 w 5253046"/>
              <a:gd name="connsiteY2" fmla="*/ 0 h 5774489"/>
              <a:gd name="connsiteX3" fmla="*/ 5253046 w 5253046"/>
              <a:gd name="connsiteY3" fmla="*/ 0 h 5774489"/>
              <a:gd name="connsiteX4" fmla="*/ 5253046 w 5253046"/>
              <a:gd name="connsiteY4" fmla="*/ 27504 h 5774489"/>
              <a:gd name="connsiteX5" fmla="*/ 5253046 w 5253046"/>
              <a:gd name="connsiteY5" fmla="*/ 1289957 h 5774489"/>
              <a:gd name="connsiteX6" fmla="*/ 5253046 w 5253046"/>
              <a:gd name="connsiteY6" fmla="*/ 4168787 h 5774489"/>
              <a:gd name="connsiteX7" fmla="*/ 2552320 w 5253046"/>
              <a:gd name="connsiteY7" fmla="*/ 5728065 h 5774489"/>
              <a:gd name="connsiteX8" fmla="*/ 2079565 w 5253046"/>
              <a:gd name="connsiteY8" fmla="*/ 5601393 h 5774489"/>
              <a:gd name="connsiteX9" fmla="*/ 46425 w 5253046"/>
              <a:gd name="connsiteY9" fmla="*/ 2079920 h 5774489"/>
              <a:gd name="connsiteX10" fmla="*/ 173097 w 5253046"/>
              <a:gd name="connsiteY10" fmla="*/ 1607166 h 577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89">
                <a:moveTo>
                  <a:pt x="2956765" y="0"/>
                </a:moveTo>
                <a:lnTo>
                  <a:pt x="3930431" y="0"/>
                </a:lnTo>
                <a:lnTo>
                  <a:pt x="5237166" y="0"/>
                </a:lnTo>
                <a:lnTo>
                  <a:pt x="5253046" y="0"/>
                </a:lnTo>
                <a:lnTo>
                  <a:pt x="5253046" y="27504"/>
                </a:lnTo>
                <a:lnTo>
                  <a:pt x="5253046" y="1289957"/>
                </a:lnTo>
                <a:lnTo>
                  <a:pt x="5253046" y="4168787"/>
                </a:lnTo>
                <a:lnTo>
                  <a:pt x="2552320" y="5728065"/>
                </a:lnTo>
                <a:cubicBezTo>
                  <a:pt x="2386793" y="5823633"/>
                  <a:pt x="2175134" y="5766920"/>
                  <a:pt x="2079565" y="5601393"/>
                </a:cubicBezTo>
                <a:lnTo>
                  <a:pt x="46425" y="2079920"/>
                </a:lnTo>
                <a:cubicBezTo>
                  <a:pt x="-49143" y="1914393"/>
                  <a:pt x="7570" y="1702734"/>
                  <a:pt x="173097" y="1607166"/>
                </a:cubicBez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2" name="Date Placeholder 1">
            <a:extLst>
              <a:ext uri="{FF2B5EF4-FFF2-40B4-BE49-F238E27FC236}">
                <a16:creationId xmlns:a16="http://schemas.microsoft.com/office/drawing/2014/main" id="{C738F9CE-F48B-41E0-BCF8-E8ACF7F4CC01}"/>
              </a:ext>
            </a:extLst>
          </p:cNvPr>
          <p:cNvSpPr>
            <a:spLocks noGrp="1"/>
          </p:cNvSpPr>
          <p:nvPr>
            <p:ph type="dt" sz="half" idx="16"/>
          </p:nvPr>
        </p:nvSpPr>
        <p:spPr/>
        <p:txBody>
          <a:bodyPr/>
          <a:lstStyle/>
          <a:p>
            <a:fld id="{BB71D003-BB1D-4498-A164-99F6354561C1}" type="datetime3">
              <a:rPr lang="en-GB" smtClean="0"/>
              <a:t>23 March, 2026</a:t>
            </a:fld>
            <a:endParaRPr lang="en-GB" dirty="0"/>
          </a:p>
        </p:txBody>
      </p:sp>
      <p:sp>
        <p:nvSpPr>
          <p:cNvPr id="3" name="Footer Placeholder 2">
            <a:extLst>
              <a:ext uri="{FF2B5EF4-FFF2-40B4-BE49-F238E27FC236}">
                <a16:creationId xmlns:a16="http://schemas.microsoft.com/office/drawing/2014/main" id="{00242717-EB3B-433A-8A7B-3ED125B9FD4A}"/>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6E50CACE-D412-449F-A5A3-A1FB0A6E0AC5}"/>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81300431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14 - Fullscreen pictur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2" name="Date Placeholder 1">
            <a:extLst>
              <a:ext uri="{FF2B5EF4-FFF2-40B4-BE49-F238E27FC236}">
                <a16:creationId xmlns:a16="http://schemas.microsoft.com/office/drawing/2014/main" id="{2F810618-8154-4904-9138-C609BA8F0550}"/>
              </a:ext>
            </a:extLst>
          </p:cNvPr>
          <p:cNvSpPr>
            <a:spLocks noGrp="1"/>
          </p:cNvSpPr>
          <p:nvPr>
            <p:ph type="dt" sz="half" idx="16"/>
          </p:nvPr>
        </p:nvSpPr>
        <p:spPr/>
        <p:txBody>
          <a:bodyPr/>
          <a:lstStyle/>
          <a:p>
            <a:fld id="{D7858436-C458-48B0-8C11-3DDFE9683EBF}" type="datetime3">
              <a:rPr lang="en-GB" smtClean="0"/>
              <a:t>23 March, 2026</a:t>
            </a:fld>
            <a:endParaRPr lang="en-GB" dirty="0"/>
          </a:p>
        </p:txBody>
      </p:sp>
      <p:sp>
        <p:nvSpPr>
          <p:cNvPr id="3" name="Footer Placeholder 2">
            <a:extLst>
              <a:ext uri="{FF2B5EF4-FFF2-40B4-BE49-F238E27FC236}">
                <a16:creationId xmlns:a16="http://schemas.microsoft.com/office/drawing/2014/main" id="{26A2CD14-62A3-4DF2-97BF-7EE215FC9875}"/>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E0253135-58C2-4EB1-B89D-C6418890CBDD}"/>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87028721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15 - Heading fullscreen picture for light pictures">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bg2"/>
          </a:solidFill>
        </p:spPr>
        <p:txBody>
          <a:bodyPr tIns="576000" anchor="ctr" anchorCtr="0"/>
          <a:lstStyle>
            <a:lvl1pPr marL="0" indent="0" algn="ctr">
              <a:buFontTx/>
              <a:buNone/>
              <a:defRPr sz="1200">
                <a:solidFill>
                  <a:schemeClr val="tx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9FDE74DD-7803-482B-B87C-DA73C8676CF7}"/>
              </a:ext>
            </a:extLst>
          </p:cNvPr>
          <p:cNvSpPr>
            <a:spLocks noGrp="1"/>
          </p:cNvSpPr>
          <p:nvPr>
            <p:ph type="dt" sz="half" idx="16"/>
          </p:nvPr>
        </p:nvSpPr>
        <p:spPr/>
        <p:txBody>
          <a:bodyPr/>
          <a:lstStyle/>
          <a:p>
            <a:fld id="{FF7B4946-6BA3-4712-9250-7CD487E6B99C}" type="datetime3">
              <a:rPr lang="en-GB" smtClean="0"/>
              <a:t>23 March, 2026</a:t>
            </a:fld>
            <a:endParaRPr lang="en-GB" dirty="0"/>
          </a:p>
        </p:txBody>
      </p:sp>
      <p:sp>
        <p:nvSpPr>
          <p:cNvPr id="3" name="Footer Placeholder 2">
            <a:extLst>
              <a:ext uri="{FF2B5EF4-FFF2-40B4-BE49-F238E27FC236}">
                <a16:creationId xmlns:a16="http://schemas.microsoft.com/office/drawing/2014/main" id="{63B0DE45-8C73-45FE-A00A-69B1A2FED74B}"/>
              </a:ext>
            </a:extLst>
          </p:cNvPr>
          <p:cNvSpPr>
            <a:spLocks noGrp="1"/>
          </p:cNvSpPr>
          <p:nvPr>
            <p:ph type="ftr" sz="quarter" idx="17"/>
          </p:nvPr>
        </p:nvSpPr>
        <p:spPr/>
        <p:txBody>
          <a:bodyPr/>
          <a:lstStyle/>
          <a:p>
            <a:r>
              <a:rPr lang="en-GB"/>
              <a:t>Presentation name</a:t>
            </a:r>
            <a:endParaRPr lang="en-GB" dirty="0"/>
          </a:p>
        </p:txBody>
      </p:sp>
      <p:sp>
        <p:nvSpPr>
          <p:cNvPr id="11" name="Slide Number Placeholder 10">
            <a:extLst>
              <a:ext uri="{FF2B5EF4-FFF2-40B4-BE49-F238E27FC236}">
                <a16:creationId xmlns:a16="http://schemas.microsoft.com/office/drawing/2014/main" id="{BD3BFC02-B4DD-415E-BE80-4B9B909213AC}"/>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28836439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16 - Heading fullscreen picture for dark pictures">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035FBEC4-59F5-47B8-B3F3-38CB922D0E59}"/>
              </a:ext>
            </a:extLst>
          </p:cNvPr>
          <p:cNvSpPr>
            <a:spLocks noGrp="1"/>
          </p:cNvSpPr>
          <p:nvPr>
            <p:ph type="dt" sz="half" idx="16"/>
          </p:nvPr>
        </p:nvSpPr>
        <p:spPr/>
        <p:txBody>
          <a:bodyPr/>
          <a:lstStyle/>
          <a:p>
            <a:fld id="{3DB53B8C-B311-4E96-BB7D-82E96E214BE6}" type="datetime3">
              <a:rPr lang="en-GB" smtClean="0"/>
              <a:t>23 March, 2026</a:t>
            </a:fld>
            <a:endParaRPr lang="en-GB" dirty="0"/>
          </a:p>
        </p:txBody>
      </p:sp>
      <p:sp>
        <p:nvSpPr>
          <p:cNvPr id="3" name="Footer Placeholder 2">
            <a:extLst>
              <a:ext uri="{FF2B5EF4-FFF2-40B4-BE49-F238E27FC236}">
                <a16:creationId xmlns:a16="http://schemas.microsoft.com/office/drawing/2014/main" id="{DAE245F7-3C81-43CD-8F57-094ADB4F666C}"/>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0CB09AD5-0668-4482-8312-770FE726D70E}"/>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43692779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17 - Heading and bullet text on fullscreen for light picture">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bg2"/>
          </a:solidFill>
        </p:spPr>
        <p:txBody>
          <a:bodyPr tIns="576000" anchor="ctr" anchorCtr="0"/>
          <a:lstStyle>
            <a:lvl1pPr marL="0" indent="0" algn="ctr">
              <a:buFontTx/>
              <a:buNone/>
              <a:defRPr sz="1200">
                <a:solidFill>
                  <a:schemeClr val="tx1"/>
                </a:solidFill>
              </a:defRPr>
            </a:lvl1pPr>
          </a:lstStyle>
          <a:p>
            <a:r>
              <a:rPr lang="en-US"/>
              <a:t>Click icon to add picture</a:t>
            </a:r>
          </a:p>
        </p:txBody>
      </p:sp>
      <p:sp>
        <p:nvSpPr>
          <p:cNvPr id="13" name="Content Placeholder 4">
            <a:extLst>
              <a:ext uri="{FF2B5EF4-FFF2-40B4-BE49-F238E27FC236}">
                <a16:creationId xmlns:a16="http://schemas.microsoft.com/office/drawing/2014/main" id="{80881493-077C-4AB2-96A9-4163925FDD85}"/>
              </a:ext>
            </a:extLst>
          </p:cNvPr>
          <p:cNvSpPr>
            <a:spLocks noGrp="1"/>
          </p:cNvSpPr>
          <p:nvPr>
            <p:ph sz="quarter" idx="20"/>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8" name="Date Placeholder 7">
            <a:extLst>
              <a:ext uri="{FF2B5EF4-FFF2-40B4-BE49-F238E27FC236}">
                <a16:creationId xmlns:a16="http://schemas.microsoft.com/office/drawing/2014/main" id="{97AD2DCA-8FBB-4B80-89E6-1B1A7150DB95}"/>
              </a:ext>
            </a:extLst>
          </p:cNvPr>
          <p:cNvSpPr>
            <a:spLocks noGrp="1"/>
          </p:cNvSpPr>
          <p:nvPr>
            <p:ph type="dt" sz="half" idx="17"/>
          </p:nvPr>
        </p:nvSpPr>
        <p:spPr/>
        <p:txBody>
          <a:bodyPr/>
          <a:lstStyle/>
          <a:p>
            <a:fld id="{2F8FDEAC-71BB-49CF-93A5-EE3812DB99F4}" type="datetime3">
              <a:rPr lang="en-GB" smtClean="0"/>
              <a:t>23 March, 2026</a:t>
            </a:fld>
            <a:endParaRPr lang="en-GB" dirty="0"/>
          </a:p>
        </p:txBody>
      </p:sp>
      <p:sp>
        <p:nvSpPr>
          <p:cNvPr id="10" name="Footer Placeholder 9">
            <a:extLst>
              <a:ext uri="{FF2B5EF4-FFF2-40B4-BE49-F238E27FC236}">
                <a16:creationId xmlns:a16="http://schemas.microsoft.com/office/drawing/2014/main" id="{DB9D3BC1-184D-4441-BA96-95C93C5A7AAC}"/>
              </a:ext>
            </a:extLst>
          </p:cNvPr>
          <p:cNvSpPr>
            <a:spLocks noGrp="1"/>
          </p:cNvSpPr>
          <p:nvPr>
            <p:ph type="ftr" sz="quarter" idx="18"/>
          </p:nvPr>
        </p:nvSpPr>
        <p:spPr/>
        <p:txBody>
          <a:bodyPr/>
          <a:lstStyle/>
          <a:p>
            <a:r>
              <a:rPr lang="en-GB"/>
              <a:t>Presentation name</a:t>
            </a:r>
            <a:endParaRPr lang="en-GB" dirty="0"/>
          </a:p>
        </p:txBody>
      </p:sp>
      <p:sp>
        <p:nvSpPr>
          <p:cNvPr id="11" name="Slide Number Placeholder 10">
            <a:extLst>
              <a:ext uri="{FF2B5EF4-FFF2-40B4-BE49-F238E27FC236}">
                <a16:creationId xmlns:a16="http://schemas.microsoft.com/office/drawing/2014/main" id="{88745D12-BDC3-43C8-8E38-B51B8126EFF1}"/>
              </a:ext>
            </a:extLst>
          </p:cNvPr>
          <p:cNvSpPr>
            <a:spLocks noGrp="1"/>
          </p:cNvSpPr>
          <p:nvPr>
            <p:ph type="sldNum" sz="quarter" idx="19"/>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9912653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18 - Heading and bullet text on fullscreen for dark picture">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Content Placeholder 4">
            <a:extLst>
              <a:ext uri="{FF2B5EF4-FFF2-40B4-BE49-F238E27FC236}">
                <a16:creationId xmlns:a16="http://schemas.microsoft.com/office/drawing/2014/main" id="{E5DCE741-E45F-44C7-99F8-5687D0CC19D3}"/>
              </a:ext>
            </a:extLst>
          </p:cNvPr>
          <p:cNvSpPr>
            <a:spLocks noGrp="1"/>
          </p:cNvSpPr>
          <p:nvPr>
            <p:ph sz="quarter" idx="20"/>
          </p:nvPr>
        </p:nvSpPr>
        <p:spPr>
          <a:xfrm>
            <a:off x="696000" y="1773238"/>
            <a:ext cx="8640000"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218FCF86-891F-4837-ACCF-63BAFEDF59F3}"/>
              </a:ext>
            </a:extLst>
          </p:cNvPr>
          <p:cNvSpPr>
            <a:spLocks noGrp="1"/>
          </p:cNvSpPr>
          <p:nvPr>
            <p:ph type="dt" sz="half" idx="17"/>
          </p:nvPr>
        </p:nvSpPr>
        <p:spPr/>
        <p:txBody>
          <a:bodyPr/>
          <a:lstStyle/>
          <a:p>
            <a:fld id="{4C9053B6-4929-4FDD-BA68-2732FE4873CA}" type="datetime3">
              <a:rPr lang="en-GB" smtClean="0"/>
              <a:t>23 March, 2026</a:t>
            </a:fld>
            <a:endParaRPr lang="en-GB" dirty="0"/>
          </a:p>
        </p:txBody>
      </p:sp>
      <p:sp>
        <p:nvSpPr>
          <p:cNvPr id="8" name="Footer Placeholder 7">
            <a:extLst>
              <a:ext uri="{FF2B5EF4-FFF2-40B4-BE49-F238E27FC236}">
                <a16:creationId xmlns:a16="http://schemas.microsoft.com/office/drawing/2014/main" id="{4A55C7A5-30C6-4608-A790-D67BAC523440}"/>
              </a:ext>
            </a:extLst>
          </p:cNvPr>
          <p:cNvSpPr>
            <a:spLocks noGrp="1"/>
          </p:cNvSpPr>
          <p:nvPr>
            <p:ph type="ftr" sz="quarter" idx="18"/>
          </p:nvPr>
        </p:nvSpPr>
        <p:spPr/>
        <p:txBody>
          <a:bodyPr/>
          <a:lstStyle/>
          <a:p>
            <a:r>
              <a:rPr lang="en-GB"/>
              <a:t>Presentation name</a:t>
            </a:r>
            <a:endParaRPr lang="en-GB" dirty="0"/>
          </a:p>
        </p:txBody>
      </p:sp>
      <p:sp>
        <p:nvSpPr>
          <p:cNvPr id="10" name="Slide Number Placeholder 9">
            <a:extLst>
              <a:ext uri="{FF2B5EF4-FFF2-40B4-BE49-F238E27FC236}">
                <a16:creationId xmlns:a16="http://schemas.microsoft.com/office/drawing/2014/main" id="{37F5F02F-8C46-4896-BC92-49AA647A50EF}"/>
              </a:ext>
            </a:extLst>
          </p:cNvPr>
          <p:cNvSpPr>
            <a:spLocks noGrp="1"/>
          </p:cNvSpPr>
          <p:nvPr>
            <p:ph type="sldNum" sz="quarter" idx="19"/>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1192101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19 - Header only on snow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C84D998-A0A1-427E-9E94-DE69BA2AF685}"/>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58B5A567-CECF-4E8C-9DF8-802537DB9392}"/>
              </a:ext>
            </a:extLst>
          </p:cNvPr>
          <p:cNvSpPr>
            <a:spLocks noGrp="1"/>
          </p:cNvSpPr>
          <p:nvPr>
            <p:ph type="dt" sz="half" idx="15"/>
          </p:nvPr>
        </p:nvSpPr>
        <p:spPr/>
        <p:txBody>
          <a:bodyPr/>
          <a:lstStyle/>
          <a:p>
            <a:fld id="{BF6D858C-FE28-4661-9741-B74153396B0C}" type="datetime3">
              <a:rPr lang="en-GB" smtClean="0"/>
              <a:t>23 March, 2026</a:t>
            </a:fld>
            <a:endParaRPr lang="en-GB" dirty="0"/>
          </a:p>
        </p:txBody>
      </p:sp>
      <p:sp>
        <p:nvSpPr>
          <p:cNvPr id="3" name="Footer Placeholder 2">
            <a:extLst>
              <a:ext uri="{FF2B5EF4-FFF2-40B4-BE49-F238E27FC236}">
                <a16:creationId xmlns:a16="http://schemas.microsoft.com/office/drawing/2014/main" id="{AE816BFE-40C0-4268-88B7-0420E044C7C7}"/>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D81C3C49-28EA-4AB4-BC5C-1D8A36952F02}"/>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3973080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20 - Header only on white 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4F036DD7-6C24-4C48-8819-0528EB4199AC}"/>
              </a:ext>
            </a:extLst>
          </p:cNvPr>
          <p:cNvSpPr>
            <a:spLocks noGrp="1"/>
          </p:cNvSpPr>
          <p:nvPr>
            <p:ph type="dt" sz="half" idx="15"/>
          </p:nvPr>
        </p:nvSpPr>
        <p:spPr/>
        <p:txBody>
          <a:bodyPr/>
          <a:lstStyle/>
          <a:p>
            <a:fld id="{D08F46E6-1BE3-4FA3-8338-96313FADC74E}" type="datetime3">
              <a:rPr lang="en-GB" smtClean="0"/>
              <a:t>23 March, 2026</a:t>
            </a:fld>
            <a:endParaRPr lang="en-GB" dirty="0"/>
          </a:p>
        </p:txBody>
      </p:sp>
      <p:sp>
        <p:nvSpPr>
          <p:cNvPr id="3" name="Footer Placeholder 2">
            <a:extLst>
              <a:ext uri="{FF2B5EF4-FFF2-40B4-BE49-F238E27FC236}">
                <a16:creationId xmlns:a16="http://schemas.microsoft.com/office/drawing/2014/main" id="{E1DD7F54-AB07-4D01-8C64-F9B2421FB583}"/>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278BF20-C1BE-48D3-9C5C-34133B97162E}"/>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501519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21 - Header only on blue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C84D998-A0A1-427E-9E94-DE69BA2AF685}"/>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0" name="Date Placeholder 9">
            <a:extLst>
              <a:ext uri="{FF2B5EF4-FFF2-40B4-BE49-F238E27FC236}">
                <a16:creationId xmlns:a16="http://schemas.microsoft.com/office/drawing/2014/main" id="{DC92D004-45D9-4900-8B3A-20D7F802DA48}"/>
              </a:ext>
            </a:extLst>
          </p:cNvPr>
          <p:cNvSpPr>
            <a:spLocks noGrp="1"/>
          </p:cNvSpPr>
          <p:nvPr>
            <p:ph type="dt" sz="half" idx="15"/>
          </p:nvPr>
        </p:nvSpPr>
        <p:spPr/>
        <p:txBody>
          <a:bodyPr/>
          <a:lstStyle/>
          <a:p>
            <a:fld id="{1F9DED0E-F0AB-492A-8952-1203CB654487}" type="datetime3">
              <a:rPr lang="en-GB" smtClean="0"/>
              <a:t>23 March, 2026</a:t>
            </a:fld>
            <a:endParaRPr lang="en-GB" dirty="0"/>
          </a:p>
        </p:txBody>
      </p:sp>
      <p:sp>
        <p:nvSpPr>
          <p:cNvPr id="11" name="Footer Placeholder 10">
            <a:extLst>
              <a:ext uri="{FF2B5EF4-FFF2-40B4-BE49-F238E27FC236}">
                <a16:creationId xmlns:a16="http://schemas.microsoft.com/office/drawing/2014/main" id="{9C86CA62-BFDB-4F87-A424-F5D90D166B85}"/>
              </a:ext>
            </a:extLst>
          </p:cNvPr>
          <p:cNvSpPr>
            <a:spLocks noGrp="1"/>
          </p:cNvSpPr>
          <p:nvPr>
            <p:ph type="ftr" sz="quarter" idx="16"/>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2A9C68DB-004F-43DA-AAFC-81794FB395D1}"/>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45310148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3.22 - Empty">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C717F548-098C-4A84-BAE0-B9AE7935B9DB}"/>
              </a:ext>
            </a:extLst>
          </p:cNvPr>
          <p:cNvSpPr>
            <a:spLocks noGrp="1"/>
          </p:cNvSpPr>
          <p:nvPr>
            <p:ph type="dt" sz="half" idx="10"/>
          </p:nvPr>
        </p:nvSpPr>
        <p:spPr/>
        <p:txBody>
          <a:bodyPr/>
          <a:lstStyle/>
          <a:p>
            <a:fld id="{BBC98688-8316-4E08-99A7-4CF117E95DD2}" type="datetime3">
              <a:rPr lang="en-GB" smtClean="0"/>
              <a:t>23 March, 2026</a:t>
            </a:fld>
            <a:endParaRPr lang="en-GB" dirty="0"/>
          </a:p>
        </p:txBody>
      </p:sp>
      <p:sp>
        <p:nvSpPr>
          <p:cNvPr id="9" name="Footer Placeholder 8">
            <a:extLst>
              <a:ext uri="{FF2B5EF4-FFF2-40B4-BE49-F238E27FC236}">
                <a16:creationId xmlns:a16="http://schemas.microsoft.com/office/drawing/2014/main" id="{16A88127-32A8-4077-923D-55055EFBBF0E}"/>
              </a:ext>
            </a:extLst>
          </p:cNvPr>
          <p:cNvSpPr>
            <a:spLocks noGrp="1"/>
          </p:cNvSpPr>
          <p:nvPr>
            <p:ph type="ftr" sz="quarter" idx="11"/>
          </p:nvPr>
        </p:nvSpPr>
        <p:spPr/>
        <p:txBody>
          <a:bodyPr/>
          <a:lstStyle/>
          <a:p>
            <a:r>
              <a:rPr lang="en-GB"/>
              <a:t>Presentation name</a:t>
            </a:r>
            <a:endParaRPr lang="en-GB" dirty="0"/>
          </a:p>
        </p:txBody>
      </p:sp>
      <p:sp>
        <p:nvSpPr>
          <p:cNvPr id="10" name="Slide Number Placeholder 9">
            <a:extLst>
              <a:ext uri="{FF2B5EF4-FFF2-40B4-BE49-F238E27FC236}">
                <a16:creationId xmlns:a16="http://schemas.microsoft.com/office/drawing/2014/main" id="{B70096FE-52E7-40F9-B9B2-A6ED5492C3FF}"/>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7068313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22 – Disclaimer">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1A2CA5C7-790A-4B5E-A7CB-5AC08A6DCD86}"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sp>
        <p:nvSpPr>
          <p:cNvPr id="19" name="Rectangle 18">
            <a:extLst>
              <a:ext uri="{FF2B5EF4-FFF2-40B4-BE49-F238E27FC236}">
                <a16:creationId xmlns:a16="http://schemas.microsoft.com/office/drawing/2014/main" id="{A46DF209-4A08-4759-0FEE-12F6A6C0CE63}"/>
              </a:ext>
            </a:extLst>
          </p:cNvPr>
          <p:cNvSpPr/>
          <p:nvPr userDrawn="1"/>
        </p:nvSpPr>
        <p:spPr>
          <a:xfrm>
            <a:off x="454250" y="5763670"/>
            <a:ext cx="8972919" cy="10264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10000"/>
              </a:lnSpc>
              <a:spcBef>
                <a:spcPts val="600"/>
              </a:spcBef>
            </a:pPr>
            <a:endParaRPr lang="en-GB" sz="1600" dirty="0"/>
          </a:p>
        </p:txBody>
      </p:sp>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49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Text Placeholder 10">
            <a:extLst>
              <a:ext uri="{FF2B5EF4-FFF2-40B4-BE49-F238E27FC236}">
                <a16:creationId xmlns:a16="http://schemas.microsoft.com/office/drawing/2014/main" id="{0701FCCB-E585-4202-BA47-9F2063D11576}"/>
              </a:ext>
            </a:extLst>
          </p:cNvPr>
          <p:cNvSpPr>
            <a:spLocks noGrp="1"/>
          </p:cNvSpPr>
          <p:nvPr>
            <p:ph type="body" sz="quarter" idx="17" hasCustomPrompt="1"/>
          </p:nvPr>
        </p:nvSpPr>
        <p:spPr>
          <a:xfrm>
            <a:off x="695325" y="1587731"/>
            <a:ext cx="8640675" cy="3073321"/>
          </a:xfrm>
        </p:spPr>
        <p:txBody>
          <a:bodyPr anchor="b" anchorCtr="0"/>
          <a:lstStyle>
            <a:lvl1pPr marL="0" indent="0">
              <a:buFontTx/>
              <a:buNone/>
              <a:defRPr sz="9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Placeholder for disclaimer text and/or Document ID. NOTE: Copyright and trademark information are already included below and do not need to be added again.</a:t>
            </a:r>
            <a:endParaRPr lang="en-GB" dirty="0"/>
          </a:p>
        </p:txBody>
      </p:sp>
      <p:sp>
        <p:nvSpPr>
          <p:cNvPr id="3" name="TextBox 7">
            <a:extLst>
              <a:ext uri="{FF2B5EF4-FFF2-40B4-BE49-F238E27FC236}">
                <a16:creationId xmlns:a16="http://schemas.microsoft.com/office/drawing/2014/main" id="{CBB298DC-3796-92A0-871A-1B22DBA13290}"/>
              </a:ext>
            </a:extLst>
          </p:cNvPr>
          <p:cNvSpPr txBox="1"/>
          <p:nvPr userDrawn="1"/>
        </p:nvSpPr>
        <p:spPr bwMode="gray">
          <a:xfrm>
            <a:off x="712204" y="6416589"/>
            <a:ext cx="6591598" cy="144000"/>
          </a:xfrm>
          <a:prstGeom prst="rect">
            <a:avLst/>
          </a:prstGeom>
        </p:spPr>
        <p:txBody>
          <a:bodyPr vert="horz" lIns="0" tIns="0" rIns="0" bIns="0" rtlCol="0" anchor="ctr" anchorCtr="0">
            <a:noAutofit/>
          </a:bodyPr>
          <a:lstStyle>
            <a:lvl1pPr indent="0">
              <a:lnSpc>
                <a:spcPct val="120000"/>
              </a:lnSpc>
              <a:spcBef>
                <a:spcPts val="600"/>
              </a:spcBef>
              <a:buFont typeface="Arial" panose="020B0604020202020204" pitchFamily="34" charset="0"/>
              <a:buNone/>
              <a:defRPr sz="1600" b="1">
                <a:solidFill>
                  <a:schemeClr val="tx2"/>
                </a:solidFill>
              </a:defRPr>
            </a:lvl1pPr>
            <a:lvl2pPr marL="0" lvl="1" indent="0">
              <a:lnSpc>
                <a:spcPct val="120000"/>
              </a:lnSpc>
              <a:spcBef>
                <a:spcPts val="600"/>
              </a:spcBef>
              <a:buFont typeface="Arial" panose="020B0604020202020204" pitchFamily="34" charset="0"/>
              <a:buNone/>
              <a:defRPr sz="800">
                <a:solidFill>
                  <a:schemeClr val="tx2"/>
                </a:solidFill>
              </a:defRPr>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1"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GB"/>
              <a:t>© Getinge │ Getinge and                           are trademarks or registered trademarks of Getinge AB, its subsidiaries or affiliates. All rights reserved.</a:t>
            </a:r>
            <a:endParaRPr lang="en-GB" dirty="0"/>
          </a:p>
        </p:txBody>
      </p:sp>
      <p:sp>
        <p:nvSpPr>
          <p:cNvPr id="4" name="TextBox 3">
            <a:extLst>
              <a:ext uri="{FF2B5EF4-FFF2-40B4-BE49-F238E27FC236}">
                <a16:creationId xmlns:a16="http://schemas.microsoft.com/office/drawing/2014/main" id="{5785FAF3-B314-F8CA-9FD6-7174C31B3929}"/>
              </a:ext>
            </a:extLst>
          </p:cNvPr>
          <p:cNvSpPr txBox="1"/>
          <p:nvPr userDrawn="1"/>
        </p:nvSpPr>
        <p:spPr bwMode="gray">
          <a:xfrm>
            <a:off x="695326" y="5763159"/>
            <a:ext cx="8076142" cy="360852"/>
          </a:xfrm>
          <a:prstGeom prst="rect">
            <a:avLst/>
          </a:prstGeom>
        </p:spPr>
        <p:txBody>
          <a:bodyPr vert="horz" lIns="0" tIns="0" rIns="0" bIns="0" rtlCol="0">
            <a:noAutofit/>
          </a:bodyPr>
          <a:lstStyle>
            <a:lvl1pPr indent="0">
              <a:lnSpc>
                <a:spcPct val="120000"/>
              </a:lnSpc>
              <a:spcBef>
                <a:spcPts val="600"/>
              </a:spcBef>
              <a:buFont typeface="Arial" panose="020B0604020202020204" pitchFamily="34" charset="0"/>
              <a:buNone/>
              <a:defRPr sz="1600" b="1">
                <a:solidFill>
                  <a:schemeClr val="tx2"/>
                </a:solidFill>
              </a:defRPr>
            </a:lvl1pPr>
            <a:lvl2pPr marL="0" lvl="1" indent="0">
              <a:lnSpc>
                <a:spcPct val="120000"/>
              </a:lnSpc>
              <a:spcBef>
                <a:spcPts val="600"/>
              </a:spcBef>
              <a:buFont typeface="Arial" panose="020B0604020202020204" pitchFamily="34" charset="0"/>
              <a:buNone/>
              <a:defRPr sz="800">
                <a:solidFill>
                  <a:schemeClr val="tx2"/>
                </a:solidFill>
              </a:defRPr>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en-US" sz="800" dirty="0"/>
              <a:t>With a firm belief that every person and community should have access to the best possible care, Getinge provides hospitals and life science institutions with products and solutions aiming to improve clinical results and optimize workflows. The offering includes products and solutions for intensive care, cardiovascular procedures, operating rooms, sterile reprocessing and life science. Getinge employs over 10,000 people worldwide and the products are sold in more than 135 countries.</a:t>
            </a:r>
            <a:endParaRPr lang="en-GB" sz="800" dirty="0"/>
          </a:p>
        </p:txBody>
      </p:sp>
      <p:sp>
        <p:nvSpPr>
          <p:cNvPr id="5" name="TextBox 4">
            <a:extLst>
              <a:ext uri="{FF2B5EF4-FFF2-40B4-BE49-F238E27FC236}">
                <a16:creationId xmlns:a16="http://schemas.microsoft.com/office/drawing/2014/main" id="{C44887AD-4885-F0DD-4DB6-917570EB3D3A}"/>
              </a:ext>
            </a:extLst>
          </p:cNvPr>
          <p:cNvSpPr txBox="1"/>
          <p:nvPr userDrawn="1"/>
        </p:nvSpPr>
        <p:spPr bwMode="gray">
          <a:xfrm>
            <a:off x="695325" y="5154989"/>
            <a:ext cx="10801349" cy="295466"/>
          </a:xfrm>
          <a:prstGeom prst="rect">
            <a:avLst/>
          </a:prstGeom>
        </p:spPr>
        <p:txBody>
          <a:bodyPr vert="horz" lIns="0" tIns="0" rIns="0" bIns="0" rtlCol="0">
            <a:noAutofit/>
          </a:bodyPr>
          <a:lstStyle>
            <a:lvl1pPr lvl="0" indent="0">
              <a:lnSpc>
                <a:spcPct val="120000"/>
              </a:lnSpc>
              <a:spcBef>
                <a:spcPts val="600"/>
              </a:spcBef>
              <a:buFont typeface="Arial" panose="020B0604020202020204" pitchFamily="34" charset="0"/>
              <a:buNone/>
              <a:defRPr sz="1600" b="1">
                <a:solidFill>
                  <a:schemeClr val="bg1"/>
                </a:solidFill>
              </a:defRPr>
            </a:lvl1pPr>
            <a:lvl2pPr marL="0" indent="0">
              <a:lnSpc>
                <a:spcPct val="120000"/>
              </a:lnSpc>
              <a:spcBef>
                <a:spcPts val="600"/>
              </a:spcBef>
              <a:buFont typeface="Arial" panose="020B0604020202020204" pitchFamily="34" charset="0"/>
              <a:buNone/>
              <a:defRPr sz="1600"/>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sz="1600" b="0">
                <a:solidFill>
                  <a:schemeClr val="tx2"/>
                </a:solidFill>
              </a:rPr>
              <a:t>www.getinge.com</a:t>
            </a:r>
            <a:endParaRPr lang="en-GB" sz="1600" b="0" dirty="0">
              <a:solidFill>
                <a:schemeClr val="tx2"/>
              </a:solidFill>
            </a:endParaRPr>
          </a:p>
        </p:txBody>
      </p:sp>
      <p:pic>
        <p:nvPicPr>
          <p:cNvPr id="6" name="Graphic 5">
            <a:extLst>
              <a:ext uri="{FF2B5EF4-FFF2-40B4-BE49-F238E27FC236}">
                <a16:creationId xmlns:a16="http://schemas.microsoft.com/office/drawing/2014/main" id="{A98FFAA4-7621-56BD-1A7D-7FE32EA557B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98530" y="6453939"/>
            <a:ext cx="676800" cy="100267"/>
          </a:xfrm>
          <a:prstGeom prst="rect">
            <a:avLst/>
          </a:prstGeom>
        </p:spPr>
      </p:pic>
    </p:spTree>
    <p:extLst>
      <p:ext uri="{BB962C8B-B14F-4D97-AF65-F5344CB8AC3E}">
        <p14:creationId xmlns:p14="http://schemas.microsoft.com/office/powerpoint/2010/main" val="184653432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2 - End logo on graphic">
    <p:bg>
      <p:bgPr>
        <a:solidFill>
          <a:schemeClr val="tx2"/>
        </a:solidFill>
        <a:effectLst/>
      </p:bgPr>
    </p:bg>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8A13A591-4E4B-45F2-908E-4E1C3B5BC5F3}"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pic>
        <p:nvPicPr>
          <p:cNvPr id="4" name="Picture 3" descr="A picture containing background pattern&#10;&#10;Description automatically generated">
            <a:extLst>
              <a:ext uri="{FF2B5EF4-FFF2-40B4-BE49-F238E27FC236}">
                <a16:creationId xmlns:a16="http://schemas.microsoft.com/office/drawing/2014/main" id="{F8ED0573-BB28-48D5-B972-E6FBCD82B8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5" name="Group 4">
            <a:extLst>
              <a:ext uri="{FF2B5EF4-FFF2-40B4-BE49-F238E27FC236}">
                <a16:creationId xmlns:a16="http://schemas.microsoft.com/office/drawing/2014/main" id="{180ABD6B-22ED-4494-9FF9-300160E05379}"/>
              </a:ext>
            </a:extLst>
          </p:cNvPr>
          <p:cNvGrpSpPr/>
          <p:nvPr userDrawn="1"/>
        </p:nvGrpSpPr>
        <p:grpSpPr>
          <a:xfrm>
            <a:off x="4468865" y="2604738"/>
            <a:ext cx="3258066" cy="1656113"/>
            <a:chOff x="4468865" y="2604738"/>
            <a:chExt cx="3258066" cy="1656113"/>
          </a:xfrm>
        </p:grpSpPr>
        <p:pic>
          <p:nvPicPr>
            <p:cNvPr id="19" name="Picture 18">
              <a:extLst>
                <a:ext uri="{FF2B5EF4-FFF2-40B4-BE49-F238E27FC236}">
                  <a16:creationId xmlns:a16="http://schemas.microsoft.com/office/drawing/2014/main" id="{FF1E34F8-8223-4A78-B432-3EB9EBA7525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80464"/>
            <a:stretch/>
          </p:blipFill>
          <p:spPr>
            <a:xfrm>
              <a:off x="4468865" y="3935821"/>
              <a:ext cx="3254272" cy="325030"/>
            </a:xfrm>
            <a:prstGeom prst="rect">
              <a:avLst/>
            </a:prstGeom>
          </p:spPr>
        </p:pic>
        <p:pic>
          <p:nvPicPr>
            <p:cNvPr id="21" name="Graphic 20">
              <a:extLst>
                <a:ext uri="{FF2B5EF4-FFF2-40B4-BE49-F238E27FC236}">
                  <a16:creationId xmlns:a16="http://schemas.microsoft.com/office/drawing/2014/main" id="{553C90E1-7BD9-4E34-8AC3-FC945AE905C7}"/>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r="21239"/>
            <a:stretch/>
          </p:blipFill>
          <p:spPr>
            <a:xfrm>
              <a:off x="4472659" y="3323701"/>
              <a:ext cx="3254272" cy="612120"/>
            </a:xfrm>
            <a:prstGeom prst="rect">
              <a:avLst/>
            </a:prstGeom>
          </p:spPr>
        </p:pic>
        <p:pic>
          <p:nvPicPr>
            <p:cNvPr id="25" name="Graphic 24">
              <a:extLst>
                <a:ext uri="{FF2B5EF4-FFF2-40B4-BE49-F238E27FC236}">
                  <a16:creationId xmlns:a16="http://schemas.microsoft.com/office/drawing/2014/main" id="{EC88D5EE-499C-4F3A-8762-76A3B1CF8450}"/>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83781"/>
            <a:stretch/>
          </p:blipFill>
          <p:spPr>
            <a:xfrm>
              <a:off x="5713848" y="2604738"/>
              <a:ext cx="670155" cy="612120"/>
            </a:xfrm>
            <a:prstGeom prst="rect">
              <a:avLst/>
            </a:prstGeom>
          </p:spPr>
        </p:pic>
      </p:grpSp>
    </p:spTree>
    <p:extLst>
      <p:ext uri="{BB962C8B-B14F-4D97-AF65-F5344CB8AC3E}">
        <p14:creationId xmlns:p14="http://schemas.microsoft.com/office/powerpoint/2010/main" val="286197775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3 - End logo on blue">
    <p:bg>
      <p:bgPr>
        <a:solidFill>
          <a:schemeClr val="tx2"/>
        </a:solidFill>
        <a:effectLst/>
      </p:bgPr>
    </p:bg>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6575CFC9-CF72-4FF1-A9D6-AA7E501F72D2}"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sp>
        <p:nvSpPr>
          <p:cNvPr id="6" name="Rectangle 5">
            <a:extLst>
              <a:ext uri="{FF2B5EF4-FFF2-40B4-BE49-F238E27FC236}">
                <a16:creationId xmlns:a16="http://schemas.microsoft.com/office/drawing/2014/main" id="{7E817851-0F05-4A24-B522-B3546C11BA73}"/>
              </a:ext>
            </a:extLst>
          </p:cNvPr>
          <p:cNvSpPr>
            <a:spLocks/>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10000"/>
              </a:lnSpc>
              <a:spcBef>
                <a:spcPts val="1200"/>
              </a:spcBef>
            </a:pPr>
            <a:endParaRPr lang="en-GB" sz="1600" dirty="0"/>
          </a:p>
        </p:txBody>
      </p:sp>
      <p:grpSp>
        <p:nvGrpSpPr>
          <p:cNvPr id="5" name="Group 4">
            <a:extLst>
              <a:ext uri="{FF2B5EF4-FFF2-40B4-BE49-F238E27FC236}">
                <a16:creationId xmlns:a16="http://schemas.microsoft.com/office/drawing/2014/main" id="{180ABD6B-22ED-4494-9FF9-300160E05379}"/>
              </a:ext>
            </a:extLst>
          </p:cNvPr>
          <p:cNvGrpSpPr/>
          <p:nvPr userDrawn="1"/>
        </p:nvGrpSpPr>
        <p:grpSpPr>
          <a:xfrm>
            <a:off x="4468865" y="2604738"/>
            <a:ext cx="3258066" cy="1656113"/>
            <a:chOff x="4468865" y="2604738"/>
            <a:chExt cx="3258066" cy="1656113"/>
          </a:xfrm>
        </p:grpSpPr>
        <p:pic>
          <p:nvPicPr>
            <p:cNvPr id="19" name="Picture 18">
              <a:extLst>
                <a:ext uri="{FF2B5EF4-FFF2-40B4-BE49-F238E27FC236}">
                  <a16:creationId xmlns:a16="http://schemas.microsoft.com/office/drawing/2014/main" id="{FF1E34F8-8223-4A78-B432-3EB9EBA7525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0464"/>
            <a:stretch/>
          </p:blipFill>
          <p:spPr>
            <a:xfrm>
              <a:off x="4468865" y="3935821"/>
              <a:ext cx="3254272" cy="325030"/>
            </a:xfrm>
            <a:prstGeom prst="rect">
              <a:avLst/>
            </a:prstGeom>
          </p:spPr>
        </p:pic>
        <p:pic>
          <p:nvPicPr>
            <p:cNvPr id="21" name="Graphic 20">
              <a:extLst>
                <a:ext uri="{FF2B5EF4-FFF2-40B4-BE49-F238E27FC236}">
                  <a16:creationId xmlns:a16="http://schemas.microsoft.com/office/drawing/2014/main" id="{553C90E1-7BD9-4E34-8AC3-FC945AE905C7}"/>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r="21239"/>
            <a:stretch/>
          </p:blipFill>
          <p:spPr>
            <a:xfrm>
              <a:off x="4472659" y="3323701"/>
              <a:ext cx="3254272" cy="612120"/>
            </a:xfrm>
            <a:prstGeom prst="rect">
              <a:avLst/>
            </a:prstGeom>
          </p:spPr>
        </p:pic>
        <p:pic>
          <p:nvPicPr>
            <p:cNvPr id="25" name="Graphic 24">
              <a:extLst>
                <a:ext uri="{FF2B5EF4-FFF2-40B4-BE49-F238E27FC236}">
                  <a16:creationId xmlns:a16="http://schemas.microsoft.com/office/drawing/2014/main" id="{EC88D5EE-499C-4F3A-8762-76A3B1CF8450}"/>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3781"/>
            <a:stretch/>
          </p:blipFill>
          <p:spPr>
            <a:xfrm>
              <a:off x="5713848" y="2604738"/>
              <a:ext cx="670155" cy="612120"/>
            </a:xfrm>
            <a:prstGeom prst="rect">
              <a:avLst/>
            </a:prstGeom>
          </p:spPr>
        </p:pic>
      </p:grpSp>
    </p:spTree>
    <p:extLst>
      <p:ext uri="{BB962C8B-B14F-4D97-AF65-F5344CB8AC3E}">
        <p14:creationId xmlns:p14="http://schemas.microsoft.com/office/powerpoint/2010/main" val="219407332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1 – Report for long text, white 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nchor="t" anchorCtr="0"/>
          <a:lstStyle>
            <a:lvl1pPr>
              <a:lnSpc>
                <a:spcPct val="100000"/>
              </a:lnSpc>
              <a:defRPr/>
            </a:lvl1pPr>
          </a:lstStyle>
          <a:p>
            <a:r>
              <a:rPr lang="en-GB" dirty="0"/>
              <a:t>Heading</a:t>
            </a:r>
          </a:p>
        </p:txBody>
      </p:sp>
      <p:sp>
        <p:nvSpPr>
          <p:cNvPr id="2" name="Date Placeholder 1">
            <a:extLst>
              <a:ext uri="{FF2B5EF4-FFF2-40B4-BE49-F238E27FC236}">
                <a16:creationId xmlns:a16="http://schemas.microsoft.com/office/drawing/2014/main" id="{3A63870A-33B4-4320-BF1B-F61B9E7A1A02}"/>
              </a:ext>
            </a:extLst>
          </p:cNvPr>
          <p:cNvSpPr>
            <a:spLocks noGrp="1"/>
          </p:cNvSpPr>
          <p:nvPr>
            <p:ph type="dt" sz="half" idx="16"/>
          </p:nvPr>
        </p:nvSpPr>
        <p:spPr/>
        <p:txBody>
          <a:bodyPr/>
          <a:lstStyle/>
          <a:p>
            <a:fld id="{4F2DC977-4E24-4195-9D64-2EFEAF9D834B}" type="datetime3">
              <a:rPr lang="en-GB" smtClean="0"/>
              <a:t>23 March, 2026</a:t>
            </a:fld>
            <a:endParaRPr lang="en-GB" dirty="0"/>
          </a:p>
        </p:txBody>
      </p:sp>
      <p:sp>
        <p:nvSpPr>
          <p:cNvPr id="3" name="Footer Placeholder 2">
            <a:extLst>
              <a:ext uri="{FF2B5EF4-FFF2-40B4-BE49-F238E27FC236}">
                <a16:creationId xmlns:a16="http://schemas.microsoft.com/office/drawing/2014/main" id="{729EC4F1-52AB-4D7A-BF66-E0D9AD4A2F7D}"/>
              </a:ext>
            </a:extLst>
          </p:cNvPr>
          <p:cNvSpPr>
            <a:spLocks noGrp="1"/>
          </p:cNvSpPr>
          <p:nvPr>
            <p:ph type="ftr" sz="quarter" idx="17"/>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7E2D947-F5A5-4887-9229-668EB882D1F4}"/>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
        <p:nvSpPr>
          <p:cNvPr id="5" name="Text Placeholder 4">
            <a:extLst>
              <a:ext uri="{FF2B5EF4-FFF2-40B4-BE49-F238E27FC236}">
                <a16:creationId xmlns:a16="http://schemas.microsoft.com/office/drawing/2014/main" id="{8B865DFC-4A96-44F1-7F55-FB08AA95A4BA}"/>
              </a:ext>
            </a:extLst>
          </p:cNvPr>
          <p:cNvSpPr>
            <a:spLocks noGrp="1"/>
          </p:cNvSpPr>
          <p:nvPr>
            <p:ph type="body" sz="quarter" idx="21"/>
          </p:nvPr>
        </p:nvSpPr>
        <p:spPr>
          <a:xfrm>
            <a:off x="695325" y="1249326"/>
            <a:ext cx="10801350" cy="4772062"/>
          </a:xfrm>
        </p:spPr>
        <p:txBody>
          <a:bodyPr numCol="2" spcCol="360000"/>
          <a:lstStyle>
            <a:lvl1pPr marL="0" indent="0">
              <a:buFontTx/>
              <a:buNone/>
              <a:defRPr sz="1000"/>
            </a:lvl1pPr>
            <a:lvl2pPr marL="153987" indent="0">
              <a:buNone/>
              <a:defRPr sz="1000"/>
            </a:lvl2pPr>
            <a:lvl3pPr marL="425450" indent="-136525">
              <a:defRPr sz="1000"/>
            </a:lvl3pPr>
            <a:lvl4pPr marL="425450" indent="-136525">
              <a:defRPr sz="1000"/>
            </a:lvl4pPr>
            <a:lvl5pPr marL="425450" indent="-136525">
              <a:defRPr sz="1000"/>
            </a:lvl5pPr>
          </a:lstStyle>
          <a:p>
            <a:pPr lvl="0"/>
            <a:r>
              <a:rPr lang="en-US"/>
              <a:t>Click to edit Master text styles</a:t>
            </a:r>
          </a:p>
        </p:txBody>
      </p:sp>
    </p:spTree>
    <p:extLst>
      <p:ext uri="{BB962C8B-B14F-4D97-AF65-F5344CB8AC3E}">
        <p14:creationId xmlns:p14="http://schemas.microsoft.com/office/powerpoint/2010/main" val="93352583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1BEFCB-1703-40D7-823E-D3D10D02B6E1}"/>
              </a:ext>
            </a:extLst>
          </p:cNvPr>
          <p:cNvSpPr>
            <a:spLocks noGrp="1"/>
          </p:cNvSpPr>
          <p:nvPr>
            <p:ph type="title"/>
          </p:nvPr>
        </p:nvSpPr>
        <p:spPr>
          <a:xfrm>
            <a:off x="696000" y="412225"/>
            <a:ext cx="10800000" cy="676800"/>
          </a:xfrm>
          <a:prstGeom prst="rect">
            <a:avLst/>
          </a:prstGeom>
        </p:spPr>
        <p:txBody>
          <a:bodyPr vert="horz" wrap="square"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FF1E75D1-892C-4CE0-8ADF-3BD83D62DA06}"/>
              </a:ext>
            </a:extLst>
          </p:cNvPr>
          <p:cNvSpPr>
            <a:spLocks noGrp="1"/>
          </p:cNvSpPr>
          <p:nvPr>
            <p:ph type="body" idx="1"/>
          </p:nvPr>
        </p:nvSpPr>
        <p:spPr>
          <a:xfrm>
            <a:off x="696000" y="1773238"/>
            <a:ext cx="8640000" cy="424815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lide Number Placeholder 5">
            <a:extLst>
              <a:ext uri="{FF2B5EF4-FFF2-40B4-BE49-F238E27FC236}">
                <a16:creationId xmlns:a16="http://schemas.microsoft.com/office/drawing/2014/main" id="{3AE92548-6F34-4BEB-9EEC-237F04117089}"/>
              </a:ext>
            </a:extLst>
          </p:cNvPr>
          <p:cNvSpPr>
            <a:spLocks noGrp="1"/>
          </p:cNvSpPr>
          <p:nvPr>
            <p:ph type="sldNum" sz="quarter" idx="4"/>
          </p:nvPr>
        </p:nvSpPr>
        <p:spPr>
          <a:xfrm>
            <a:off x="696000" y="6559200"/>
            <a:ext cx="8640000" cy="108000"/>
          </a:xfrm>
          <a:prstGeom prst="rect">
            <a:avLst/>
          </a:prstGeom>
        </p:spPr>
        <p:txBody>
          <a:bodyPr vert="horz" lIns="0" tIns="0" rIns="0" bIns="0" rtlCol="0" anchor="ctr"/>
          <a:lstStyle>
            <a:lvl1pPr algn="l">
              <a:defRPr sz="800">
                <a:solidFill>
                  <a:schemeClr val="tx1"/>
                </a:solidFill>
              </a:defRPr>
            </a:lvl1pPr>
          </a:lstStyle>
          <a:p>
            <a:r>
              <a:rPr lang="en-GB"/>
              <a:t>Page </a:t>
            </a:r>
            <a:fld id="{C2FE92B8-3297-49BF-866E-FDAA607BBC0B}" type="slidenum">
              <a:rPr lang="en-GB" smtClean="0"/>
              <a:pPr/>
              <a:t>‹#›</a:t>
            </a:fld>
            <a:endParaRPr lang="en-GB" dirty="0"/>
          </a:p>
        </p:txBody>
      </p:sp>
      <p:pic>
        <p:nvPicPr>
          <p:cNvPr id="9" name="Graphic 8">
            <a:extLst>
              <a:ext uri="{FF2B5EF4-FFF2-40B4-BE49-F238E27FC236}">
                <a16:creationId xmlns:a16="http://schemas.microsoft.com/office/drawing/2014/main" id="{500DC82A-268B-4885-A9AC-C6141D40A658}"/>
              </a:ext>
            </a:extLst>
          </p:cNvPr>
          <p:cNvPicPr>
            <a:picLocks noChangeAspect="1"/>
          </p:cNvPicPr>
          <p:nvPr userDrawn="1"/>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673500" y="6372000"/>
            <a:ext cx="1822500" cy="270000"/>
          </a:xfrm>
          <a:prstGeom prst="rect">
            <a:avLst/>
          </a:prstGeom>
        </p:spPr>
      </p:pic>
      <p:sp>
        <p:nvSpPr>
          <p:cNvPr id="4" name="Date Placeholder 3">
            <a:extLst>
              <a:ext uri="{FF2B5EF4-FFF2-40B4-BE49-F238E27FC236}">
                <a16:creationId xmlns:a16="http://schemas.microsoft.com/office/drawing/2014/main" id="{8725914E-FFAE-4B21-95D3-7621191EF0FF}"/>
              </a:ext>
            </a:extLst>
          </p:cNvPr>
          <p:cNvSpPr>
            <a:spLocks noGrp="1"/>
          </p:cNvSpPr>
          <p:nvPr>
            <p:ph type="dt" sz="half" idx="2"/>
          </p:nvPr>
        </p:nvSpPr>
        <p:spPr>
          <a:xfrm>
            <a:off x="696000" y="6256800"/>
            <a:ext cx="8640000" cy="108000"/>
          </a:xfrm>
          <a:prstGeom prst="rect">
            <a:avLst/>
          </a:prstGeom>
        </p:spPr>
        <p:txBody>
          <a:bodyPr vert="horz" lIns="0" tIns="0" rIns="0" bIns="0" rtlCol="0" anchor="ctr"/>
          <a:lstStyle>
            <a:lvl1pPr algn="l">
              <a:defRPr sz="800">
                <a:solidFill>
                  <a:schemeClr val="tx1"/>
                </a:solidFill>
              </a:defRPr>
            </a:lvl1pPr>
          </a:lstStyle>
          <a:p>
            <a:fld id="{C2F8EDA5-EB72-41BD-988D-61D35C89EC94}" type="datetime3">
              <a:rPr lang="en-GB" smtClean="0"/>
              <a:t>23 March, 2026</a:t>
            </a:fld>
            <a:endParaRPr lang="en-GB" dirty="0"/>
          </a:p>
        </p:txBody>
      </p:sp>
      <p:sp>
        <p:nvSpPr>
          <p:cNvPr id="5" name="Footer Placeholder 4">
            <a:extLst>
              <a:ext uri="{FF2B5EF4-FFF2-40B4-BE49-F238E27FC236}">
                <a16:creationId xmlns:a16="http://schemas.microsoft.com/office/drawing/2014/main" id="{BE22E0C0-BD49-4D7F-9769-374A393C029D}"/>
              </a:ext>
            </a:extLst>
          </p:cNvPr>
          <p:cNvSpPr>
            <a:spLocks noGrp="1"/>
          </p:cNvSpPr>
          <p:nvPr>
            <p:ph type="ftr" sz="quarter" idx="3"/>
          </p:nvPr>
        </p:nvSpPr>
        <p:spPr>
          <a:xfrm>
            <a:off x="696000" y="6408000"/>
            <a:ext cx="8640000" cy="108000"/>
          </a:xfrm>
          <a:prstGeom prst="rect">
            <a:avLst/>
          </a:prstGeom>
        </p:spPr>
        <p:txBody>
          <a:bodyPr vert="horz" lIns="0" tIns="0" rIns="0" bIns="0" rtlCol="0" anchor="ctr"/>
          <a:lstStyle>
            <a:lvl1pPr algn="l">
              <a:defRPr sz="800">
                <a:solidFill>
                  <a:schemeClr val="tx1"/>
                </a:solidFill>
              </a:defRPr>
            </a:lvl1pPr>
          </a:lstStyle>
          <a:p>
            <a:r>
              <a:rPr lang="en-GB"/>
              <a:t>Presentation name</a:t>
            </a:r>
            <a:endParaRPr lang="en-GB" dirty="0"/>
          </a:p>
        </p:txBody>
      </p:sp>
    </p:spTree>
    <p:extLst>
      <p:ext uri="{BB962C8B-B14F-4D97-AF65-F5344CB8AC3E}">
        <p14:creationId xmlns:p14="http://schemas.microsoft.com/office/powerpoint/2010/main" val="145451184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90" r:id="rId3"/>
    <p:sldLayoutId id="2147483651" r:id="rId4"/>
    <p:sldLayoutId id="2147483666" r:id="rId5"/>
    <p:sldLayoutId id="2147483650" r:id="rId6"/>
    <p:sldLayoutId id="2147483664" r:id="rId7"/>
    <p:sldLayoutId id="2147483663" r:id="rId8"/>
    <p:sldLayoutId id="2147483667" r:id="rId9"/>
    <p:sldLayoutId id="2147483668" r:id="rId10"/>
    <p:sldLayoutId id="2147483669" r:id="rId11"/>
    <p:sldLayoutId id="2147483670" r:id="rId12"/>
    <p:sldLayoutId id="2147483674" r:id="rId13"/>
    <p:sldLayoutId id="2147483675" r:id="rId14"/>
    <p:sldLayoutId id="2147483676" r:id="rId15"/>
    <p:sldLayoutId id="2147483677" r:id="rId16"/>
    <p:sldLayoutId id="2147483678" r:id="rId17"/>
    <p:sldLayoutId id="2147483679" r:id="rId18"/>
    <p:sldLayoutId id="2147483680" r:id="rId19"/>
    <p:sldLayoutId id="2147483671" r:id="rId20"/>
    <p:sldLayoutId id="2147483682" r:id="rId21"/>
    <p:sldLayoutId id="2147483685" r:id="rId22"/>
    <p:sldLayoutId id="2147483686" r:id="rId23"/>
    <p:sldLayoutId id="2147483672" r:id="rId24"/>
    <p:sldLayoutId id="2147483687" r:id="rId25"/>
    <p:sldLayoutId id="2147483673" r:id="rId26"/>
    <p:sldLayoutId id="2147483655" r:id="rId27"/>
    <p:sldLayoutId id="2147483693" r:id="rId28"/>
    <p:sldLayoutId id="2147483689" r:id="rId29"/>
    <p:sldLayoutId id="2147483691" r:id="rId30"/>
    <p:sldLayoutId id="2147483692" r:id="rId31"/>
  </p:sldLayoutIdLst>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146050" indent="-146050" algn="l" defTabSz="914400" rtl="0" eaLnBrk="1" latinLnBrk="0" hangingPunct="1">
        <a:lnSpc>
          <a:spcPct val="110000"/>
        </a:lnSpc>
        <a:spcBef>
          <a:spcPts val="600"/>
        </a:spcBef>
        <a:buFont typeface="Arial" panose="020B0604020202020204" pitchFamily="34" charset="0"/>
        <a:buChar char="•"/>
        <a:defRPr sz="1600" kern="1200">
          <a:solidFill>
            <a:schemeClr val="tx1"/>
          </a:solidFill>
          <a:latin typeface="+mn-lt"/>
          <a:ea typeface="+mn-ea"/>
          <a:cs typeface="+mn-cs"/>
        </a:defRPr>
      </a:lvl1pPr>
      <a:lvl2pPr marL="334963" indent="-180975"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2pPr>
      <a:lvl3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3pPr>
      <a:lvl4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4pPr>
      <a:lvl5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3840" userDrawn="1">
          <p15:clr>
            <a:srgbClr val="F26B43"/>
          </p15:clr>
        </p15:guide>
        <p15:guide id="3" pos="7242" userDrawn="1">
          <p15:clr>
            <a:srgbClr val="F26B43"/>
          </p15:clr>
        </p15:guide>
        <p15:guide id="4" orient="horz" pos="1117" userDrawn="1">
          <p15:clr>
            <a:srgbClr val="F26B43"/>
          </p15:clr>
        </p15:guide>
        <p15:guide id="5" orient="horz" pos="3793" userDrawn="1">
          <p15:clr>
            <a:srgbClr val="F26B43"/>
          </p15:clr>
        </p15:guide>
        <p15:guide id="6" orient="horz" pos="686" userDrawn="1">
          <p15:clr>
            <a:srgbClr val="F26B43"/>
          </p15:clr>
        </p15:guide>
        <p15:guide id="7" orient="horz" pos="38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Three-Layer Ventilator</a:t>
            </a:r>
          </a:p>
          <a:p>
            <a:r>
              <a:t>Control Architecture</a:t>
            </a:r>
          </a:p>
        </p:txBody>
      </p:sp>
      <p:sp>
        <p:nvSpPr>
          <p:cNvPr id="3" name="Subtitle 2"/>
          <p:cNvSpPr>
            <a:spLocks noGrp="1"/>
          </p:cNvSpPr>
          <p:nvPr>
            <p:ph type="subTitle" idx="1"/>
          </p:nvPr>
        </p:nvSpPr>
        <p:spPr/>
        <p:txBody>
          <a:bodyPr/>
          <a:lstStyle/>
          <a:p>
            <a:r>
              <a:t>A modular, setpoint-driven approach</a:t>
            </a:r>
          </a:p>
          <a:p>
            <a:r>
              <a:t>to medical ventilator control</a:t>
            </a:r>
          </a:p>
        </p:txBody>
      </p:sp>
      <p:sp>
        <p:nvSpPr>
          <p:cNvPr id="4" name="Text Placeholder 3"/>
          <p:cNvSpPr>
            <a:spLocks noGrp="1"/>
          </p:cNvSpPr>
          <p:nvPr>
            <p:ph type="body" sz="quarter" idx="13"/>
          </p:nvPr>
        </p:nvSpPr>
        <p:spPr/>
        <p:txBody>
          <a:bodyPr/>
          <a:lstStyle/>
          <a:p>
            <a:r>
              <a:t>v1.1  ·  2026-02-01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Overview</a:t>
            </a:r>
          </a:p>
        </p:txBody>
      </p:sp>
      <p:sp>
        <p:nvSpPr>
          <p:cNvPr id="3" name="Text Placeholder 2"/>
          <p:cNvSpPr>
            <a:spLocks noGrp="1"/>
          </p:cNvSpPr>
          <p:nvPr>
            <p:ph type="body" sz="quarter" idx="14"/>
          </p:nvPr>
        </p:nvSpPr>
        <p:spPr/>
        <p:txBody>
          <a:bodyPr/>
          <a:lstStyle/>
          <a:p>
            <a:r>
              <a:t>Three-layer hierarchy</a:t>
            </a:r>
          </a:p>
          <a:p>
            <a:pPr lvl="1"/>
            <a:r>
              <a:t>Layer 1 — Actuator Layer:  fast PID loops for individual valves and blower</a:t>
            </a:r>
          </a:p>
          <a:p>
            <a:pPr lvl="1"/>
            <a:r>
              <a:t>Layer 2 — LLC:  breathing phase state machine (insufflation / exsufflation)</a:t>
            </a:r>
          </a:p>
          <a:p>
            <a:pPr lvl="1"/>
            <a:r>
              <a:t>Layer 3 — HLC:  ventilation mode logic, 8-state cycle</a:t>
            </a:r>
          </a:p>
          <a:p>
            <a:endParaRPr/>
          </a:p>
          <a:p>
            <a:r>
              <a:t>Core philosophy:  indirect control through setpoint manipulation</a:t>
            </a:r>
          </a:p>
          <a:p>
            <a:pPr lvl="1"/>
            <a:r>
              <a:t>Higher layers never issue explicit commands — they change setpoints only</a:t>
            </a:r>
          </a:p>
          <a:p>
            <a:pPr lvl="1"/>
            <a:r>
              <a:t>Lower layers react automatically when trigger conditions are met</a:t>
            </a:r>
          </a:p>
          <a:p>
            <a:endParaRPr/>
          </a:p>
          <a:p>
            <a:r>
              <a:t>Update rates</a:t>
            </a:r>
          </a:p>
          <a:p>
            <a:pPr lvl="1"/>
            <a:r>
              <a:t>Layer 1:  100–1000 Hz     Layer 2:  ~100 Hz     Layer 3:  10–50 Hz</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 1: Actuator Controllers</a:t>
            </a:r>
          </a:p>
        </p:txBody>
      </p:sp>
      <p:sp>
        <p:nvSpPr>
          <p:cNvPr id="3" name="Text Placeholder 2"/>
          <p:cNvSpPr>
            <a:spLocks noGrp="1"/>
          </p:cNvSpPr>
          <p:nvPr>
            <p:ph type="body" sz="quarter" idx="14"/>
          </p:nvPr>
        </p:nvSpPr>
        <p:spPr/>
        <p:txBody>
          <a:bodyPr/>
          <a:lstStyle/>
          <a:p>
            <a:r>
              <a:t>Four independent PID controllers</a:t>
            </a:r>
          </a:p>
          <a:p>
            <a:pPr lvl="1"/>
            <a:r>
              <a:t>O2 Flow Controller        —  controls O2 valve</a:t>
            </a:r>
          </a:p>
          <a:p>
            <a:pPr lvl="1"/>
            <a:r>
              <a:t>Air Flow Controller       —  controls air valve, handles linearisation tables</a:t>
            </a:r>
          </a:p>
          <a:p>
            <a:pPr lvl="1"/>
            <a:r>
              <a:t>Expiratory Valve Controller —  controls exp pressure / valve position</a:t>
            </a:r>
          </a:p>
          <a:p>
            <a:pPr lvl="1"/>
            <a:r>
              <a:t>Blower Flow Controller    —  controls blower flow rate</a:t>
            </a:r>
          </a:p>
          <a:p>
            <a:endParaRPr/>
          </a:p>
          <a:p>
            <a:r>
              <a:t>Key characteristics</a:t>
            </a:r>
          </a:p>
          <a:p>
            <a:pPr lvl="1"/>
            <a:r>
              <a:t>Each controller operates independently at the highest loop rate</a:t>
            </a:r>
          </a:p>
          <a:p>
            <a:pPr lvl="1"/>
            <a:r>
              <a:t>Handles sensor &amp; actuator non-linearities via piecewise lookup tables</a:t>
            </a:r>
          </a:p>
          <a:p>
            <a:pPr lvl="1"/>
            <a:r>
              <a:t>No knowledge of breathing phases or ventilation modes</a:t>
            </a:r>
          </a:p>
          <a:p>
            <a:pPr lvl="1"/>
            <a:r>
              <a:t>All setpoints received from LLC — outputs go directly to hardware drivers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Interface: LLC → Layer 1</a:t>
            </a:r>
          </a:p>
        </p:txBody>
      </p:sp>
      <p:sp>
        <p:nvSpPr>
          <p:cNvPr id="3" name="Text Placeholder 2"/>
          <p:cNvSpPr>
            <a:spLocks noGrp="1"/>
          </p:cNvSpPr>
          <p:nvPr>
            <p:ph type="body" sz="quarter" idx="14"/>
          </p:nvPr>
        </p:nvSpPr>
        <p:spPr/>
        <p:txBody>
          <a:bodyPr/>
          <a:lstStyle/>
          <a:p>
            <a:r>
              <a:t>LLC writes setpoints; Layer 1 controllers read them each cycle</a:t>
            </a:r>
          </a:p>
          <a:p>
            <a:endParaRPr/>
          </a:p>
          <a:p>
            <a:r>
              <a:t>During Insufflation</a:t>
            </a:r>
          </a:p>
          <a:p>
            <a:pPr lvl="1"/>
            <a:r>
              <a:t>Air flow setpoint   [slm]   — to Air Flow Controller</a:t>
            </a:r>
          </a:p>
          <a:p>
            <a:pPr lvl="1"/>
            <a:r>
              <a:t>O2 flow setpoint    [slm]   — to O2 Flow Controller  (FiO2 determines split)</a:t>
            </a:r>
          </a:p>
          <a:p>
            <a:pPr lvl="1"/>
            <a:r>
              <a:t>Exp valve pressure  [mbar]  — held at high value to keep exp valve closed</a:t>
            </a:r>
          </a:p>
          <a:p>
            <a:endParaRPr/>
          </a:p>
          <a:p>
            <a:r>
              <a:t>During Exsufflation</a:t>
            </a:r>
          </a:p>
          <a:p>
            <a:pPr lvl="1"/>
            <a:r>
              <a:t>Air &amp; O2 flow setpoints → 0 (or Bias Flow)  — valves nearly closed</a:t>
            </a:r>
          </a:p>
          <a:p>
            <a:pPr lvl="1"/>
            <a:r>
              <a:t>Exp valve pressure setpoint = PEEP  — exp valve opens to target pressure</a:t>
            </a:r>
          </a:p>
          <a:p>
            <a:endParaRPr/>
          </a:p>
          <a:p>
            <a:r>
              <a:t>Pressure limiting  (active at all times)</a:t>
            </a:r>
          </a:p>
          <a:p>
            <a:pPr lvl="1"/>
            <a:r>
              <a:t>Layer 1 flow controllers reduce output when Paw approaches Pressure Limit</a:t>
            </a:r>
          </a:p>
          <a:p>
            <a:pPr lvl="1"/>
            <a:r>
              <a:t>LLC does not need to poll for this — Layer 1 handles it autonomously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 2: LLC — Breathing Phase Control</a:t>
            </a:r>
          </a:p>
        </p:txBody>
      </p:sp>
      <p:sp>
        <p:nvSpPr>
          <p:cNvPr id="3" name="Text Placeholder 2"/>
          <p:cNvSpPr>
            <a:spLocks noGrp="1"/>
          </p:cNvSpPr>
          <p:nvPr>
            <p:ph type="body" sz="quarter" idx="14"/>
          </p:nvPr>
        </p:nvSpPr>
        <p:spPr/>
        <p:txBody>
          <a:bodyPr/>
          <a:lstStyle/>
          <a:p>
            <a:r>
              <a:t>Insufflation (Inspiration)</a:t>
            </a:r>
          </a:p>
          <a:p>
            <a:pPr lvl="1"/>
            <a:r>
              <a:t>Delivers pressure / flow to patient via O2 and Air controllers</a:t>
            </a:r>
          </a:p>
          <a:p>
            <a:pPr lvl="1"/>
            <a:r>
              <a:t>Maintains target inspiratory pressure</a:t>
            </a:r>
          </a:p>
          <a:p>
            <a:pPr lvl="1"/>
            <a:r>
              <a:t>Pressure limiting:  reduces flow when Paw approaches pressure limit</a:t>
            </a:r>
          </a:p>
          <a:p>
            <a:endParaRPr/>
          </a:p>
          <a:p>
            <a:r>
              <a:t>Exsufflation (Expiration)</a:t>
            </a:r>
          </a:p>
          <a:p>
            <a:pPr lvl="1"/>
            <a:r>
              <a:t>Controls expiratory valve to manage pressure release</a:t>
            </a:r>
          </a:p>
          <a:p>
            <a:pPr lvl="1"/>
            <a:r>
              <a:t>Maintains PEEP (positive end-expiratory pressure)</a:t>
            </a:r>
          </a:p>
          <a:p>
            <a:endParaRPr/>
          </a:p>
          <a:p>
            <a:r>
              <a:t>State transitions triggered by</a:t>
            </a:r>
          </a:p>
          <a:p>
            <a:pPr lvl="1"/>
            <a:r>
              <a:t>Patient effort  —  flow or pressure crosses trigger threshold</a:t>
            </a:r>
          </a:p>
          <a:p>
            <a:pPr lvl="1"/>
            <a:r>
              <a:t>Setpoint changes from HLC  —  may instantly fulfil trigger criteria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LLC: Parameters Set by HLC</a:t>
            </a:r>
          </a:p>
        </p:txBody>
      </p:sp>
      <p:sp>
        <p:nvSpPr>
          <p:cNvPr id="3" name="Text Placeholder 2"/>
          <p:cNvSpPr>
            <a:spLocks noGrp="1"/>
          </p:cNvSpPr>
          <p:nvPr>
            <p:ph type="body" sz="quarter" idx="14"/>
          </p:nvPr>
        </p:nvSpPr>
        <p:spPr/>
        <p:txBody>
          <a:bodyPr/>
          <a:lstStyle/>
          <a:p>
            <a:r>
              <a:t>Pressure:   Insufflation Pressure,  Pressure Limit,  PEEP</a:t>
            </a:r>
          </a:p>
          <a:p>
            <a:r>
              <a:t>Flow:       Insufflation Flow,  Bias Flow,  Max Inspiratory Flow</a:t>
            </a:r>
          </a:p>
          <a:p>
            <a:r>
              <a:t>Oxygen:     FiO2  (0.21 – 1.0)</a:t>
            </a:r>
          </a:p>
          <a:p>
            <a:r>
              <a:t>Triggers:   Flow Trigger Threshold,  Pressure Trigger Threshold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Interface: HLC ↔ LLC</a:t>
            </a:r>
          </a:p>
        </p:txBody>
      </p:sp>
      <p:sp>
        <p:nvSpPr>
          <p:cNvPr id="3" name="Text Placeholder 2"/>
          <p:cNvSpPr>
            <a:spLocks noGrp="1"/>
          </p:cNvSpPr>
          <p:nvPr>
            <p:ph type="body" sz="quarter" idx="14"/>
          </p:nvPr>
        </p:nvSpPr>
        <p:spPr/>
        <p:txBody>
          <a:bodyPr/>
          <a:lstStyle/>
          <a:p>
            <a:r>
              <a:t>HLC → LLC  (setpoints, updated every HLC cycle)</a:t>
            </a:r>
          </a:p>
          <a:p>
            <a:pPr lvl="1"/>
            <a:r>
              <a:t>Insufflation Pressure  [cmH2O / mbar]</a:t>
            </a:r>
          </a:p>
          <a:p>
            <a:pPr lvl="1"/>
            <a:r>
              <a:t>Pressure Limit          [cmH2O / mbar]  —  hard safety ceiling</a:t>
            </a:r>
          </a:p>
          <a:p>
            <a:pPr lvl="1"/>
            <a:r>
              <a:t>PEEP                    [cmH2O / mbar]  —  exsufflation target pressure</a:t>
            </a:r>
          </a:p>
          <a:p>
            <a:pPr lvl="1"/>
            <a:r>
              <a:t>Insufflation Flow       [slm]           —  adapted breath-to-breath for Vt</a:t>
            </a:r>
          </a:p>
          <a:p>
            <a:pPr lvl="1"/>
            <a:r>
              <a:t>Bias Flow               [slm]           —  set to 0 during Insp Pause</a:t>
            </a:r>
          </a:p>
          <a:p>
            <a:pPr lvl="1"/>
            <a:r>
              <a:t>FiO2                    [0.21 – 1.0]</a:t>
            </a:r>
          </a:p>
          <a:p>
            <a:pPr lvl="1"/>
            <a:r>
              <a:t>Flow Trigger Threshold  [slm]           —  HLC adjusts per state</a:t>
            </a:r>
          </a:p>
          <a:p>
            <a:pPr lvl="1"/>
            <a:r>
              <a:t>Pressure Trigger Threshold [cmH2O]      —  HLC adjusts per state</a:t>
            </a:r>
          </a:p>
          <a:p>
            <a:endParaRPr/>
          </a:p>
          <a:p>
            <a:r>
              <a:t>LLC → HLC  (events, asynchronous)</a:t>
            </a:r>
          </a:p>
          <a:p>
            <a:pPr lvl="1"/>
            <a:r>
              <a:t>State change event  —  fired on insufflation ↔ exsufflation transition</a:t>
            </a:r>
          </a:p>
          <a:p>
            <a:pPr lvl="1"/>
            <a:r>
              <a:t>Tidal volume report  —  integrated flow delivered during inspiration  [ml]</a:t>
            </a:r>
          </a:p>
          <a:p>
            <a:pPr lvl="1"/>
            <a:r>
              <a:t>Pressure limit event  —  fired when Layer 1 pressure limiting was active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 3: HLC — 8-State Breathing Cycle</a:t>
            </a:r>
          </a:p>
        </p:txBody>
      </p:sp>
      <p:sp>
        <p:nvSpPr>
          <p:cNvPr id="3" name="Text Placeholder 2"/>
          <p:cNvSpPr>
            <a:spLocks noGrp="1"/>
          </p:cNvSpPr>
          <p:nvPr>
            <p:ph type="body" sz="quarter" idx="14"/>
          </p:nvPr>
        </p:nvSpPr>
        <p:spPr/>
        <p:txBody>
          <a:bodyPr/>
          <a:lstStyle/>
          <a:p>
            <a:r>
              <a:t>Inspiration sequence</a:t>
            </a:r>
          </a:p>
          <a:p>
            <a:pPr lvl="1"/>
            <a:r>
              <a:t>1. Non-triggerable  —  mandatory breath, patient triggers ignored</a:t>
            </a:r>
          </a:p>
          <a:p>
            <a:pPr lvl="1"/>
            <a:r>
              <a:t>2. Support          —  patient trigger adds Insp Support Pressure</a:t>
            </a:r>
          </a:p>
          <a:p>
            <a:pPr lvl="1"/>
            <a:r>
              <a:t>3. Insp Synch       —  LLC exsufflation event advances HLC  (default: 0 s)</a:t>
            </a:r>
          </a:p>
          <a:p>
            <a:pPr lvl="1"/>
            <a:r>
              <a:t>4. Insp Pause       —  holds volume; Bias Flow = 0, PEEP = 100 cmH2O</a:t>
            </a:r>
          </a:p>
          <a:p>
            <a:endParaRPr/>
          </a:p>
          <a:p>
            <a:r>
              <a:t>Expiration sequence</a:t>
            </a:r>
          </a:p>
          <a:p>
            <a:pPr lvl="1"/>
            <a:r>
              <a:t>5. Non-triggerable  —  minimum expiration time, triggers ignored</a:t>
            </a:r>
          </a:p>
          <a:p>
            <a:pPr lvl="1"/>
            <a:r>
              <a:t>6. Support          —  patient trigger adds Exp Support Pressure</a:t>
            </a:r>
          </a:p>
          <a:p>
            <a:pPr lvl="1"/>
            <a:r>
              <a:t>7. Exp Synch        —  LLC insufflation event advances HLC  (default: 0 s)</a:t>
            </a:r>
          </a:p>
          <a:p>
            <a:pPr lvl="1"/>
            <a:r>
              <a:t>8. Exp Pause        —  holds expiratory state for measurement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HLC: State Transitions &amp; Timing</a:t>
            </a:r>
          </a:p>
        </p:txBody>
      </p:sp>
      <p:sp>
        <p:nvSpPr>
          <p:cNvPr id="3" name="Text Placeholder 2"/>
          <p:cNvSpPr>
            <a:spLocks noGrp="1"/>
          </p:cNvSpPr>
          <p:nvPr>
            <p:ph type="body" sz="quarter" idx="14"/>
          </p:nvPr>
        </p:nvSpPr>
        <p:spPr/>
        <p:txBody>
          <a:bodyPr/>
          <a:lstStyle/>
          <a:p>
            <a:r>
              <a:t>States advance on</a:t>
            </a:r>
          </a:p>
          <a:p>
            <a:pPr lvl="1"/>
            <a:r>
              <a:t>Time elapsed  —  each state has a configured duration</a:t>
            </a:r>
          </a:p>
          <a:p>
            <a:pPr lvl="1"/>
            <a:r>
              <a:t>Zero-duration skip  —  states with time = 0 are immediately bypassed</a:t>
            </a:r>
          </a:p>
          <a:p>
            <a:pPr lvl="1"/>
            <a:r>
              <a:t>Patient sync  —  LLC state-change events trigger HLC advance in Synch states</a:t>
            </a:r>
          </a:p>
          <a:p>
            <a:endParaRPr/>
          </a:p>
          <a:p>
            <a:r>
              <a:t>Timing parameters</a:t>
            </a:r>
          </a:p>
          <a:p>
            <a:pPr lvl="1"/>
            <a:r>
              <a:t>Respiratory Rate (RR)          Cycle time = 60 / RR  seconds</a:t>
            </a:r>
          </a:p>
          <a:p>
            <a:pPr lvl="1"/>
            <a:r>
              <a:t>I:E Ratio                      Splits cycle into inspiration / expiration time</a:t>
            </a:r>
          </a:p>
          <a:p>
            <a:pPr lvl="1"/>
            <a:r>
              <a:t>Insp Pause Fraction            Pause time = fraction x (60 / RR)</a:t>
            </a:r>
          </a:p>
          <a:p>
            <a:pPr lvl="1"/>
            <a:r>
              <a:t>Active Inspiration Time  =  Non-trig + Support + Synch  (pause excluded)</a:t>
            </a:r>
          </a:p>
          <a:p>
            <a:endParaRPr/>
          </a:p>
          <a:p>
            <a:r>
              <a:t>Active Inspiration Time drives the tidal volume flow calculation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Tidal Volume Control</a:t>
            </a:r>
          </a:p>
        </p:txBody>
      </p:sp>
      <p:sp>
        <p:nvSpPr>
          <p:cNvPr id="3" name="Text Placeholder 2"/>
          <p:cNvSpPr>
            <a:spLocks noGrp="1"/>
          </p:cNvSpPr>
          <p:nvPr>
            <p:ph type="body" sz="quarter" idx="14"/>
          </p:nvPr>
        </p:nvSpPr>
        <p:spPr/>
        <p:txBody>
          <a:bodyPr/>
          <a:lstStyle/>
          <a:p>
            <a:r>
              <a:t>Initial flow calculation</a:t>
            </a:r>
          </a:p>
          <a:p>
            <a:pPr lvl="1"/>
            <a:r>
              <a:t>Insufflation Flow = Vt_target / Active Inspiration Time</a:t>
            </a:r>
          </a:p>
          <a:p>
            <a:pPr lvl="1"/>
            <a:r>
              <a:t>Pause time excluded — no gas flows during plateau hold</a:t>
            </a:r>
          </a:p>
          <a:p>
            <a:endParaRPr/>
          </a:p>
          <a:p>
            <a:r>
              <a:t>Breath-to-breath adaptive control  (at each insp → exp transition)</a:t>
            </a:r>
          </a:p>
          <a:p>
            <a:pPr lvl="1"/>
            <a:r>
              <a:t>Measure Vt_delivered  (integrated flow over inspiration from LLC event)</a:t>
            </a:r>
          </a:p>
          <a:p>
            <a:pPr lvl="1"/>
            <a:r>
              <a:t>Error:  dVt = Vt_target - Vt_delivered</a:t>
            </a:r>
          </a:p>
          <a:p>
            <a:pPr lvl="1"/>
            <a:r>
              <a:t>Gradually adjust Insufflation Flow setpoint for next breath</a:t>
            </a:r>
          </a:p>
          <a:p>
            <a:pPr lvl="1"/>
            <a:r>
              <a:t>Compensates for changing patient compliance and resistance</a:t>
            </a:r>
          </a:p>
          <a:p>
            <a:endParaRPr/>
          </a:p>
          <a:p>
            <a:r>
              <a:t>Pressure-limited mode</a:t>
            </a:r>
          </a:p>
          <a:p>
            <a:pPr lvl="1"/>
            <a:r>
              <a:t>LLC pressure limiting reduces flow  —  LLC reports pressure limit event to HLC</a:t>
            </a:r>
          </a:p>
          <a:p>
            <a:pPr lvl="1"/>
            <a:r>
              <a:t>HLC attempts to increase flow next breath; if persistent: volume sacrificed</a:t>
            </a:r>
          </a:p>
          <a:p>
            <a:pPr lvl="1"/>
            <a:r>
              <a:t>Patient safety (pressure) prioritised over volume target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Pressure Support &amp; Inspiratory Pause</a:t>
            </a:r>
          </a:p>
        </p:txBody>
      </p:sp>
      <p:sp>
        <p:nvSpPr>
          <p:cNvPr id="3" name="Text Placeholder 2"/>
          <p:cNvSpPr>
            <a:spLocks noGrp="1"/>
          </p:cNvSpPr>
          <p:nvPr>
            <p:ph type="body" sz="quarter" idx="14"/>
          </p:nvPr>
        </p:nvSpPr>
        <p:spPr/>
        <p:txBody>
          <a:bodyPr/>
          <a:lstStyle/>
          <a:p>
            <a:r>
              <a:t>Inspiration Support  (on patient trigger during Insp Support state)</a:t>
            </a:r>
          </a:p>
          <a:p>
            <a:pPr lvl="1"/>
            <a:r>
              <a:t>HLC sets:  Insufflation Pressure = Inspiratory Pressure + Insp Support Pressure</a:t>
            </a:r>
          </a:p>
          <a:p>
            <a:pPr lvl="1"/>
            <a:r>
              <a:t>Rewards patient effort; foundation of PSV mode</a:t>
            </a:r>
          </a:p>
          <a:p>
            <a:endParaRPr/>
          </a:p>
          <a:p>
            <a:r>
              <a:t>Expiration Support  (on patient trigger during Exp Support state)</a:t>
            </a:r>
          </a:p>
          <a:p>
            <a:pPr lvl="1"/>
            <a:r>
              <a:t>HLC sets:  Insufflation Pressure = PEEP + Exp Support Pressure</a:t>
            </a:r>
          </a:p>
          <a:p>
            <a:endParaRPr/>
          </a:p>
          <a:p>
            <a:r>
              <a:t>Inspiratory Pause  —  lock using existing setpoints only</a:t>
            </a:r>
          </a:p>
          <a:p>
            <a:pPr lvl="1"/>
            <a:r>
              <a:t>HLC sets:  Bias Flow = 0  and  PEEP = 100 cmH2O</a:t>
            </a:r>
          </a:p>
          <a:p>
            <a:pPr lvl="1"/>
            <a:r>
              <a:t>PEEP 100 cmH2O forces LLC into exsufflation mode</a:t>
            </a:r>
          </a:p>
          <a:p>
            <a:pPr lvl="1"/>
            <a:r>
              <a:t>Actual Paw &lt;&lt; 100 cmH2O  =&gt;  expiratory valve stays physically closed</a:t>
            </a:r>
          </a:p>
          <a:p>
            <a:pPr lvl="1"/>
            <a:r>
              <a:t>Result:  zero inflow + valve closed = volume held constant</a:t>
            </a:r>
          </a:p>
          <a:p>
            <a:pPr lvl="1"/>
            <a:r>
              <a:t>No special pause logic needed in LLC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Indirect Control: State-Dependent Setpoints</a:t>
            </a:r>
          </a:p>
        </p:txBody>
      </p:sp>
      <p:sp>
        <p:nvSpPr>
          <p:cNvPr id="3" name="Text Placeholder 2"/>
          <p:cNvSpPr>
            <a:spLocks noGrp="1"/>
          </p:cNvSpPr>
          <p:nvPr>
            <p:ph type="body" sz="quarter" idx="14"/>
          </p:nvPr>
        </p:nvSpPr>
        <p:spPr/>
        <p:txBody>
          <a:bodyPr/>
          <a:lstStyle/>
          <a:p>
            <a:r>
              <a:t>HLC controls LLC exclusively by changing setpoints — never by explicit command</a:t>
            </a:r>
          </a:p>
          <a:p>
            <a:endParaRPr/>
          </a:p>
          <a:p>
            <a:r>
              <a:t>HLC State          Insp Pressure          PEEP               Bias Flow</a:t>
            </a:r>
          </a:p>
          <a:p>
            <a:pPr lvl="1"/>
            <a:r>
              <a:t>Insp Non-trig       Insp Pressure          Normal PEEP        Normal</a:t>
            </a:r>
          </a:p>
          <a:p>
            <a:pPr lvl="1"/>
            <a:r>
              <a:t>Insp Support        Insp P + Support *     Normal PEEP        Normal</a:t>
            </a:r>
          </a:p>
          <a:p>
            <a:pPr lvl="1"/>
            <a:r>
              <a:t>Insp Synch          Insp Pressure          Normal PEEP        Normal</a:t>
            </a:r>
          </a:p>
          <a:p>
            <a:pPr lvl="1"/>
            <a:r>
              <a:t>Insp Pause          —                      100 cmH2O (lock)   0  (lock)</a:t>
            </a:r>
          </a:p>
          <a:p>
            <a:pPr lvl="1"/>
            <a:r>
              <a:t>Exp Non-trig        —                      PEEP               Normal</a:t>
            </a:r>
          </a:p>
          <a:p>
            <a:pPr lvl="1"/>
            <a:r>
              <a:t>Exp Support         PEEP + Support *        PEEP               Normal</a:t>
            </a:r>
          </a:p>
          <a:p>
            <a:pPr lvl="1"/>
            <a:r>
              <a:t>Exp Pause           —                      PEEP               Normal</a:t>
            </a:r>
          </a:p>
          <a:p>
            <a:endParaRPr/>
          </a:p>
          <a:p>
            <a:r>
              <a:t>* Only applied when patient trigger is detected in that state</a:t>
            </a:r>
          </a:p>
          <a:p>
            <a:endParaRPr/>
          </a:p>
          <a:p>
            <a:r>
              <a:t>Setpoint change → LLC trigger criteria may be instantly fulfilled</a:t>
            </a:r>
          </a:p>
          <a:p>
            <a:pPr lvl="1"/>
            <a:r>
              <a:t>LLC transitions automatically — no command needed from HLC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Clinical Ventilation Modes</a:t>
            </a:r>
          </a:p>
        </p:txBody>
      </p:sp>
      <p:sp>
        <p:nvSpPr>
          <p:cNvPr id="3" name="Text Placeholder 2"/>
          <p:cNvSpPr>
            <a:spLocks noGrp="1"/>
          </p:cNvSpPr>
          <p:nvPr>
            <p:ph type="body" sz="quarter" idx="14"/>
          </p:nvPr>
        </p:nvSpPr>
        <p:spPr/>
        <p:txBody>
          <a:bodyPr/>
          <a:lstStyle/>
          <a:p>
            <a:r>
              <a:t>Volume Control (VC)</a:t>
            </a:r>
          </a:p>
          <a:p>
            <a:pPr lvl="1"/>
            <a:r>
              <a:t>Insp Non-trig:  full mandatory breath</a:t>
            </a:r>
          </a:p>
          <a:p>
            <a:pPr lvl="1"/>
            <a:r>
              <a:t>Support / Synch:  skipped (0 s)</a:t>
            </a:r>
          </a:p>
          <a:p>
            <a:pPr lvl="1"/>
            <a:r>
              <a:t>Result:  time-triggered, volume-cycled</a:t>
            </a:r>
          </a:p>
          <a:p>
            <a:endParaRPr/>
          </a:p>
          <a:p>
            <a:r>
              <a:t>Assist Control (AC)</a:t>
            </a:r>
          </a:p>
          <a:p>
            <a:pPr lvl="1"/>
            <a:r>
              <a:t>Insp Non-trig:  backup mandatory timing</a:t>
            </a:r>
          </a:p>
          <a:p>
            <a:pPr lvl="1"/>
            <a:r>
              <a:t>Exp Synch:  patient can trigger next breath</a:t>
            </a:r>
          </a:p>
          <a:p>
            <a:pPr lvl="1"/>
            <a:r>
              <a:t>Full support on every breath</a:t>
            </a:r>
          </a:p>
        </p:txBody>
      </p:sp>
      <p:sp>
        <p:nvSpPr>
          <p:cNvPr id="4" name="Content Placeholder 3"/>
          <p:cNvSpPr>
            <a:spLocks noGrp="1"/>
          </p:cNvSpPr>
          <p:nvPr>
            <p:ph sz="quarter" idx="19"/>
          </p:nvPr>
        </p:nvSpPr>
        <p:spPr/>
        <p:txBody>
          <a:bodyPr/>
          <a:lstStyle/>
          <a:p>
            <a:r>
              <a:t>Pressure Support (PSV)</a:t>
            </a:r>
          </a:p>
          <a:p>
            <a:pPr lvl="1"/>
            <a:r>
              <a:t>Insp &amp; Exp Synch states active</a:t>
            </a:r>
          </a:p>
          <a:p>
            <a:pPr lvl="1"/>
            <a:r>
              <a:t>Insp Support:  pressure boost on trigger</a:t>
            </a:r>
          </a:p>
          <a:p>
            <a:pPr lvl="1"/>
            <a:r>
              <a:t>Fully patient-triggered and patient-cycled</a:t>
            </a:r>
          </a:p>
          <a:p>
            <a:endParaRPr/>
          </a:p>
          <a:p>
            <a:r>
              <a:t>SIMV</a:t>
            </a:r>
          </a:p>
          <a:p>
            <a:pPr lvl="1"/>
            <a:r>
              <a:t>Mandatory breaths via Non-trig states</a:t>
            </a:r>
          </a:p>
          <a:p>
            <a:pPr lvl="1"/>
            <a:r>
              <a:t>Supported breaths via Support states</a:t>
            </a:r>
          </a:p>
          <a:p>
            <a:pPr lvl="1"/>
            <a:r>
              <a:t>Synch states coordinate with patient effort</a:t>
            </a:r>
          </a:p>
        </p:txBody>
      </p:sp>
      <p:sp>
        <p:nvSpPr>
          <p:cNvPr id="5" name="Content Placeholder 4"/>
          <p:cNvSpPr>
            <a:spLocks noGrp="1"/>
          </p:cNvSpPr>
          <p:nvPr>
            <p:ph sz="quarter" idx="20"/>
          </p:nvPr>
        </p:nvSpPr>
        <p:spPr/>
        <p:txBody>
          <a:bodyPr/>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Safety &amp; Design Advantages</a:t>
            </a:r>
          </a:p>
        </p:txBody>
      </p:sp>
      <p:sp>
        <p:nvSpPr>
          <p:cNvPr id="3" name="Text Placeholder 2"/>
          <p:cNvSpPr>
            <a:spLocks noGrp="1"/>
          </p:cNvSpPr>
          <p:nvPr>
            <p:ph type="body" sz="quarter" idx="14"/>
          </p:nvPr>
        </p:nvSpPr>
        <p:spPr/>
        <p:txBody>
          <a:bodyPr/>
          <a:lstStyle/>
          <a:p>
            <a:r>
              <a:t>Safety layers</a:t>
            </a:r>
          </a:p>
          <a:p>
            <a:pPr lvl="1"/>
            <a:r>
              <a:t>Pressure limiting always active in Layer 1 — prevents barotrauma</a:t>
            </a:r>
          </a:p>
          <a:p>
            <a:pPr lvl="1"/>
            <a:r>
              <a:t>Non-trig states guarantee minimum ventilation if patient effort fails</a:t>
            </a:r>
          </a:p>
          <a:p>
            <a:pPr lvl="1"/>
            <a:r>
              <a:t>Gradual Vt adaptation prevents sudden volume changes</a:t>
            </a:r>
          </a:p>
          <a:p>
            <a:pPr lvl="1"/>
            <a:r>
              <a:t>Setpoint sanity checks in HLC before values reach LLC</a:t>
            </a:r>
          </a:p>
          <a:p>
            <a:pPr lvl="1"/>
            <a:r>
              <a:t>Watchdog timers on each HLC state  (maximum duration limits)</a:t>
            </a:r>
          </a:p>
          <a:p>
            <a:endParaRPr/>
          </a:p>
          <a:p>
            <a:r>
              <a:t>Design advantages</a:t>
            </a:r>
          </a:p>
          <a:p>
            <a:pPr lvl="1"/>
            <a:r>
              <a:t>Modularity  —  clear single responsibility per layer</a:t>
            </a:r>
          </a:p>
          <a:p>
            <a:pPr lvl="1"/>
            <a:r>
              <a:t>No direct commands  —  simpler interface, lower coupling between layers</a:t>
            </a:r>
          </a:p>
          <a:p>
            <a:pPr lvl="1"/>
            <a:r>
              <a:t>Extensibility  —  new ventilation modes by timing &amp; parameter config only</a:t>
            </a:r>
          </a:p>
          <a:p>
            <a:pPr lvl="1"/>
            <a:r>
              <a:t>Patient synchronisation built into the state machine</a:t>
            </a:r>
          </a:p>
          <a:p>
            <a:pPr lvl="1"/>
            <a:r>
              <a:t>Breath-to-breath learning handles varying compliance and resistance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Office Theme">
  <a:themeElements>
    <a:clrScheme name="Getinge color 20230627">
      <a:dk1>
        <a:srgbClr val="595857"/>
      </a:dk1>
      <a:lt1>
        <a:srgbClr val="FFFFFF"/>
      </a:lt1>
      <a:dk2>
        <a:srgbClr val="18274A"/>
      </a:dk2>
      <a:lt2>
        <a:srgbClr val="E9E4E3"/>
      </a:lt2>
      <a:accent1>
        <a:srgbClr val="18274A"/>
      </a:accent1>
      <a:accent2>
        <a:srgbClr val="495A6B"/>
      </a:accent2>
      <a:accent3>
        <a:srgbClr val="31B7BC"/>
      </a:accent3>
      <a:accent4>
        <a:srgbClr val="ADE2E4"/>
      </a:accent4>
      <a:accent5>
        <a:srgbClr val="E9E4E3"/>
      </a:accent5>
      <a:accent6>
        <a:srgbClr val="D4CAC8"/>
      </a:accent6>
      <a:hlink>
        <a:srgbClr val="18274A"/>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l">
          <a:lnSpc>
            <a:spcPct val="110000"/>
          </a:lnSpc>
          <a:spcBef>
            <a:spcPts val="600"/>
          </a:spcBef>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10000"/>
          </a:lnSpc>
          <a:spcBef>
            <a:spcPts val="600"/>
          </a:spcBef>
          <a:defRPr sz="1600" dirty="0" err="1" smtClean="0"/>
        </a:defPPr>
      </a:lstStyle>
    </a:txDef>
  </a:objectDefaults>
  <a:extraClrSchemeLst/>
  <a:custClrLst>
    <a:custClr name="Getinge Snow">
      <a:srgbClr val="E9E4E3"/>
    </a:custClr>
    <a:custClr name="Getinge Oat">
      <a:srgbClr val="D4CAC8"/>
    </a:custClr>
    <a:custClr name="Getinge Clay">
      <a:srgbClr val="BFB1AC"/>
    </a:custClr>
    <a:custClr name="Getinge Cliff">
      <a:srgbClr val="8B7E79"/>
    </a:custClr>
    <a:custClr name="Getinge Granite">
      <a:srgbClr val="595857"/>
    </a:custClr>
    <a:custClr name="Getinge Midnight">
      <a:srgbClr val="495A6B"/>
    </a:custClr>
    <a:custClr name="Getinge Ocean">
      <a:srgbClr val="31B7BC"/>
    </a:custClr>
    <a:custClr name="Getinge Berry">
      <a:srgbClr val="E56B78"/>
    </a:custClr>
    <a:custClr name="Getinge Sun">
      <a:srgbClr val="F39200"/>
    </a:custClr>
    <a:custClr name="Getinge Grass">
      <a:srgbClr val="94B654"/>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Getinge Ocean 70%">
      <a:srgbClr val="6FCDD0"/>
    </a:custClr>
    <a:custClr name="Getinge Berry 70%">
      <a:srgbClr val="ED98A0"/>
    </a:custClr>
    <a:custClr name="Getinge Sun 70%">
      <a:srgbClr val="F7B34D"/>
    </a:custClr>
    <a:custClr name="Getinge Grass 70%">
      <a:srgbClr val="B4CC87"/>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Getinge Ocean 40%">
      <a:srgbClr val="ADE2E4"/>
    </a:custClr>
    <a:custClr name="Getinge Berry 40%">
      <a:srgbClr val="F5C4C9"/>
    </a:custClr>
    <a:custClr name="Getinge Sun 40%">
      <a:srgbClr val="FAD399"/>
    </a:custClr>
    <a:custClr name="Getinge Grass 40%">
      <a:srgbClr val="D4E2BB"/>
    </a:custClr>
  </a:custClrLst>
  <a:extLst>
    <a:ext uri="{05A4C25C-085E-4340-85A3-A5531E510DB2}">
      <thm15:themeFamily xmlns:thm15="http://schemas.microsoft.com/office/thememl/2012/main" name="Getinge_16x9_20230704.potx" id="{C86CB47C-12DD-411D-B716-BD5B725B22DE}" vid="{5D61A01D-CFC5-4E50-A534-7DB294354334}"/>
    </a:ext>
  </a:extLst>
</a:theme>
</file>

<file path=ppt/theme/theme2.xml><?xml version="1.0" encoding="utf-8"?>
<a:theme xmlns:a="http://schemas.openxmlformats.org/drawingml/2006/main" name="Office Theme">
  <a:themeElements>
    <a:clrScheme name="Getinge colors">
      <a:dk1>
        <a:srgbClr val="595857"/>
      </a:dk1>
      <a:lt1>
        <a:srgbClr val="FFFFFF"/>
      </a:lt1>
      <a:dk2>
        <a:srgbClr val="18274A"/>
      </a:dk2>
      <a:lt2>
        <a:srgbClr val="E9E4E3"/>
      </a:lt2>
      <a:accent1>
        <a:srgbClr val="18274A"/>
      </a:accent1>
      <a:accent2>
        <a:srgbClr val="495A6B"/>
      </a:accent2>
      <a:accent3>
        <a:srgbClr val="8B7E79"/>
      </a:accent3>
      <a:accent4>
        <a:srgbClr val="BFB1AC"/>
      </a:accent4>
      <a:accent5>
        <a:srgbClr val="D4CAC8"/>
      </a:accent5>
      <a:accent6>
        <a:srgbClr val="E9E4E3"/>
      </a:accent6>
      <a:hlink>
        <a:srgbClr val="7F7F7F"/>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Getinge colors">
      <a:dk1>
        <a:srgbClr val="595857"/>
      </a:dk1>
      <a:lt1>
        <a:srgbClr val="FFFFFF"/>
      </a:lt1>
      <a:dk2>
        <a:srgbClr val="18274A"/>
      </a:dk2>
      <a:lt2>
        <a:srgbClr val="E9E4E3"/>
      </a:lt2>
      <a:accent1>
        <a:srgbClr val="18274A"/>
      </a:accent1>
      <a:accent2>
        <a:srgbClr val="495A6B"/>
      </a:accent2>
      <a:accent3>
        <a:srgbClr val="8B7E79"/>
      </a:accent3>
      <a:accent4>
        <a:srgbClr val="BFB1AC"/>
      </a:accent4>
      <a:accent5>
        <a:srgbClr val="D4CAC8"/>
      </a:accent5>
      <a:accent6>
        <a:srgbClr val="E9E4E3"/>
      </a:accent6>
      <a:hlink>
        <a:srgbClr val="7F7F7F"/>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82B31DA8C6E342B9C55D122F8D03F3" ma:contentTypeVersion="19" ma:contentTypeDescription="Create a new document." ma:contentTypeScope="" ma:versionID="a7440640abb51b684a864ff054e46d73">
  <xsd:schema xmlns:xsd="http://www.w3.org/2001/XMLSchema" xmlns:xs="http://www.w3.org/2001/XMLSchema" xmlns:p="http://schemas.microsoft.com/office/2006/metadata/properties" xmlns:ns2="49acc02a-c8f5-41c3-948c-9949a2c263bb" xmlns:ns3="e2c5984c-8612-4132-ad6e-33699d3d83f1" targetNamespace="http://schemas.microsoft.com/office/2006/metadata/properties" ma:root="true" ma:fieldsID="e9e416d79cbbbb1f27ad9a403097787a" ns2:_="" ns3:_="">
    <xsd:import namespace="49acc02a-c8f5-41c3-948c-9949a2c263bb"/>
    <xsd:import namespace="e2c5984c-8612-4132-ad6e-33699d3d83f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acc02a-c8f5-41c3-948c-9949a2c263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905ff41-04b4-41da-a488-6cac68089d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2c5984c-8612-4132-ad6e-33699d3d83f1"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7a4c88b-5ca9-498b-85b6-88fcf62d23a6}" ma:internalName="TaxCatchAll" ma:showField="CatchAllData" ma:web="e2c5984c-8612-4132-ad6e-33699d3d83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9acc02a-c8f5-41c3-948c-9949a2c263bb">
      <Terms xmlns="http://schemas.microsoft.com/office/infopath/2007/PartnerControls"/>
    </lcf76f155ced4ddcb4097134ff3c332f>
    <TaxCatchAll xmlns="e2c5984c-8612-4132-ad6e-33699d3d83f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F209F1-FDE3-414D-8E5E-0A3C10AC04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acc02a-c8f5-41c3-948c-9949a2c263bb"/>
    <ds:schemaRef ds:uri="e2c5984c-8612-4132-ad6e-33699d3d83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A52AD6F-2171-4581-BA6C-9F10DE797FA3}">
  <ds:schemaRefs>
    <ds:schemaRef ds:uri="http://schemas.microsoft.com/office/2006/metadata/properties"/>
    <ds:schemaRef ds:uri="http://schemas.microsoft.com/office/infopath/2007/PartnerControls"/>
    <ds:schemaRef ds:uri="49acc02a-c8f5-41c3-948c-9949a2c263bb"/>
    <ds:schemaRef ds:uri="e2c5984c-8612-4132-ad6e-33699d3d83f1"/>
  </ds:schemaRefs>
</ds:datastoreItem>
</file>

<file path=customXml/itemProps3.xml><?xml version="1.0" encoding="utf-8"?>
<ds:datastoreItem xmlns:ds="http://schemas.openxmlformats.org/officeDocument/2006/customXml" ds:itemID="{2A522438-5191-4B64-B3C4-3D5BBBC5FF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Getinge 16-9</Template>
  <TotalTime>41023</TotalTime>
  <Words>1309</Words>
  <Application>Microsoft Office PowerPoint</Application>
  <PresentationFormat>Widescreen</PresentationFormat>
  <Paragraphs>180</Paragraphs>
  <Slides>15</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Arial</vt:lpstr>
      <vt:lpstr>Office Theme</vt:lpstr>
      <vt:lpstr>Three-Layer Ventilator Control Architecture</vt:lpstr>
      <vt:lpstr>Architecture Overview</vt:lpstr>
      <vt:lpstr>Layer 1: Actuator Controllers</vt:lpstr>
      <vt:lpstr>Interface: LLC → Layer 1</vt:lpstr>
      <vt:lpstr>Layer 2: LLC — Breathing Phase Control</vt:lpstr>
      <vt:lpstr>LLC: Parameters Set by HLC</vt:lpstr>
      <vt:lpstr>Interface: HLC ↔ LLC</vt:lpstr>
      <vt:lpstr>Layer 3: HLC — 8-State Breathing Cycle</vt:lpstr>
      <vt:lpstr>HLC: State Transitions &amp; Timing</vt:lpstr>
      <vt:lpstr>Tidal Volume Control</vt:lpstr>
      <vt:lpstr>Pressure Support &amp; Inspiratory Pause</vt:lpstr>
      <vt:lpstr>Indirect Control: State-Dependent Setpoints</vt:lpstr>
      <vt:lpstr>Clinical Ventilation Modes</vt:lpstr>
      <vt:lpstr>Safety &amp; Design Advantages</vt:lpstr>
      <vt:lpstr>PowerPoint Presentation</vt:lpstr>
    </vt:vector>
  </TitlesOfParts>
  <Company>Getinge 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Through flow</dc:title>
  <dc:creator>Åke Larsson</dc:creator>
  <cp:lastModifiedBy>Åke Larsson</cp:lastModifiedBy>
  <cp:revision>14</cp:revision>
  <dcterms:created xsi:type="dcterms:W3CDTF">2025-10-13T07:16:28Z</dcterms:created>
  <dcterms:modified xsi:type="dcterms:W3CDTF">2026-03-23T18:12:30Z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0x0101000982B31DA8C6E342B9C55D122F8D03F3</vt:lpwstr>
  </property>
  <property fmtid="{D5CDD505-2E9C-101B-9397-08002B2CF9AE}" pid="3" name="MediaServiceImageTags">
    <vt:lpwstr/>
  </property>
</Properties>
</file>